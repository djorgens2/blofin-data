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s 21"/>
          <p:cNvSpPr/>
          <p:nvPr/>
        </p:nvSpPr>
        <p:spPr>
          <a:xfrm>
            <a:off x="2715895" y="7117715"/>
            <a:ext cx="7930515" cy="50476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685" y="7464425"/>
            <a:ext cx="9759950" cy="21786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625" y="8093075"/>
            <a:ext cx="2871470" cy="4905375"/>
          </a:xfrm>
          <a:prstGeom prst="rect">
            <a:avLst/>
          </a:prstGeom>
          <a:ln>
            <a:solidFill>
              <a:srgbClr val="FF8D4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" y="23495"/>
            <a:ext cx="9947275" cy="6811010"/>
          </a:xfrm>
          <a:prstGeom prst="rect">
            <a:avLst/>
          </a:prstGeom>
          <a:ln w="38100">
            <a:solidFill>
              <a:srgbClr val="C00000"/>
            </a:solidFill>
            <a:tailEnd type="triangle"/>
          </a:ln>
        </p:spPr>
      </p:pic>
      <p:sp>
        <p:nvSpPr>
          <p:cNvPr id="4" name="Rectangles 3"/>
          <p:cNvSpPr/>
          <p:nvPr/>
        </p:nvSpPr>
        <p:spPr>
          <a:xfrm>
            <a:off x="3159760" y="3706495"/>
            <a:ext cx="3804285" cy="22161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9055735" y="1693545"/>
            <a:ext cx="1876425" cy="99504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9055735" y="4246880"/>
            <a:ext cx="1963420" cy="213931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6964045" y="2491740"/>
            <a:ext cx="1957705" cy="13258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>
            <a:off x="6964045" y="3817620"/>
            <a:ext cx="1990725" cy="13760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3"/>
          </p:cNvCxnSpPr>
          <p:nvPr/>
        </p:nvCxnSpPr>
        <p:spPr>
          <a:xfrm flipV="1">
            <a:off x="6740525" y="8952230"/>
            <a:ext cx="2686685" cy="133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4813300" y="8781415"/>
            <a:ext cx="1927225" cy="3683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p>
            <a:r>
              <a:rPr lang="en-US"/>
              <a:t>Fetch multiples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706745" y="5875655"/>
            <a:ext cx="1457325" cy="3683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p>
            <a:r>
              <a:rPr lang="en-US"/>
              <a:t>Same Page</a:t>
            </a:r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005" y="9540240"/>
            <a:ext cx="2643505" cy="3914775"/>
          </a:xfrm>
          <a:prstGeom prst="rect">
            <a:avLst/>
          </a:prstGeom>
          <a:ln>
            <a:solidFill>
              <a:srgbClr val="FF8D41"/>
            </a:solidFill>
          </a:ln>
        </p:spPr>
      </p:pic>
      <p:cxnSp>
        <p:nvCxnSpPr>
          <p:cNvPr id="17" name="Elbow Connector 16"/>
          <p:cNvCxnSpPr>
            <a:stCxn id="14" idx="2"/>
            <a:endCxn id="16" idx="1"/>
          </p:cNvCxnSpPr>
          <p:nvPr/>
        </p:nvCxnSpPr>
        <p:spPr>
          <a:xfrm rot="5400000" flipV="1">
            <a:off x="5163503" y="9763443"/>
            <a:ext cx="2348230" cy="1120775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Terminator 19"/>
          <p:cNvSpPr/>
          <p:nvPr/>
        </p:nvSpPr>
        <p:spPr>
          <a:xfrm>
            <a:off x="7592060" y="8868410"/>
            <a:ext cx="1002030" cy="194310"/>
          </a:xfrm>
          <a:prstGeom prst="flowChartTermina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/>
              <a:t>actual</a:t>
            </a:r>
            <a:endParaRPr lang="en-US" sz="1200"/>
          </a:p>
        </p:txBody>
      </p:sp>
      <p:sp>
        <p:nvSpPr>
          <p:cNvPr id="21" name="Flowchart: Terminator 20"/>
          <p:cNvSpPr/>
          <p:nvPr/>
        </p:nvSpPr>
        <p:spPr>
          <a:xfrm>
            <a:off x="5218430" y="10590530"/>
            <a:ext cx="1059180" cy="194310"/>
          </a:xfrm>
          <a:prstGeom prst="flowChartTermina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/>
              <a:t>document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djorgenson</cp:lastModifiedBy>
  <cp:revision>7</cp:revision>
  <dcterms:created xsi:type="dcterms:W3CDTF">2025-11-29T23:39:36Z</dcterms:created>
  <dcterms:modified xsi:type="dcterms:W3CDTF">2025-11-29T23:39:36Z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