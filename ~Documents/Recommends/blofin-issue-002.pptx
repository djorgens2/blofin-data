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955" y="1344930"/>
            <a:ext cx="5010785" cy="4322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" y="1362075"/>
            <a:ext cx="3199765" cy="428815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282315" y="437515"/>
            <a:ext cx="3283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REST </a:t>
            </a:r>
            <a:r>
              <a:rPr lang="en-US">
                <a:sym typeface="+mn-ea"/>
              </a:rPr>
              <a:t>API </a:t>
            </a:r>
            <a:r>
              <a:rPr lang="en-US"/>
              <a:t>POST call and log</a:t>
            </a:r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779145" y="2253615"/>
            <a:ext cx="2675255" cy="136652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9" idx="3"/>
          </p:cNvCxnSpPr>
          <p:nvPr/>
        </p:nvCxnSpPr>
        <p:spPr>
          <a:xfrm>
            <a:off x="3454400" y="2936875"/>
            <a:ext cx="2194560" cy="6419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0135" y="1168400"/>
            <a:ext cx="2273300" cy="38195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282315" y="437515"/>
            <a:ext cx="3283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REST </a:t>
            </a:r>
            <a:r>
              <a:rPr lang="en-US">
                <a:sym typeface="+mn-ea"/>
              </a:rPr>
              <a:t>API </a:t>
            </a:r>
            <a:r>
              <a:rPr lang="en-US"/>
              <a:t>GET </a:t>
            </a:r>
            <a:r>
              <a:rPr lang="en-US"/>
              <a:t>call and log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30" y="1027430"/>
            <a:ext cx="4294505" cy="339344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6501765" y="2663825"/>
            <a:ext cx="1111250" cy="628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3885" y="-1066165"/>
            <a:ext cx="13399770" cy="8990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680" y="4293235"/>
            <a:ext cx="4525010" cy="184404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9524365" y="3696970"/>
            <a:ext cx="396875" cy="586105"/>
          </a:xfrm>
          <a:prstGeom prst="straightConnector1">
            <a:avLst/>
          </a:prstGeom>
          <a:ln w="31750">
            <a:solidFill>
              <a:srgbClr val="CC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Presentation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SimSun</vt:lpstr>
      <vt:lpstr>OpenSymbol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djorgenson</cp:lastModifiedBy>
  <cp:revision>7</cp:revision>
  <dcterms:created xsi:type="dcterms:W3CDTF">2025-11-11T23:14:01Z</dcterms:created>
  <dcterms:modified xsi:type="dcterms:W3CDTF">2025-11-11T23:14:01Z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