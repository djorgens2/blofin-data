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3"/>
  </p:handoutMasterIdLst>
  <p:sldIdLst>
    <p:sldId id="257" r:id="rId3"/>
    <p:sldId id="258" r:id="rId5"/>
    <p:sldId id="256" r:id="rId6"/>
    <p:sldId id="259" r:id="rId7"/>
    <p:sldId id="277" r:id="rId8"/>
    <p:sldId id="265" r:id="rId9"/>
    <p:sldId id="270" r:id="rId10"/>
    <p:sldId id="272" r:id="rId11"/>
    <p:sldId id="274" r:id="rId12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95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4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4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4.png"/><Relationship Id="rId11" Type="http://schemas.openxmlformats.org/officeDocument/2006/relationships/image" Target="../media/image33.png"/><Relationship Id="rId10" Type="http://schemas.openxmlformats.org/officeDocument/2006/relationships/image" Target="../media/image32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38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3308350" y="5518785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3092577" y="3814445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3087497" y="4194366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2788920" y="30867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2788920" y="29394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3717925" y="2823845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2773680" y="480885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2773680" y="495617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2773680" y="502094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2773680" y="510349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2773680" y="52508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2773680" y="53981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3834130" y="487362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2628265" y="530987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3834130" y="516826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3317240" y="3216275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3306445" y="4413250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2776220" y="46532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3313430" y="6750050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2778760" y="59791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2778760" y="61264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2778760" y="619125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2778760" y="62738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778760" y="64211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2778760" y="65684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3839210" y="604393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2633345" y="648017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3839210" y="633857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2781300" y="58235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3307080" y="4034155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3097530" y="3431096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3312160" y="3649980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1090930" y="193421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1890" y="2202180"/>
            <a:ext cx="1011555" cy="49237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2426</Words>
  <Application>WPS Presentation</Application>
  <PresentationFormat>宽屏</PresentationFormat>
  <Paragraphs>836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108</cp:revision>
  <dcterms:created xsi:type="dcterms:W3CDTF">2025-11-16T13:29:01Z</dcterms:created>
  <dcterms:modified xsi:type="dcterms:W3CDTF">2025-11-16T13:29:01Z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