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7" r:id="rId3"/>
    <p:sldId id="258" r:id="rId5"/>
    <p:sldId id="256" r:id="rId6"/>
    <p:sldId id="259" r:id="rId7"/>
    <p:sldId id="277" r:id="rId8"/>
    <p:sldId id="265" r:id="rId9"/>
    <p:sldId id="282" r:id="rId10"/>
    <p:sldId id="270" r:id="rId11"/>
    <p:sldId id="272" r:id="rId12"/>
    <p:sldId id="274" r:id="rId13"/>
    <p:sldId id="287" r:id="rId14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226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4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30.png"/><Relationship Id="rId7" Type="http://schemas.openxmlformats.org/officeDocument/2006/relationships/image" Target="../media/image12.png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4.png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32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8.png"/><Relationship Id="rId11" Type="http://schemas.openxmlformats.org/officeDocument/2006/relationships/image" Target="../media/image37.png"/><Relationship Id="rId10" Type="http://schemas.openxmlformats.org/officeDocument/2006/relationships/image" Target="../media/image36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2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4.png"/><Relationship Id="rId1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pic>
        <p:nvPicPr>
          <p:cNvPr id="99" name="Picture 8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3910" y="5325110"/>
            <a:ext cx="322580" cy="3225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Picture 5" descr="d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8570" y="5345430"/>
            <a:ext cx="412115" cy="4121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2608</Words>
  <Application>WPS Presentation</Application>
  <PresentationFormat>宽屏</PresentationFormat>
  <Paragraphs>879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111</cp:revision>
  <dcterms:created xsi:type="dcterms:W3CDTF">2025-12-08T23:53:34Z</dcterms:created>
  <dcterms:modified xsi:type="dcterms:W3CDTF">2025-12-08T23:53:34Z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