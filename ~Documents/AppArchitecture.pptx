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7" r:id="rId3"/>
    <p:sldId id="258" r:id="rId5"/>
    <p:sldId id="256" r:id="rId6"/>
    <p:sldId id="290" r:id="rId7"/>
    <p:sldId id="277" r:id="rId8"/>
    <p:sldId id="265" r:id="rId9"/>
    <p:sldId id="282" r:id="rId10"/>
    <p:sldId id="270" r:id="rId11"/>
    <p:sldId id="272" r:id="rId12"/>
    <p:sldId id="274" r:id="rId13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C72"/>
    <a:srgbClr val="97BE97"/>
    <a:srgbClr val="F0B500"/>
    <a:srgbClr val="E7971C"/>
    <a:srgbClr val="89BF61"/>
    <a:srgbClr val="FEF8F5"/>
    <a:srgbClr val="8CC166"/>
    <a:srgbClr val="00D0DD"/>
    <a:srgbClr val="B2B2B2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144"/>
        <p:guide pos="50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2.png"/><Relationship Id="rId5" Type="http://schemas.openxmlformats.org/officeDocument/2006/relationships/image" Target="../media/image4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18.pn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9.png"/><Relationship Id="rId8" Type="http://schemas.openxmlformats.org/officeDocument/2006/relationships/image" Target="../media/image4.png"/><Relationship Id="rId7" Type="http://schemas.openxmlformats.org/officeDocument/2006/relationships/image" Target="../media/image28.png"/><Relationship Id="rId6" Type="http://schemas.openxmlformats.org/officeDocument/2006/relationships/image" Target="../media/image27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3.png"/><Relationship Id="rId8" Type="http://schemas.openxmlformats.org/officeDocument/2006/relationships/image" Target="../media/image32.png"/><Relationship Id="rId7" Type="http://schemas.openxmlformats.org/officeDocument/2006/relationships/image" Target="../media/image12.png"/><Relationship Id="rId6" Type="http://schemas.openxmlformats.org/officeDocument/2006/relationships/image" Target="../media/image31.png"/><Relationship Id="rId5" Type="http://schemas.openxmlformats.org/officeDocument/2006/relationships/image" Target="../media/image4.png"/><Relationship Id="rId4" Type="http://schemas.openxmlformats.org/officeDocument/2006/relationships/image" Target="../media/image30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png"/><Relationship Id="rId8" Type="http://schemas.openxmlformats.org/officeDocument/2006/relationships/image" Target="../media/image4.png"/><Relationship Id="rId7" Type="http://schemas.openxmlformats.org/officeDocument/2006/relationships/image" Target="../media/image36.png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34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40.png"/><Relationship Id="rId11" Type="http://schemas.openxmlformats.org/officeDocument/2006/relationships/image" Target="../media/image39.png"/><Relationship Id="rId10" Type="http://schemas.openxmlformats.org/officeDocument/2006/relationships/image" Target="../media/image38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4.png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5.png"/><Relationship Id="rId3" Type="http://schemas.openxmlformats.org/officeDocument/2006/relationships/image" Target="../media/image41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4.png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5.png"/><Relationship Id="rId3" Type="http://schemas.openxmlformats.org/officeDocument/2006/relationships/image" Target="../media/image41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44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nip Diagonal Corner Rectangle 1"/>
          <p:cNvSpPr/>
          <p:nvPr/>
        </p:nvSpPr>
        <p:spPr>
          <a:xfrm>
            <a:off x="2270760" y="3204845"/>
            <a:ext cx="4193540" cy="2085340"/>
          </a:xfrm>
          <a:prstGeom prst="snip2Diag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11945620" y="6328410"/>
            <a:ext cx="2067560" cy="306514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85" name="Elbow Connector 84"/>
          <p:cNvCxnSpPr>
            <a:stCxn id="72" idx="1"/>
            <a:endCxn id="316" idx="3"/>
          </p:cNvCxnSpPr>
          <p:nvPr/>
        </p:nvCxnSpPr>
        <p:spPr>
          <a:xfrm rot="10800000">
            <a:off x="10393045" y="6138545"/>
            <a:ext cx="804545" cy="2931160"/>
          </a:xfrm>
          <a:prstGeom prst="bentConnector3">
            <a:avLst>
              <a:gd name="adj1" fmla="val 49961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/>
          <p:cNvGrpSpPr/>
          <p:nvPr/>
        </p:nvGrpSpPr>
        <p:grpSpPr>
          <a:xfrm>
            <a:off x="11197590" y="8670925"/>
            <a:ext cx="1097280" cy="467360"/>
            <a:chOff x="15894" y="11429"/>
            <a:chExt cx="1728" cy="7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15894" y="11429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6" name="Rectangles 25"/>
            <p:cNvSpPr/>
            <p:nvPr/>
          </p:nvSpPr>
          <p:spPr>
            <a:xfrm>
              <a:off x="15894" y="1169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72" name="Rectangles 71"/>
            <p:cNvSpPr/>
            <p:nvPr/>
          </p:nvSpPr>
          <p:spPr>
            <a:xfrm>
              <a:off x="15894" y="11949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</a:t>
              </a:r>
              <a:endParaRPr lang="en-US" sz="720"/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2166600" y="899922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8" name="Straight Arrow Connector 177"/>
          <p:cNvCxnSpPr/>
          <p:nvPr/>
        </p:nvCxnSpPr>
        <p:spPr>
          <a:xfrm>
            <a:off x="12294870" y="8888095"/>
            <a:ext cx="71247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/>
          <p:cNvCxnSpPr>
            <a:endCxn id="51" idx="3"/>
          </p:cNvCxnSpPr>
          <p:nvPr/>
        </p:nvCxnSpPr>
        <p:spPr>
          <a:xfrm flipH="1">
            <a:off x="12623800" y="906589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5890" y="8051800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28" name="Group 27"/>
          <p:cNvGrpSpPr/>
          <p:nvPr/>
        </p:nvGrpSpPr>
        <p:grpSpPr>
          <a:xfrm rot="0">
            <a:off x="11055350" y="8465185"/>
            <a:ext cx="363855" cy="287020"/>
            <a:chOff x="10155" y="414"/>
            <a:chExt cx="1146" cy="883"/>
          </a:xfrm>
        </p:grpSpPr>
        <p:grpSp>
          <p:nvGrpSpPr>
            <p:cNvPr id="29" name="Group 2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35" name="Picture 3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sp>
        <p:nvSpPr>
          <p:cNvPr id="83" name="Flowchart: Off-page Connector 82"/>
          <p:cNvSpPr/>
          <p:nvPr/>
        </p:nvSpPr>
        <p:spPr>
          <a:xfrm>
            <a:off x="11526520" y="9753791"/>
            <a:ext cx="438912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02" name="Group 101"/>
          <p:cNvGrpSpPr/>
          <p:nvPr/>
        </p:nvGrpSpPr>
        <p:grpSpPr>
          <a:xfrm>
            <a:off x="11903921" y="9624125"/>
            <a:ext cx="203459" cy="216032"/>
            <a:chOff x="8092" y="1237"/>
            <a:chExt cx="482" cy="52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7" name="Straight Arrow Connector 86"/>
          <p:cNvCxnSpPr>
            <a:stCxn id="83" idx="0"/>
            <a:endCxn id="72" idx="2"/>
          </p:cNvCxnSpPr>
          <p:nvPr/>
        </p:nvCxnSpPr>
        <p:spPr>
          <a:xfrm flipV="1">
            <a:off x="11746230" y="9138285"/>
            <a:ext cx="0" cy="61531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79" name="Group 78"/>
          <p:cNvGrpSpPr/>
          <p:nvPr/>
        </p:nvGrpSpPr>
        <p:grpSpPr>
          <a:xfrm>
            <a:off x="9299575" y="7679055"/>
            <a:ext cx="1100455" cy="629285"/>
            <a:chOff x="14645" y="12093"/>
            <a:chExt cx="1733" cy="991"/>
          </a:xfrm>
        </p:grpSpPr>
        <p:sp>
          <p:nvSpPr>
            <p:cNvPr id="92" name="Rectangles 91"/>
            <p:cNvSpPr/>
            <p:nvPr/>
          </p:nvSpPr>
          <p:spPr>
            <a:xfrm>
              <a:off x="14645" y="12093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97" name="Rectangles 96"/>
            <p:cNvSpPr/>
            <p:nvPr/>
          </p:nvSpPr>
          <p:spPr>
            <a:xfrm>
              <a:off x="14645" y="12355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108" name="Rectangles 107"/>
            <p:cNvSpPr/>
            <p:nvPr/>
          </p:nvSpPr>
          <p:spPr>
            <a:xfrm>
              <a:off x="14645" y="12610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 Order</a:t>
              </a:r>
              <a:endParaRPr lang="en-US" sz="720"/>
            </a:p>
          </p:txBody>
        </p:sp>
        <p:cxnSp>
          <p:nvCxnSpPr>
            <p:cNvPr id="109" name="Elbow Connector 108"/>
            <p:cNvCxnSpPr>
              <a:stCxn id="97" idx="3"/>
              <a:endCxn id="108" idx="3"/>
            </p:cNvCxnSpPr>
            <p:nvPr/>
          </p:nvCxnSpPr>
          <p:spPr>
            <a:xfrm>
              <a:off x="16373" y="12463"/>
              <a:ext cx="5" cy="25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Rectangles 109"/>
            <p:cNvSpPr/>
            <p:nvPr/>
          </p:nvSpPr>
          <p:spPr>
            <a:xfrm>
              <a:off x="14645" y="12868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</p:grpSp>
      <p:sp>
        <p:nvSpPr>
          <p:cNvPr id="114" name="Flowchart: Decision 113"/>
          <p:cNvSpPr/>
          <p:nvPr/>
        </p:nvSpPr>
        <p:spPr>
          <a:xfrm>
            <a:off x="9469120" y="6680200"/>
            <a:ext cx="75247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15" name="Elbow Connector 114"/>
          <p:cNvCxnSpPr>
            <a:stCxn id="100" idx="1"/>
            <a:endCxn id="316" idx="3"/>
          </p:cNvCxnSpPr>
          <p:nvPr/>
        </p:nvCxnSpPr>
        <p:spPr>
          <a:xfrm rot="10800000">
            <a:off x="10393045" y="6138545"/>
            <a:ext cx="808990" cy="1282065"/>
          </a:xfrm>
          <a:prstGeom prst="bentConnector3">
            <a:avLst>
              <a:gd name="adj1" fmla="val 50000"/>
            </a:avLst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Flowchart: Decision 120"/>
          <p:cNvSpPr/>
          <p:nvPr/>
        </p:nvSpPr>
        <p:spPr>
          <a:xfrm>
            <a:off x="8450646" y="697361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Order 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31" name="Straight Arrow Connector 130"/>
          <p:cNvCxnSpPr>
            <a:stCxn id="121" idx="1"/>
            <a:endCxn id="130" idx="3"/>
          </p:cNvCxnSpPr>
          <p:nvPr/>
        </p:nvCxnSpPr>
        <p:spPr>
          <a:xfrm flipH="1">
            <a:off x="8041005" y="7218045"/>
            <a:ext cx="409575" cy="63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Elbow Connector 131"/>
          <p:cNvCxnSpPr>
            <a:stCxn id="121" idx="0"/>
            <a:endCxn id="124" idx="3"/>
          </p:cNvCxnSpPr>
          <p:nvPr/>
        </p:nvCxnSpPr>
        <p:spPr>
          <a:xfrm rot="16200000" flipV="1">
            <a:off x="8352155" y="6542405"/>
            <a:ext cx="120015" cy="7423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8239250" y="676889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36" name="Oval 135"/>
          <p:cNvSpPr/>
          <p:nvPr/>
        </p:nvSpPr>
        <p:spPr>
          <a:xfrm>
            <a:off x="8239250" y="71347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88" name="Straight Arrow Connector 187"/>
          <p:cNvCxnSpPr>
            <a:endCxn id="9" idx="0"/>
          </p:cNvCxnSpPr>
          <p:nvPr/>
        </p:nvCxnSpPr>
        <p:spPr>
          <a:xfrm flipH="1">
            <a:off x="9847580" y="8131810"/>
            <a:ext cx="635" cy="4527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/>
          <p:cNvCxnSpPr>
            <a:stCxn id="9" idx="1"/>
            <a:endCxn id="176" idx="3"/>
          </p:cNvCxnSpPr>
          <p:nvPr/>
        </p:nvCxnSpPr>
        <p:spPr>
          <a:xfrm flipH="1">
            <a:off x="8028305" y="8829040"/>
            <a:ext cx="1486535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Oval 180"/>
          <p:cNvSpPr/>
          <p:nvPr/>
        </p:nvSpPr>
        <p:spPr>
          <a:xfrm>
            <a:off x="8239250" y="875397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5" name="Elbow Connector 4"/>
          <p:cNvCxnSpPr>
            <a:stCxn id="108" idx="1"/>
            <a:endCxn id="121" idx="2"/>
          </p:cNvCxnSpPr>
          <p:nvPr/>
        </p:nvCxnSpPr>
        <p:spPr>
          <a:xfrm rot="10800000">
            <a:off x="8783320" y="7462520"/>
            <a:ext cx="516255" cy="6134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owchart: Decision 8"/>
          <p:cNvSpPr/>
          <p:nvPr/>
        </p:nvSpPr>
        <p:spPr>
          <a:xfrm>
            <a:off x="9514906" y="858460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7" name="Elbow Connector 16"/>
          <p:cNvCxnSpPr/>
          <p:nvPr/>
        </p:nvCxnSpPr>
        <p:spPr>
          <a:xfrm>
            <a:off x="6625590" y="8119745"/>
            <a:ext cx="2673985" cy="120015"/>
          </a:xfrm>
          <a:prstGeom prst="bentConnector3">
            <a:avLst>
              <a:gd name="adj1" fmla="val 5001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/>
          <p:nvPr/>
        </p:nvCxnSpPr>
        <p:spPr>
          <a:xfrm flipV="1">
            <a:off x="6625590" y="8239760"/>
            <a:ext cx="2673985" cy="112395"/>
          </a:xfrm>
          <a:prstGeom prst="bentConnector3">
            <a:avLst>
              <a:gd name="adj1" fmla="val 5001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9" idx="2"/>
            <a:endCxn id="43" idx="0"/>
          </p:cNvCxnSpPr>
          <p:nvPr/>
        </p:nvCxnSpPr>
        <p:spPr>
          <a:xfrm flipH="1">
            <a:off x="9846945" y="9073515"/>
            <a:ext cx="635" cy="3860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769409" y="914290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21" name="Group 20"/>
          <p:cNvGrpSpPr/>
          <p:nvPr/>
        </p:nvGrpSpPr>
        <p:grpSpPr>
          <a:xfrm>
            <a:off x="6645910" y="6310630"/>
            <a:ext cx="930910" cy="1573530"/>
            <a:chOff x="10466" y="9938"/>
            <a:chExt cx="1466" cy="2478"/>
          </a:xfrm>
        </p:grpSpPr>
        <p:grpSp>
          <p:nvGrpSpPr>
            <p:cNvPr id="325" name="Group 324"/>
            <p:cNvGrpSpPr/>
            <p:nvPr/>
          </p:nvGrpSpPr>
          <p:grpSpPr>
            <a:xfrm rot="0">
              <a:off x="10466" y="9938"/>
              <a:ext cx="673" cy="526"/>
              <a:chOff x="16290" y="4518"/>
              <a:chExt cx="748" cy="584"/>
            </a:xfrm>
          </p:grpSpPr>
          <p:pic>
            <p:nvPicPr>
              <p:cNvPr id="326" name="Picture 32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7" name="Oval 32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8" name="Picture 327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55" name="Picture 54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12" y="10352"/>
              <a:ext cx="1320" cy="2065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24" name="Flowchart: Terminator 123"/>
          <p:cNvSpPr/>
          <p:nvPr/>
        </p:nvSpPr>
        <p:spPr>
          <a:xfrm>
            <a:off x="7531100" y="679005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0" name="Flowchart: Terminator 129"/>
          <p:cNvSpPr/>
          <p:nvPr/>
        </p:nvSpPr>
        <p:spPr>
          <a:xfrm>
            <a:off x="7531100" y="716089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8" name="Flowchart: Decision 67"/>
          <p:cNvSpPr/>
          <p:nvPr/>
        </p:nvSpPr>
        <p:spPr>
          <a:xfrm>
            <a:off x="9520621" y="1037817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Updated&gt; 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1" name="Straight Arrow Connector 70"/>
          <p:cNvCxnSpPr>
            <a:stCxn id="68" idx="1"/>
            <a:endCxn id="148" idx="3"/>
          </p:cNvCxnSpPr>
          <p:nvPr/>
        </p:nvCxnSpPr>
        <p:spPr>
          <a:xfrm flipH="1">
            <a:off x="8651875" y="10622915"/>
            <a:ext cx="86868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9013950" y="105421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8" name="Flowchart: Decision 77"/>
          <p:cNvSpPr/>
          <p:nvPr/>
        </p:nvSpPr>
        <p:spPr>
          <a:xfrm>
            <a:off x="8463346" y="946154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0" name="Elbow Connector 79"/>
          <p:cNvCxnSpPr>
            <a:stCxn id="78" idx="0"/>
            <a:endCxn id="47" idx="3"/>
          </p:cNvCxnSpPr>
          <p:nvPr/>
        </p:nvCxnSpPr>
        <p:spPr>
          <a:xfrm rot="16200000" flipV="1">
            <a:off x="8314690" y="8980170"/>
            <a:ext cx="194945" cy="7677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8239250" y="91869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4" name="Straight Arrow Connector 93"/>
          <p:cNvCxnSpPr>
            <a:stCxn id="78" idx="1"/>
            <a:endCxn id="48" idx="3"/>
          </p:cNvCxnSpPr>
          <p:nvPr/>
        </p:nvCxnSpPr>
        <p:spPr>
          <a:xfrm flipH="1">
            <a:off x="8028305" y="9706184"/>
            <a:ext cx="434975" cy="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8239250" y="962614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3" name="Straight Arrow Connector 102"/>
          <p:cNvCxnSpPr/>
          <p:nvPr/>
        </p:nvCxnSpPr>
        <p:spPr>
          <a:xfrm flipV="1">
            <a:off x="12299315" y="7248525"/>
            <a:ext cx="778510" cy="82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/>
          <p:cNvCxnSpPr>
            <a:endCxn id="105" idx="3"/>
          </p:cNvCxnSpPr>
          <p:nvPr/>
        </p:nvCxnSpPr>
        <p:spPr>
          <a:xfrm flipH="1">
            <a:off x="12627610" y="7400290"/>
            <a:ext cx="716280" cy="508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" name="Picture 10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0482" y="5993325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307" name="Group 306"/>
          <p:cNvGrpSpPr/>
          <p:nvPr/>
        </p:nvGrpSpPr>
        <p:grpSpPr>
          <a:xfrm>
            <a:off x="11045825" y="6822440"/>
            <a:ext cx="1252855" cy="666115"/>
            <a:chOff x="17106" y="10134"/>
            <a:chExt cx="1973" cy="1049"/>
          </a:xfrm>
        </p:grpSpPr>
        <p:grpSp>
          <p:nvGrpSpPr>
            <p:cNvPr id="123" name="Group 122"/>
            <p:cNvGrpSpPr/>
            <p:nvPr/>
          </p:nvGrpSpPr>
          <p:grpSpPr>
            <a:xfrm>
              <a:off x="17351" y="10451"/>
              <a:ext cx="1729" cy="733"/>
              <a:chOff x="15885" y="10048"/>
              <a:chExt cx="1729" cy="733"/>
            </a:xfr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grpSpPr>
          <p:sp>
            <p:nvSpPr>
              <p:cNvPr id="112" name="Rectangles 111"/>
              <p:cNvSpPr/>
              <p:nvPr/>
            </p:nvSpPr>
            <p:spPr>
              <a:xfrm>
                <a:off x="15885" y="10048"/>
                <a:ext cx="1728" cy="21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REST API</a:t>
                </a:r>
                <a:endParaRPr lang="en-US" sz="720"/>
              </a:p>
            </p:txBody>
          </p:sp>
          <p:sp>
            <p:nvSpPr>
              <p:cNvPr id="96" name="Rectangles 95"/>
              <p:cNvSpPr/>
              <p:nvPr/>
            </p:nvSpPr>
            <p:spPr>
              <a:xfrm>
                <a:off x="15886" y="10307"/>
                <a:ext cx="1728" cy="21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Import</a:t>
                </a:r>
                <a:endParaRPr lang="en-US" sz="720"/>
              </a:p>
            </p:txBody>
          </p:sp>
          <p:sp>
            <p:nvSpPr>
              <p:cNvPr id="100" name="Rectangles 99"/>
              <p:cNvSpPr/>
              <p:nvPr/>
            </p:nvSpPr>
            <p:spPr>
              <a:xfrm>
                <a:off x="15886" y="10565"/>
                <a:ext cx="1728" cy="21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Fetch Active</a:t>
                </a:r>
                <a:endParaRPr lang="en-US" sz="720"/>
              </a:p>
            </p:txBody>
          </p:sp>
        </p:grpSp>
        <p:grpSp>
          <p:nvGrpSpPr>
            <p:cNvPr id="138" name="Group 137"/>
            <p:cNvGrpSpPr/>
            <p:nvPr/>
          </p:nvGrpSpPr>
          <p:grpSpPr>
            <a:xfrm rot="0">
              <a:off x="17106" y="10134"/>
              <a:ext cx="573" cy="452"/>
              <a:chOff x="10155" y="414"/>
              <a:chExt cx="1146" cy="883"/>
            </a:xfrm>
          </p:grpSpPr>
          <p:grpSp>
            <p:nvGrpSpPr>
              <p:cNvPr id="139" name="Group 138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40" name="Picture 139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41" name="Picture 140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42" name="Picture 14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sp>
        <p:nvSpPr>
          <p:cNvPr id="107" name="Flowchart: Off-page Connector 106"/>
          <p:cNvSpPr/>
          <p:nvPr/>
        </p:nvSpPr>
        <p:spPr>
          <a:xfrm>
            <a:off x="12170410" y="60502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113" name="Elbow Connector 112"/>
          <p:cNvCxnSpPr>
            <a:endCxn id="128" idx="3"/>
          </p:cNvCxnSpPr>
          <p:nvPr/>
        </p:nvCxnSpPr>
        <p:spPr>
          <a:xfrm rot="10800000" flipV="1">
            <a:off x="12621895" y="5003800"/>
            <a:ext cx="1390650" cy="6248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/>
          <p:cNvGrpSpPr/>
          <p:nvPr/>
        </p:nvGrpSpPr>
        <p:grpSpPr>
          <a:xfrm>
            <a:off x="11195685" y="5409565"/>
            <a:ext cx="1097280" cy="298908"/>
            <a:chOff x="15887" y="8092"/>
            <a:chExt cx="1728" cy="47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6" name="Rectangles 115"/>
            <p:cNvSpPr/>
            <p:nvPr/>
          </p:nvSpPr>
          <p:spPr>
            <a:xfrm>
              <a:off x="15887" y="8092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117" name="Rectangles 116"/>
            <p:cNvSpPr/>
            <p:nvPr/>
          </p:nvSpPr>
          <p:spPr>
            <a:xfrm>
              <a:off x="15887" y="8347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11047282" y="5211686"/>
            <a:ext cx="363482" cy="286900"/>
            <a:chOff x="12459" y="1283"/>
            <a:chExt cx="636" cy="502"/>
          </a:xfrm>
        </p:grpSpPr>
        <p:pic>
          <p:nvPicPr>
            <p:cNvPr id="125" name="Picture 1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26" name="Picture 12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27" name="Picture 12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sp>
        <p:nvSpPr>
          <p:cNvPr id="128" name="Flowchart: Terminator 127"/>
          <p:cNvSpPr/>
          <p:nvPr/>
        </p:nvSpPr>
        <p:spPr>
          <a:xfrm>
            <a:off x="12164695" y="556005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29" name="Picture 1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20040" y="4007062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4" name="Elbow Connector 133"/>
          <p:cNvCxnSpPr>
            <a:stCxn id="117" idx="1"/>
          </p:cNvCxnSpPr>
          <p:nvPr/>
        </p:nvCxnSpPr>
        <p:spPr>
          <a:xfrm rot="10800000" flipV="1">
            <a:off x="10399395" y="5639435"/>
            <a:ext cx="796290" cy="498475"/>
          </a:xfrm>
          <a:prstGeom prst="bentConnector3">
            <a:avLst>
              <a:gd name="adj1" fmla="val 4992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/>
          <p:cNvCxnSpPr/>
          <p:nvPr/>
        </p:nvCxnSpPr>
        <p:spPr>
          <a:xfrm>
            <a:off x="9845675" y="7169150"/>
            <a:ext cx="2540" cy="50990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/>
          <p:cNvCxnSpPr/>
          <p:nvPr/>
        </p:nvCxnSpPr>
        <p:spPr>
          <a:xfrm flipV="1">
            <a:off x="11746230" y="7489190"/>
            <a:ext cx="4445" cy="118173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48" name="Flowchart: Decision 147"/>
          <p:cNvSpPr/>
          <p:nvPr/>
        </p:nvSpPr>
        <p:spPr>
          <a:xfrm>
            <a:off x="7987096" y="1038356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50" name="Elbow Connector 149"/>
          <p:cNvCxnSpPr>
            <a:stCxn id="148" idx="1"/>
            <a:endCxn id="152" idx="2"/>
          </p:cNvCxnSpPr>
          <p:nvPr/>
        </p:nvCxnSpPr>
        <p:spPr>
          <a:xfrm rot="10800000">
            <a:off x="7773670" y="10165080"/>
            <a:ext cx="213360" cy="4629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Oval 150"/>
          <p:cNvSpPr/>
          <p:nvPr/>
        </p:nvSpPr>
        <p:spPr>
          <a:xfrm>
            <a:off x="7712200" y="103697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320" name="Group 319"/>
          <p:cNvGrpSpPr/>
          <p:nvPr/>
        </p:nvGrpSpPr>
        <p:grpSpPr>
          <a:xfrm rot="0">
            <a:off x="6554470" y="350456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sp>
        <p:nvSpPr>
          <p:cNvPr id="296" name="Oval 295"/>
          <p:cNvSpPr/>
          <p:nvPr/>
        </p:nvSpPr>
        <p:spPr>
          <a:xfrm>
            <a:off x="7157720" y="5545455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155" name="Oval 154"/>
          <p:cNvSpPr/>
          <p:nvPr/>
        </p:nvSpPr>
        <p:spPr>
          <a:xfrm>
            <a:off x="4283267" y="240717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56" name="Straight Arrow Connector 155"/>
          <p:cNvCxnSpPr>
            <a:stCxn id="155" idx="4"/>
            <a:endCxn id="340" idx="0"/>
          </p:cNvCxnSpPr>
          <p:nvPr/>
        </p:nvCxnSpPr>
        <p:spPr>
          <a:xfrm flipH="1">
            <a:off x="4410710" y="2681605"/>
            <a:ext cx="8255" cy="21653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9948390" y="418664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10084474" y="4460911"/>
            <a:ext cx="6350" cy="187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8585078" y="47621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 flipV="1">
            <a:off x="9250263" y="5006199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8121528" y="5006135"/>
            <a:ext cx="4635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8476615" y="4902835"/>
            <a:ext cx="93345" cy="789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8327515" y="49267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8327515" y="52576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56" name="Oval 255"/>
          <p:cNvSpPr/>
          <p:nvPr/>
        </p:nvSpPr>
        <p:spPr>
          <a:xfrm>
            <a:off x="9953788" y="310648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10089236" y="3381006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8585078" y="36945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endCxn id="258" idx="3"/>
          </p:cNvCxnSpPr>
          <p:nvPr/>
        </p:nvCxnSpPr>
        <p:spPr>
          <a:xfrm flipH="1">
            <a:off x="9250263" y="3933913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8119623" y="3939184"/>
            <a:ext cx="465455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8471535" y="3838575"/>
            <a:ext cx="101600" cy="7912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8327515" y="3855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8327515" y="41992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57" name="Group 156"/>
          <p:cNvGrpSpPr/>
          <p:nvPr/>
        </p:nvGrpSpPr>
        <p:grpSpPr>
          <a:xfrm>
            <a:off x="9542145" y="3575050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8" name="Group 157"/>
          <p:cNvGrpSpPr/>
          <p:nvPr/>
        </p:nvGrpSpPr>
        <p:grpSpPr>
          <a:xfrm>
            <a:off x="9542145" y="4648200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0" name="Straight Arrow Connector 329"/>
          <p:cNvCxnSpPr>
            <a:stCxn id="340" idx="2"/>
            <a:endCxn id="6" idx="0"/>
          </p:cNvCxnSpPr>
          <p:nvPr/>
        </p:nvCxnSpPr>
        <p:spPr>
          <a:xfrm>
            <a:off x="4410710" y="3255645"/>
            <a:ext cx="3175" cy="6051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/>
          <p:cNvGrpSpPr/>
          <p:nvPr/>
        </p:nvGrpSpPr>
        <p:grpSpPr>
          <a:xfrm>
            <a:off x="3904615" y="3373120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60" name="Rectangles 159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3284220" y="3452495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66" idx="6"/>
            <a:endCxn id="190" idx="1"/>
          </p:cNvCxnSpPr>
          <p:nvPr/>
        </p:nvCxnSpPr>
        <p:spPr>
          <a:xfrm flipV="1">
            <a:off x="5922010" y="4366895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5651057" y="423724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67" name="Flowchart: Off-page Connector 166"/>
          <p:cNvSpPr/>
          <p:nvPr/>
        </p:nvSpPr>
        <p:spPr>
          <a:xfrm>
            <a:off x="1782445" y="353885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4111625" y="289814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9389745" y="444563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9389745" y="3372485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pic>
        <p:nvPicPr>
          <p:cNvPr id="168" name="Picture 16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400" y="3783965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7603156" y="49490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7610014" y="52793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7601250" y="38763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7608108" y="4219923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69" name="Straight Arrow Connector 168"/>
          <p:cNvCxnSpPr/>
          <p:nvPr/>
        </p:nvCxnSpPr>
        <p:spPr>
          <a:xfrm flipH="1">
            <a:off x="4412615" y="4215765"/>
            <a:ext cx="3175" cy="4121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Flowchart: Terminator 171"/>
          <p:cNvSpPr/>
          <p:nvPr/>
        </p:nvSpPr>
        <p:spPr>
          <a:xfrm>
            <a:off x="6166150" y="39722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4341672" y="4298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83" name="Picture 18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4765" y="2879090"/>
            <a:ext cx="954405" cy="15468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85" name="Straight Arrow Connector 184"/>
          <p:cNvCxnSpPr>
            <a:stCxn id="171" idx="3"/>
            <a:endCxn id="172" idx="1"/>
          </p:cNvCxnSpPr>
          <p:nvPr/>
        </p:nvCxnSpPr>
        <p:spPr>
          <a:xfrm>
            <a:off x="4697730" y="403415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Oval 188"/>
          <p:cNvSpPr/>
          <p:nvPr/>
        </p:nvSpPr>
        <p:spPr>
          <a:xfrm>
            <a:off x="4814862" y="3954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90" name="Flowchart: Terminator 189"/>
          <p:cNvSpPr/>
          <p:nvPr/>
        </p:nvSpPr>
        <p:spPr>
          <a:xfrm>
            <a:off x="6175040" y="43024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1" name="Flowchart: Terminator 190"/>
          <p:cNvSpPr/>
          <p:nvPr/>
        </p:nvSpPr>
        <p:spPr>
          <a:xfrm>
            <a:off x="6166150" y="54022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Elbow Connector 191"/>
          <p:cNvCxnSpPr>
            <a:endCxn id="194" idx="1"/>
          </p:cNvCxnSpPr>
          <p:nvPr/>
        </p:nvCxnSpPr>
        <p:spPr>
          <a:xfrm rot="5400000" flipV="1">
            <a:off x="5683885" y="4658995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6161070" y="50713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5844717" y="504076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97" name="Straight Arrow Connector 196"/>
          <p:cNvCxnSpPr>
            <a:stCxn id="170" idx="3"/>
          </p:cNvCxnSpPr>
          <p:nvPr/>
        </p:nvCxnSpPr>
        <p:spPr>
          <a:xfrm>
            <a:off x="4700905" y="480822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/>
          <p:cNvSpPr/>
          <p:nvPr/>
        </p:nvSpPr>
        <p:spPr>
          <a:xfrm>
            <a:off x="4814862" y="472008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99" name="Flowchart: Terminator 198"/>
          <p:cNvSpPr/>
          <p:nvPr/>
        </p:nvSpPr>
        <p:spPr>
          <a:xfrm>
            <a:off x="6189010" y="47430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0" name="Straight Arrow Connector 199"/>
          <p:cNvCxnSpPr>
            <a:endCxn id="199" idx="1"/>
          </p:cNvCxnSpPr>
          <p:nvPr/>
        </p:nvCxnSpPr>
        <p:spPr>
          <a:xfrm flipV="1">
            <a:off x="5697855" y="480758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Oval 200"/>
          <p:cNvSpPr/>
          <p:nvPr/>
        </p:nvSpPr>
        <p:spPr>
          <a:xfrm>
            <a:off x="5844717" y="471944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203" name="Group 202"/>
          <p:cNvGrpSpPr/>
          <p:nvPr/>
        </p:nvGrpSpPr>
        <p:grpSpPr>
          <a:xfrm>
            <a:off x="5132070" y="4627245"/>
            <a:ext cx="567690" cy="363220"/>
            <a:chOff x="6885" y="6776"/>
            <a:chExt cx="894" cy="572"/>
          </a:xfrm>
          <a:gradFill>
            <a:gsLst>
              <a:gs pos="0">
                <a:srgbClr val="9EE256"/>
              </a:gs>
              <a:gs pos="100000">
                <a:srgbClr val="52762D"/>
              </a:gs>
            </a:gsLst>
            <a:lin scaled="0"/>
          </a:gra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05" name="Flowchart: Decision 204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206" name="Text Box 205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gradFill rotWithShape="1">
                    <a:gsLst>
                      <a:gs pos="0">
                        <a:schemeClr val="accent1">
                          <a:lumMod val="110000"/>
                          <a:satMod val="105000"/>
                          <a:tint val="67000"/>
                        </a:schemeClr>
                      </a:gs>
                      <a:gs pos="50000">
                        <a:schemeClr val="accent1">
                          <a:lumMod val="105000"/>
                          <a:satMod val="103000"/>
                          <a:tint val="73000"/>
                        </a:schemeClr>
                      </a:gs>
                      <a:gs pos="100000">
                        <a:schemeClr val="accent1">
                          <a:lumMod val="105000"/>
                          <a:satMod val="109000"/>
                          <a:tint val="81000"/>
                        </a:schemeClr>
                      </a:gs>
                    </a:gsLst>
                    <a:lin ang="5400000" scaled="0"/>
                  </a:gradFill>
                </a14:hiddenFill>
              </a:ext>
            </a:ex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Pending?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cxnSp>
        <p:nvCxnSpPr>
          <p:cNvPr id="209" name="Elbow Connector 208"/>
          <p:cNvCxnSpPr>
            <a:stCxn id="288" idx="1"/>
            <a:endCxn id="270" idx="2"/>
          </p:cNvCxnSpPr>
          <p:nvPr/>
        </p:nvCxnSpPr>
        <p:spPr>
          <a:xfrm rot="10800000">
            <a:off x="1270635" y="6460490"/>
            <a:ext cx="2648585" cy="41783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Flowchart: Decision 209"/>
          <p:cNvSpPr/>
          <p:nvPr/>
        </p:nvSpPr>
        <p:spPr>
          <a:xfrm>
            <a:off x="942981" y="774613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1" name="Flowchart: Decision 210"/>
          <p:cNvSpPr/>
          <p:nvPr/>
        </p:nvSpPr>
        <p:spPr>
          <a:xfrm>
            <a:off x="942981" y="6832417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13" name="Elbow Connector 212"/>
          <p:cNvCxnSpPr>
            <a:stCxn id="281" idx="1"/>
            <a:endCxn id="248" idx="4"/>
          </p:cNvCxnSpPr>
          <p:nvPr/>
        </p:nvCxnSpPr>
        <p:spPr>
          <a:xfrm rot="10800000">
            <a:off x="1841500" y="5865495"/>
            <a:ext cx="2078355" cy="46215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Flowchart: Decision 214"/>
          <p:cNvSpPr/>
          <p:nvPr/>
        </p:nvSpPr>
        <p:spPr>
          <a:xfrm>
            <a:off x="1508779" y="731229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9" name="Flowchart: Decision 218"/>
          <p:cNvSpPr/>
          <p:nvPr/>
        </p:nvSpPr>
        <p:spPr>
          <a:xfrm>
            <a:off x="1508779" y="6376605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20" name="Elbow Connector 219"/>
          <p:cNvCxnSpPr>
            <a:stCxn id="283" idx="1"/>
            <a:endCxn id="222" idx="2"/>
          </p:cNvCxnSpPr>
          <p:nvPr/>
        </p:nvCxnSpPr>
        <p:spPr>
          <a:xfrm rot="10800000">
            <a:off x="2406650" y="7321550"/>
            <a:ext cx="1513205" cy="301752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Flowchart: Decision 220"/>
          <p:cNvSpPr/>
          <p:nvPr/>
        </p:nvSpPr>
        <p:spPr>
          <a:xfrm>
            <a:off x="2074577" y="776264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2" name="Flowchart: Decision 221"/>
          <p:cNvSpPr/>
          <p:nvPr/>
        </p:nvSpPr>
        <p:spPr>
          <a:xfrm>
            <a:off x="2074005" y="6832417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25" name="Straight Arrow Connector 224"/>
          <p:cNvCxnSpPr>
            <a:stCxn id="236" idx="1"/>
            <a:endCxn id="275" idx="6"/>
          </p:cNvCxnSpPr>
          <p:nvPr/>
        </p:nvCxnSpPr>
        <p:spPr>
          <a:xfrm flipH="1">
            <a:off x="577850" y="8865235"/>
            <a:ext cx="36512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Flowchart: Decision 235"/>
          <p:cNvSpPr/>
          <p:nvPr/>
        </p:nvSpPr>
        <p:spPr>
          <a:xfrm>
            <a:off x="943096" y="862052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37" name="Oval 236"/>
          <p:cNvSpPr/>
          <p:nvPr/>
        </p:nvSpPr>
        <p:spPr>
          <a:xfrm>
            <a:off x="1767039" y="604798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44" name="Oval 243"/>
          <p:cNvSpPr/>
          <p:nvPr/>
        </p:nvSpPr>
        <p:spPr>
          <a:xfrm>
            <a:off x="744220" y="877952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6" name="Elbow Connector 245"/>
          <p:cNvCxnSpPr>
            <a:stCxn id="287" idx="1"/>
            <a:endCxn id="247" idx="2"/>
          </p:cNvCxnSpPr>
          <p:nvPr/>
        </p:nvCxnSpPr>
        <p:spPr>
          <a:xfrm rot="10800000">
            <a:off x="3035300" y="7800975"/>
            <a:ext cx="884555" cy="238823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Decision 246"/>
          <p:cNvSpPr/>
          <p:nvPr/>
        </p:nvSpPr>
        <p:spPr>
          <a:xfrm>
            <a:off x="2702668" y="7312299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331326" y="747840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1705413" y="559141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68" name="Straight Arrow Connector 267"/>
          <p:cNvCxnSpPr>
            <a:stCxn id="222" idx="3"/>
            <a:endCxn id="291" idx="2"/>
          </p:cNvCxnSpPr>
          <p:nvPr/>
        </p:nvCxnSpPr>
        <p:spPr>
          <a:xfrm>
            <a:off x="2738755" y="7077075"/>
            <a:ext cx="77216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Flowchart: Decision 269"/>
          <p:cNvSpPr/>
          <p:nvPr/>
        </p:nvSpPr>
        <p:spPr>
          <a:xfrm>
            <a:off x="937990" y="5971357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1" name="Oval 270"/>
          <p:cNvSpPr/>
          <p:nvPr/>
        </p:nvSpPr>
        <p:spPr>
          <a:xfrm>
            <a:off x="1134548" y="522883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72" name="Straight Arrow Connector 271"/>
          <p:cNvCxnSpPr>
            <a:stCxn id="270" idx="0"/>
            <a:endCxn id="271" idx="4"/>
          </p:cNvCxnSpPr>
          <p:nvPr/>
        </p:nvCxnSpPr>
        <p:spPr>
          <a:xfrm flipV="1">
            <a:off x="1270635" y="5502910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Oval 272"/>
          <p:cNvSpPr/>
          <p:nvPr/>
        </p:nvSpPr>
        <p:spPr>
          <a:xfrm>
            <a:off x="1196733" y="5675992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74" name="Flowchart: Decision 273"/>
          <p:cNvSpPr/>
          <p:nvPr/>
        </p:nvSpPr>
        <p:spPr>
          <a:xfrm>
            <a:off x="2047240" y="857694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5" name="Oval 274"/>
          <p:cNvSpPr/>
          <p:nvPr/>
        </p:nvSpPr>
        <p:spPr>
          <a:xfrm>
            <a:off x="306897" y="873558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76" name="Oval 275"/>
          <p:cNvSpPr/>
          <p:nvPr/>
        </p:nvSpPr>
        <p:spPr>
          <a:xfrm>
            <a:off x="1196975" y="832168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77" name="Flowchart: Decision 276"/>
          <p:cNvSpPr/>
          <p:nvPr/>
        </p:nvSpPr>
        <p:spPr>
          <a:xfrm>
            <a:off x="917575" y="934402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8" name="Flowchart: Decision 277"/>
          <p:cNvSpPr/>
          <p:nvPr/>
        </p:nvSpPr>
        <p:spPr>
          <a:xfrm>
            <a:off x="1488440" y="818642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86" name="Straight Arrow Connector 285"/>
          <p:cNvCxnSpPr>
            <a:stCxn id="247" idx="1"/>
            <a:endCxn id="314" idx="6"/>
          </p:cNvCxnSpPr>
          <p:nvPr/>
        </p:nvCxnSpPr>
        <p:spPr>
          <a:xfrm flipH="1">
            <a:off x="2479040" y="7556500"/>
            <a:ext cx="2235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9" name="Group 278"/>
          <p:cNvGrpSpPr/>
          <p:nvPr/>
        </p:nvGrpSpPr>
        <p:grpSpPr>
          <a:xfrm>
            <a:off x="3919220" y="9673586"/>
            <a:ext cx="1097915" cy="1029307"/>
            <a:chOff x="6888" y="13226"/>
            <a:chExt cx="1729" cy="162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80" name="Rectangles 279"/>
            <p:cNvSpPr/>
            <p:nvPr/>
          </p:nvSpPr>
          <p:spPr>
            <a:xfrm>
              <a:off x="6889" y="1322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281" name="Rectangles 280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83" name="Rectangles 282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284" name="Rectangles 283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287" name="Rectangles 286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288" name="Rectangles 28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289" name="Straight Arrow Connector 288"/>
          <p:cNvCxnSpPr>
            <a:stCxn id="290" idx="0"/>
            <a:endCxn id="291" idx="4"/>
          </p:cNvCxnSpPr>
          <p:nvPr/>
        </p:nvCxnSpPr>
        <p:spPr>
          <a:xfrm flipV="1">
            <a:off x="3637280" y="7216775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Flowchart: Decision 289"/>
          <p:cNvSpPr/>
          <p:nvPr/>
        </p:nvSpPr>
        <p:spPr>
          <a:xfrm>
            <a:off x="3304661" y="776200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1" name="Oval 290"/>
          <p:cNvSpPr/>
          <p:nvPr/>
        </p:nvSpPr>
        <p:spPr>
          <a:xfrm>
            <a:off x="3511107" y="694234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95" name="Elbow Connector 294"/>
          <p:cNvCxnSpPr>
            <a:stCxn id="303" idx="3"/>
            <a:endCxn id="290" idx="3"/>
          </p:cNvCxnSpPr>
          <p:nvPr/>
        </p:nvCxnSpPr>
        <p:spPr>
          <a:xfrm flipH="1" flipV="1">
            <a:off x="3969385" y="8006715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Oval 298"/>
          <p:cNvSpPr/>
          <p:nvPr/>
        </p:nvSpPr>
        <p:spPr>
          <a:xfrm>
            <a:off x="4096577" y="822949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3" name="Flowchart: Decision 302"/>
          <p:cNvSpPr/>
          <p:nvPr/>
        </p:nvSpPr>
        <p:spPr>
          <a:xfrm>
            <a:off x="3293110" y="856615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04" name="Oval 303"/>
          <p:cNvSpPr/>
          <p:nvPr/>
        </p:nvSpPr>
        <p:spPr>
          <a:xfrm>
            <a:off x="4168775" y="870649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05" name="Oval 304"/>
          <p:cNvSpPr/>
          <p:nvPr/>
        </p:nvSpPr>
        <p:spPr>
          <a:xfrm>
            <a:off x="3566160" y="74758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6" name="Elbow Connector 305"/>
          <p:cNvCxnSpPr>
            <a:stCxn id="284" idx="1"/>
            <a:endCxn id="303" idx="2"/>
          </p:cNvCxnSpPr>
          <p:nvPr/>
        </p:nvCxnSpPr>
        <p:spPr>
          <a:xfrm rot="10800000">
            <a:off x="3646170" y="9065260"/>
            <a:ext cx="273685" cy="9759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Flowchart: Terminator 104"/>
          <p:cNvSpPr/>
          <p:nvPr/>
        </p:nvSpPr>
        <p:spPr>
          <a:xfrm>
            <a:off x="12170410" y="733678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08" name="Elbow Connector 307"/>
          <p:cNvCxnSpPr>
            <a:stCxn id="222" idx="0"/>
            <a:endCxn id="191" idx="1"/>
          </p:cNvCxnSpPr>
          <p:nvPr/>
        </p:nvCxnSpPr>
        <p:spPr>
          <a:xfrm rot="16200000">
            <a:off x="3603308" y="4270058"/>
            <a:ext cx="1365885" cy="37592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Oval 244"/>
          <p:cNvSpPr/>
          <p:nvPr/>
        </p:nvSpPr>
        <p:spPr>
          <a:xfrm>
            <a:off x="2982772" y="699719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9764329" y="73251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95" name="Group 94"/>
          <p:cNvGrpSpPr/>
          <p:nvPr/>
        </p:nvGrpSpPr>
        <p:grpSpPr>
          <a:xfrm>
            <a:off x="5530850" y="6310630"/>
            <a:ext cx="932180" cy="3985895"/>
            <a:chOff x="5659" y="5195"/>
            <a:chExt cx="1468" cy="6277"/>
          </a:xfrm>
        </p:grpSpPr>
        <p:grpSp>
          <p:nvGrpSpPr>
            <p:cNvPr id="137" name="Group 136"/>
            <p:cNvGrpSpPr/>
            <p:nvPr/>
          </p:nvGrpSpPr>
          <p:grpSpPr>
            <a:xfrm rot="0">
              <a:off x="5659" y="5195"/>
              <a:ext cx="673" cy="526"/>
              <a:chOff x="16290" y="4518"/>
              <a:chExt cx="748" cy="584"/>
            </a:xfrm>
          </p:grpSpPr>
          <p:pic>
            <p:nvPicPr>
              <p:cNvPr id="143" name="Picture 14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4" name="Oval 14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45" name="Picture 144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86" name="Picture 185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825" y="5622"/>
              <a:ext cx="1303" cy="5850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331" name="Straight Arrow Connector 330"/>
          <p:cNvCxnSpPr/>
          <p:nvPr/>
        </p:nvCxnSpPr>
        <p:spPr>
          <a:xfrm flipV="1">
            <a:off x="4931410" y="6138545"/>
            <a:ext cx="4370705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/>
          <p:cNvCxnSpPr>
            <a:stCxn id="76" idx="2"/>
            <a:endCxn id="114" idx="0"/>
          </p:cNvCxnSpPr>
          <p:nvPr/>
        </p:nvCxnSpPr>
        <p:spPr>
          <a:xfrm>
            <a:off x="9844405" y="6378575"/>
            <a:ext cx="1270" cy="30162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/>
          <p:cNvGrpSpPr/>
          <p:nvPr/>
        </p:nvGrpSpPr>
        <p:grpSpPr>
          <a:xfrm>
            <a:off x="4461510" y="5526405"/>
            <a:ext cx="899795" cy="3261995"/>
            <a:chOff x="7026" y="8703"/>
            <a:chExt cx="1417" cy="5137"/>
          </a:xfrm>
        </p:grpSpPr>
        <p:grpSp>
          <p:nvGrpSpPr>
            <p:cNvPr id="318" name="Group 317"/>
            <p:cNvGrpSpPr/>
            <p:nvPr/>
          </p:nvGrpSpPr>
          <p:grpSpPr>
            <a:xfrm rot="0">
              <a:off x="7026" y="8703"/>
              <a:ext cx="673" cy="526"/>
              <a:chOff x="16290" y="4518"/>
              <a:chExt cx="748" cy="584"/>
            </a:xfrm>
          </p:grpSpPr>
          <p:pic>
            <p:nvPicPr>
              <p:cNvPr id="319" name="Picture 31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4" name="Oval 32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9" name="Picture 328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41" name="Picture 340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189" y="9142"/>
              <a:ext cx="1254" cy="469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97" name="Flowchart: Terminator 296"/>
          <p:cNvSpPr/>
          <p:nvPr/>
        </p:nvSpPr>
        <p:spPr>
          <a:xfrm>
            <a:off x="5307330" y="9820910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6363970" y="805624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client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Flowchart: Terminator 19"/>
          <p:cNvSpPr/>
          <p:nvPr/>
        </p:nvSpPr>
        <p:spPr>
          <a:xfrm>
            <a:off x="6363970" y="828865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" name="Oval 26"/>
          <p:cNvSpPr/>
          <p:nvPr/>
        </p:nvSpPr>
        <p:spPr>
          <a:xfrm>
            <a:off x="6823835" y="803388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1</a:t>
            </a:r>
            <a:endParaRPr lang="en-US" sz="630" b="1"/>
          </a:p>
        </p:txBody>
      </p:sp>
      <p:sp>
        <p:nvSpPr>
          <p:cNvPr id="30" name="Oval 29"/>
          <p:cNvSpPr/>
          <p:nvPr/>
        </p:nvSpPr>
        <p:spPr>
          <a:xfrm>
            <a:off x="6823835" y="826184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2</a:t>
            </a:r>
            <a:endParaRPr lang="en-US" sz="630" b="1"/>
          </a:p>
        </p:txBody>
      </p:sp>
      <p:cxnSp>
        <p:nvCxnSpPr>
          <p:cNvPr id="342" name="Straight Arrow Connector 341"/>
          <p:cNvCxnSpPr>
            <a:stCxn id="297" idx="1"/>
            <a:endCxn id="294" idx="3"/>
          </p:cNvCxnSpPr>
          <p:nvPr/>
        </p:nvCxnSpPr>
        <p:spPr>
          <a:xfrm flipH="1">
            <a:off x="5017135" y="9885680"/>
            <a:ext cx="290195" cy="889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/>
          <p:cNvCxnSpPr>
            <a:stCxn id="167" idx="3"/>
            <a:endCxn id="183" idx="1"/>
          </p:cNvCxnSpPr>
          <p:nvPr/>
        </p:nvCxnSpPr>
        <p:spPr>
          <a:xfrm>
            <a:off x="2221230" y="3648710"/>
            <a:ext cx="343535" cy="381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69" name="Oval 268"/>
          <p:cNvSpPr/>
          <p:nvPr/>
        </p:nvSpPr>
        <p:spPr>
          <a:xfrm>
            <a:off x="2330742" y="64345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37" name="Group 36"/>
          <p:cNvGrpSpPr/>
          <p:nvPr/>
        </p:nvGrpSpPr>
        <p:grpSpPr>
          <a:xfrm>
            <a:off x="4130040" y="3860800"/>
            <a:ext cx="567690" cy="363220"/>
            <a:chOff x="6504" y="6080"/>
            <a:chExt cx="894" cy="572"/>
          </a:xfrm>
        </p:grpSpPr>
        <p:sp>
          <p:nvSpPr>
            <p:cNvPr id="6" name="Flowchart: Decision 5"/>
            <p:cNvSpPr/>
            <p:nvPr/>
          </p:nvSpPr>
          <p:spPr>
            <a:xfrm>
              <a:off x="6506" y="6080"/>
              <a:ext cx="889" cy="572"/>
            </a:xfrm>
            <a:prstGeom prst="flowChartDecision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6504" y="6228"/>
              <a:ext cx="894" cy="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Found?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4128770" y="4627880"/>
            <a:ext cx="567690" cy="363220"/>
            <a:chOff x="6502" y="7288"/>
            <a:chExt cx="894" cy="572"/>
          </a:xfrm>
        </p:grpSpPr>
        <p:sp>
          <p:nvSpPr>
            <p:cNvPr id="10" name="Flowchart: Decision 9"/>
            <p:cNvSpPr/>
            <p:nvPr/>
          </p:nvSpPr>
          <p:spPr>
            <a:xfrm>
              <a:off x="6504" y="7288"/>
              <a:ext cx="889" cy="572"/>
            </a:xfrm>
            <a:prstGeom prst="flowChartDecision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6502" y="7436"/>
              <a:ext cx="894" cy="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Newer?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12" name="Text Box 11"/>
          <p:cNvSpPr txBox="1"/>
          <p:nvPr/>
        </p:nvSpPr>
        <p:spPr>
          <a:xfrm>
            <a:off x="11440795" y="2639060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14" name="Group 13"/>
          <p:cNvGrpSpPr/>
          <p:nvPr/>
        </p:nvGrpSpPr>
        <p:grpSpPr>
          <a:xfrm>
            <a:off x="4253230" y="8983345"/>
            <a:ext cx="577215" cy="347980"/>
            <a:chOff x="7276" y="14181"/>
            <a:chExt cx="909" cy="548"/>
          </a:xfrm>
        </p:grpSpPr>
        <p:sp>
          <p:nvSpPr>
            <p:cNvPr id="13" name="Flowchart: Off-page Connector 12"/>
            <p:cNvSpPr/>
            <p:nvPr/>
          </p:nvSpPr>
          <p:spPr>
            <a:xfrm>
              <a:off x="7276" y="14385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orders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300" name="Group 299"/>
            <p:cNvGrpSpPr/>
            <p:nvPr/>
          </p:nvGrpSpPr>
          <p:grpSpPr>
            <a:xfrm>
              <a:off x="7855" y="14181"/>
              <a:ext cx="330" cy="340"/>
              <a:chOff x="8367" y="12769"/>
              <a:chExt cx="330" cy="340"/>
            </a:xfrm>
          </p:grpSpPr>
          <p:sp>
            <p:nvSpPr>
              <p:cNvPr id="301" name="Oval 300"/>
              <p:cNvSpPr/>
              <p:nvPr/>
            </p:nvSpPr>
            <p:spPr>
              <a:xfrm>
                <a:off x="8367" y="12769"/>
                <a:ext cx="320" cy="340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02" name="Picture 301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393" y="12830"/>
                <a:ext cx="305" cy="274"/>
              </a:xfrm>
              <a:prstGeom prst="rect">
                <a:avLst/>
              </a:prstGeom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</p:grpSp>
      </p:grpSp>
      <p:cxnSp>
        <p:nvCxnSpPr>
          <p:cNvPr id="15" name="Straight Arrow Connector 14"/>
          <p:cNvCxnSpPr/>
          <p:nvPr/>
        </p:nvCxnSpPr>
        <p:spPr>
          <a:xfrm flipH="1">
            <a:off x="4468495" y="9331960"/>
            <a:ext cx="4445" cy="3416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>
            <a:off x="11436475" y="9680439"/>
            <a:ext cx="182880" cy="182880"/>
          </a:xfrm>
          <a:prstGeom prst="triangle">
            <a:avLst/>
          </a:prstGeom>
          <a:solidFill>
            <a:srgbClr val="FFFF00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63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en-US" sz="63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Isosceles Triangle 23"/>
          <p:cNvSpPr/>
          <p:nvPr/>
        </p:nvSpPr>
        <p:spPr>
          <a:xfrm>
            <a:off x="4159375" y="9046709"/>
            <a:ext cx="182880" cy="182880"/>
          </a:xfrm>
          <a:prstGeom prst="triangle">
            <a:avLst/>
          </a:prstGeom>
          <a:solidFill>
            <a:srgbClr val="FFFF00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63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en-US" sz="63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42" name="Group 41"/>
          <p:cNvGrpSpPr/>
          <p:nvPr/>
        </p:nvGrpSpPr>
        <p:grpSpPr>
          <a:xfrm>
            <a:off x="6652260" y="8470900"/>
            <a:ext cx="967740" cy="1825625"/>
            <a:chOff x="10476" y="13361"/>
            <a:chExt cx="1524" cy="2875"/>
          </a:xfrm>
        </p:grpSpPr>
        <p:grpSp>
          <p:nvGrpSpPr>
            <p:cNvPr id="202" name="Group 201"/>
            <p:cNvGrpSpPr/>
            <p:nvPr/>
          </p:nvGrpSpPr>
          <p:grpSpPr>
            <a:xfrm rot="0">
              <a:off x="10476" y="13361"/>
              <a:ext cx="673" cy="526"/>
              <a:chOff x="16290" y="4518"/>
              <a:chExt cx="748" cy="584"/>
            </a:xfrm>
          </p:grpSpPr>
          <p:pic>
            <p:nvPicPr>
              <p:cNvPr id="204" name="Picture 203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12" name="Oval 21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14" name="Picture 213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618" y="13780"/>
              <a:ext cx="1383" cy="24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76" name="Flowchart: Terminator 175"/>
          <p:cNvSpPr/>
          <p:nvPr/>
        </p:nvSpPr>
        <p:spPr>
          <a:xfrm>
            <a:off x="7518400" y="877633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7" name="Flowchart: Terminator 46"/>
          <p:cNvSpPr/>
          <p:nvPr/>
        </p:nvSpPr>
        <p:spPr>
          <a:xfrm>
            <a:off x="7518400" y="920305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8" name="Flowchart: Terminator 47"/>
          <p:cNvSpPr/>
          <p:nvPr/>
        </p:nvSpPr>
        <p:spPr>
          <a:xfrm>
            <a:off x="7518400" y="9642366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2" name="Flowchart: Terminator 151"/>
          <p:cNvSpPr/>
          <p:nvPr/>
        </p:nvSpPr>
        <p:spPr>
          <a:xfrm>
            <a:off x="7518400" y="1003808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3" name="Flowchart: Decision 42"/>
          <p:cNvSpPr/>
          <p:nvPr/>
        </p:nvSpPr>
        <p:spPr>
          <a:xfrm>
            <a:off x="9514271" y="9459333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History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4" name="Straight Arrow Connector 43"/>
          <p:cNvCxnSpPr>
            <a:stCxn id="43" idx="2"/>
            <a:endCxn id="68" idx="0"/>
          </p:cNvCxnSpPr>
          <p:nvPr/>
        </p:nvCxnSpPr>
        <p:spPr>
          <a:xfrm>
            <a:off x="9846945" y="9947910"/>
            <a:ext cx="6350" cy="43053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9778934" y="100522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46" name="Straight Arrow Connector 45"/>
          <p:cNvCxnSpPr>
            <a:stCxn id="43" idx="1"/>
            <a:endCxn id="78" idx="3"/>
          </p:cNvCxnSpPr>
          <p:nvPr/>
        </p:nvCxnSpPr>
        <p:spPr>
          <a:xfrm flipH="1">
            <a:off x="9128125" y="9704070"/>
            <a:ext cx="386080" cy="190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>
            <a:stCxn id="148" idx="0"/>
            <a:endCxn id="90" idx="4"/>
          </p:cNvCxnSpPr>
          <p:nvPr/>
        </p:nvCxnSpPr>
        <p:spPr>
          <a:xfrm flipH="1" flipV="1">
            <a:off x="8313420" y="9785350"/>
            <a:ext cx="6350" cy="59817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Group 76"/>
          <p:cNvGrpSpPr/>
          <p:nvPr/>
        </p:nvGrpSpPr>
        <p:grpSpPr>
          <a:xfrm>
            <a:off x="9295765" y="5901690"/>
            <a:ext cx="1097280" cy="476885"/>
            <a:chOff x="14669" y="9294"/>
            <a:chExt cx="1728" cy="751"/>
          </a:xfrm>
        </p:grpSpPr>
        <p:sp>
          <p:nvSpPr>
            <p:cNvPr id="315" name="Rectangles 314"/>
            <p:cNvSpPr/>
            <p:nvPr/>
          </p:nvSpPr>
          <p:spPr>
            <a:xfrm>
              <a:off x="14669" y="9294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316" name="Rectangles 315"/>
            <p:cNvSpPr/>
            <p:nvPr/>
          </p:nvSpPr>
          <p:spPr>
            <a:xfrm>
              <a:off x="14669" y="955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76" name="Rectangles 75"/>
            <p:cNvSpPr/>
            <p:nvPr/>
          </p:nvSpPr>
          <p:spPr>
            <a:xfrm>
              <a:off x="14669" y="982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De-Duplicate</a:t>
              </a:r>
              <a:endParaRPr lang="en-US" sz="720"/>
            </a:p>
          </p:txBody>
        </p:sp>
      </p:grpSp>
      <p:sp>
        <p:nvSpPr>
          <p:cNvPr id="84" name="Oval 83"/>
          <p:cNvSpPr/>
          <p:nvPr/>
        </p:nvSpPr>
        <p:spPr>
          <a:xfrm>
            <a:off x="9295890" y="962639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9009380" y="5269230"/>
            <a:ext cx="1724660" cy="112649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4239895" y="6641465"/>
            <a:ext cx="1085850" cy="1445895"/>
            <a:chOff x="6677" y="10459"/>
            <a:chExt cx="1710" cy="2277"/>
          </a:xfrm>
        </p:grpSpPr>
        <p:pic>
          <p:nvPicPr>
            <p:cNvPr id="241" name="Picture 24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813" y="10886"/>
              <a:ext cx="1575" cy="185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72" name="Group 271"/>
            <p:cNvGrpSpPr/>
            <p:nvPr/>
          </p:nvGrpSpPr>
          <p:grpSpPr>
            <a:xfrm rot="0">
              <a:off x="6677" y="10459"/>
              <a:ext cx="673" cy="526"/>
              <a:chOff x="16290" y="4518"/>
              <a:chExt cx="748" cy="584"/>
            </a:xfrm>
          </p:grpSpPr>
          <p:pic>
            <p:nvPicPr>
              <p:cNvPr id="273" name="Picture 27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4" name="Oval 27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5" name="Picture 2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</p:grpSp>
      <p:sp>
        <p:nvSpPr>
          <p:cNvPr id="22" name="Flowchart: Decision 21"/>
          <p:cNvSpPr/>
          <p:nvPr/>
        </p:nvSpPr>
        <p:spPr>
          <a:xfrm>
            <a:off x="6346595" y="69095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677978" y="6563360"/>
            <a:ext cx="1905" cy="3257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Group 232"/>
          <p:cNvGrpSpPr/>
          <p:nvPr/>
        </p:nvGrpSpPr>
        <p:grpSpPr>
          <a:xfrm>
            <a:off x="8458835" y="5320030"/>
            <a:ext cx="1210945" cy="630555"/>
            <a:chOff x="13321" y="8378"/>
            <a:chExt cx="1907" cy="993"/>
          </a:xfrm>
        </p:grpSpPr>
        <p:sp>
          <p:nvSpPr>
            <p:cNvPr id="31" name="Rectangles 30"/>
            <p:cNvSpPr/>
            <p:nvPr/>
          </p:nvSpPr>
          <p:spPr>
            <a:xfrm>
              <a:off x="13558" y="869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3558" y="8933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3558" y="91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9669780" y="573722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>
            <a:off x="9670415" y="4517390"/>
            <a:ext cx="75184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0096500" y="588518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Group 241"/>
          <p:cNvGrpSpPr/>
          <p:nvPr/>
        </p:nvGrpSpPr>
        <p:grpSpPr>
          <a:xfrm>
            <a:off x="8458200" y="4249420"/>
            <a:ext cx="1212850" cy="479425"/>
            <a:chOff x="13320" y="6692"/>
            <a:chExt cx="1910" cy="755"/>
          </a:xfrm>
        </p:grpSpPr>
        <p:sp>
          <p:nvSpPr>
            <p:cNvPr id="8" name="Rectangles 7"/>
            <p:cNvSpPr/>
            <p:nvPr/>
          </p:nvSpPr>
          <p:spPr>
            <a:xfrm>
              <a:off x="13560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Websocket</a:t>
              </a:r>
              <a:endParaRPr lang="en-US" sz="720">
                <a:sym typeface="+mn-ea"/>
              </a:endParaRPr>
            </a:p>
          </p:txBody>
        </p:sp>
        <p:sp>
          <p:nvSpPr>
            <p:cNvPr id="9" name="Rectangles 8"/>
            <p:cNvSpPr/>
            <p:nvPr/>
          </p:nvSpPr>
          <p:spPr>
            <a:xfrm>
              <a:off x="13560" y="7245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Message</a:t>
              </a:r>
              <a:endParaRPr lang="en-US" sz="720">
                <a:sym typeface="+mn-ea"/>
              </a:endParaRPr>
            </a:p>
          </p:txBody>
        </p:sp>
        <p:grpSp>
          <p:nvGrpSpPr>
            <p:cNvPr id="96" name="Group 95"/>
            <p:cNvGrpSpPr/>
            <p:nvPr/>
          </p:nvGrpSpPr>
          <p:grpSpPr>
            <a:xfrm rot="0">
              <a:off x="13320" y="6692"/>
              <a:ext cx="572" cy="452"/>
              <a:chOff x="12459" y="1283"/>
              <a:chExt cx="636" cy="502"/>
            </a:xfrm>
          </p:grpSpPr>
          <p:pic>
            <p:nvPicPr>
              <p:cNvPr id="93" name="Picture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94" name="Picture 9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95" name="Picture 9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5728335" y="7153910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6000643" y="70686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985393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7650" y="5400040"/>
            <a:ext cx="1473200" cy="15005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7650" y="3528695"/>
            <a:ext cx="1472565" cy="15436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5" name="Flowchart: Terminator 24"/>
          <p:cNvSpPr/>
          <p:nvPr/>
        </p:nvSpPr>
        <p:spPr>
          <a:xfrm>
            <a:off x="52431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7165975" y="5777865"/>
            <a:ext cx="679450" cy="20955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api positions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Elbow Connector 26"/>
          <p:cNvCxnSpPr>
            <a:stCxn id="54" idx="3"/>
            <a:endCxn id="33" idx="3"/>
          </p:cNvCxnSpPr>
          <p:nvPr/>
        </p:nvCxnSpPr>
        <p:spPr>
          <a:xfrm>
            <a:off x="7209155" y="6054090"/>
            <a:ext cx="511175" cy="159385"/>
          </a:xfrm>
          <a:prstGeom prst="bentConnector3">
            <a:avLst>
              <a:gd name="adj1" fmla="val 1465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0" name="Group 229"/>
          <p:cNvGrpSpPr/>
          <p:nvPr/>
        </p:nvGrpSpPr>
        <p:grpSpPr>
          <a:xfrm>
            <a:off x="6148705" y="5838190"/>
            <a:ext cx="1060450" cy="730250"/>
            <a:chOff x="9683" y="9194"/>
            <a:chExt cx="1670" cy="1150"/>
          </a:xfrm>
        </p:grpSpPr>
        <p:sp>
          <p:nvSpPr>
            <p:cNvPr id="52" name="Rectangles 51"/>
            <p:cNvSpPr/>
            <p:nvPr/>
          </p:nvSpPr>
          <p:spPr>
            <a:xfrm>
              <a:off x="9683" y="9194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9683" y="943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9683" y="990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5" name="Rectangles 4"/>
            <p:cNvSpPr/>
            <p:nvPr/>
          </p:nvSpPr>
          <p:spPr>
            <a:xfrm>
              <a:off x="9683" y="96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Published</a:t>
              </a:r>
              <a:endParaRPr lang="en-US" sz="720">
                <a:sym typeface="+mn-ea"/>
              </a:endParaRPr>
            </a:p>
          </p:txBody>
        </p:sp>
        <p:sp>
          <p:nvSpPr>
            <p:cNvPr id="28" name="Rectangles 27"/>
            <p:cNvSpPr/>
            <p:nvPr/>
          </p:nvSpPr>
          <p:spPr>
            <a:xfrm>
              <a:off x="9683" y="1014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Compare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71666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Elbow Connector 38"/>
          <p:cNvCxnSpPr>
            <a:stCxn id="54" idx="1"/>
            <a:endCxn id="319" idx="3"/>
          </p:cNvCxnSpPr>
          <p:nvPr/>
        </p:nvCxnSpPr>
        <p:spPr>
          <a:xfrm rot="10800000">
            <a:off x="5704205" y="5231130"/>
            <a:ext cx="444500" cy="82296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6083300" y="7012940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52533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6041283" y="752903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41" idx="0"/>
            <a:endCxn id="238" idx="2"/>
          </p:cNvCxnSpPr>
          <p:nvPr/>
        </p:nvCxnSpPr>
        <p:spPr>
          <a:xfrm rot="16200000">
            <a:off x="5178425" y="6070600"/>
            <a:ext cx="489585" cy="11938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/>
          <p:cNvGrpSpPr/>
          <p:nvPr/>
        </p:nvGrpSpPr>
        <p:grpSpPr>
          <a:xfrm>
            <a:off x="6148705" y="4611370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7805420" y="4662805"/>
            <a:ext cx="80518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1"/>
            <a:endCxn id="319" idx="3"/>
          </p:cNvCxnSpPr>
          <p:nvPr/>
        </p:nvCxnSpPr>
        <p:spPr>
          <a:xfrm rot="10800000" flipV="1">
            <a:off x="5704205" y="4824730"/>
            <a:ext cx="444500" cy="4064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70891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7845425" y="5882640"/>
            <a:ext cx="76390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>
            <a:stCxn id="83" idx="0"/>
            <a:endCxn id="34" idx="2"/>
          </p:cNvCxnSpPr>
          <p:nvPr/>
        </p:nvCxnSpPr>
        <p:spPr>
          <a:xfrm flipH="1" flipV="1">
            <a:off x="9139555" y="5951220"/>
            <a:ext cx="1270" cy="68516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34" name="Group 233"/>
          <p:cNvGrpSpPr/>
          <p:nvPr/>
        </p:nvGrpSpPr>
        <p:grpSpPr>
          <a:xfrm>
            <a:off x="8921115" y="6485890"/>
            <a:ext cx="554355" cy="368935"/>
            <a:chOff x="14049" y="10214"/>
            <a:chExt cx="873" cy="581"/>
          </a:xfrm>
        </p:grpSpPr>
        <p:sp>
          <p:nvSpPr>
            <p:cNvPr id="83" name="Flowchart: Off-page Connector 82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position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101" name="Oval 100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99" name="Picture 98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7" name="Flowchart: Terminator 6"/>
          <p:cNvSpPr/>
          <p:nvPr/>
        </p:nvSpPr>
        <p:spPr>
          <a:xfrm>
            <a:off x="9542780" y="582231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8" name="Flowchart: Terminator 237"/>
          <p:cNvSpPr/>
          <p:nvPr/>
        </p:nvSpPr>
        <p:spPr>
          <a:xfrm>
            <a:off x="5743575" y="629412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281170" y="3948430"/>
            <a:ext cx="1099820" cy="2291080"/>
            <a:chOff x="6742" y="6218"/>
            <a:chExt cx="1732" cy="3608"/>
          </a:xfrm>
        </p:grpSpPr>
        <p:grpSp>
          <p:nvGrpSpPr>
            <p:cNvPr id="268" name="Group 267"/>
            <p:cNvGrpSpPr/>
            <p:nvPr/>
          </p:nvGrpSpPr>
          <p:grpSpPr>
            <a:xfrm rot="0">
              <a:off x="6742" y="6218"/>
              <a:ext cx="673" cy="526"/>
              <a:chOff x="16290" y="4518"/>
              <a:chExt cx="748" cy="584"/>
            </a:xfrm>
          </p:grpSpPr>
          <p:pic>
            <p:nvPicPr>
              <p:cNvPr id="269" name="Picture 26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0" name="Oval 26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1" name="Picture 2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39" name="Picture 23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08" y="6640"/>
              <a:ext cx="1566" cy="318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9" name="Flowchart: Terminator 318"/>
          <p:cNvSpPr/>
          <p:nvPr/>
        </p:nvSpPr>
        <p:spPr>
          <a:xfrm>
            <a:off x="5203190" y="516636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10021570" y="4538345"/>
            <a:ext cx="1948815" cy="250190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2" name="Flowchart: Decision 21"/>
          <p:cNvSpPr/>
          <p:nvPr/>
        </p:nvSpPr>
        <p:spPr>
          <a:xfrm>
            <a:off x="3572280" y="534176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1" name="Rectangles 30"/>
          <p:cNvSpPr/>
          <p:nvPr/>
        </p:nvSpPr>
        <p:spPr>
          <a:xfrm>
            <a:off x="9845675" y="57016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32" name="Rectangles 31"/>
          <p:cNvSpPr/>
          <p:nvPr/>
        </p:nvSpPr>
        <p:spPr>
          <a:xfrm>
            <a:off x="9845675" y="585470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Import</a:t>
            </a:r>
            <a:endParaRPr lang="en-US" sz="720">
              <a:sym typeface="+mn-ea"/>
            </a:endParaRPr>
          </a:p>
        </p:txBody>
      </p:sp>
      <p:sp>
        <p:nvSpPr>
          <p:cNvPr id="34" name="Rectangles 33"/>
          <p:cNvSpPr/>
          <p:nvPr/>
        </p:nvSpPr>
        <p:spPr>
          <a:xfrm>
            <a:off x="9845675" y="600456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 Active</a:t>
            </a:r>
            <a:endParaRPr lang="en-US" sz="720">
              <a:sym typeface="+mn-ea"/>
            </a:endParaRPr>
          </a:p>
        </p:txBody>
      </p:sp>
      <p:grpSp>
        <p:nvGrpSpPr>
          <p:cNvPr id="44" name="Group 43"/>
          <p:cNvGrpSpPr/>
          <p:nvPr/>
        </p:nvGrpSpPr>
        <p:grpSpPr>
          <a:xfrm rot="0">
            <a:off x="9695180" y="5497195"/>
            <a:ext cx="364490" cy="286385"/>
            <a:chOff x="13321" y="8378"/>
            <a:chExt cx="574" cy="451"/>
          </a:xfrm>
        </p:grpSpPr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10906125" y="5919470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1332845" y="6067425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2954020" y="5586095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3226328" y="550084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734040" y="237617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 Instrument Positions Flow</a:t>
            </a:r>
            <a:endParaRPr lang="en-US" sz="900"/>
          </a:p>
          <a:p>
            <a:r>
              <a:rPr lang="en-US" sz="900"/>
              <a:t>011/20/2025</a:t>
            </a:r>
            <a:endParaRPr lang="en-US" sz="900"/>
          </a:p>
        </p:txBody>
      </p:sp>
      <p:sp>
        <p:nvSpPr>
          <p:cNvPr id="25" name="Flowchart: Terminator 24"/>
          <p:cNvSpPr/>
          <p:nvPr/>
        </p:nvSpPr>
        <p:spPr>
          <a:xfrm>
            <a:off x="2468880" y="5526405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3308985" y="5445125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2479040" y="5976620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3266968" y="59612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231" name="Group 230"/>
          <p:cNvGrpSpPr/>
          <p:nvPr/>
        </p:nvGrpSpPr>
        <p:grpSpPr>
          <a:xfrm>
            <a:off x="7549515" y="5360035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9569450" y="4818380"/>
            <a:ext cx="277495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931275" y="474345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instruments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>
            <a:endCxn id="29" idx="3"/>
          </p:cNvCxnSpPr>
          <p:nvPr/>
        </p:nvCxnSpPr>
        <p:spPr>
          <a:xfrm flipH="1" flipV="1">
            <a:off x="9569450" y="6066790"/>
            <a:ext cx="276225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Terminator 6"/>
          <p:cNvSpPr/>
          <p:nvPr/>
        </p:nvSpPr>
        <p:spPr>
          <a:xfrm>
            <a:off x="10779125" y="60045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9865" y="5661660"/>
            <a:ext cx="1386840" cy="174371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21" name="Straight Arrow Connector 20"/>
          <p:cNvCxnSpPr/>
          <p:nvPr/>
        </p:nvCxnSpPr>
        <p:spPr>
          <a:xfrm>
            <a:off x="10907395" y="466915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26" idx="3"/>
          </p:cNvCxnSpPr>
          <p:nvPr/>
        </p:nvCxnSpPr>
        <p:spPr>
          <a:xfrm flipH="1">
            <a:off x="11334115" y="481711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owchart: Terminator 28"/>
          <p:cNvSpPr/>
          <p:nvPr/>
        </p:nvSpPr>
        <p:spPr>
          <a:xfrm>
            <a:off x="8931275" y="599186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leverages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endCxn id="14" idx="0"/>
          </p:cNvCxnSpPr>
          <p:nvPr/>
        </p:nvCxnSpPr>
        <p:spPr>
          <a:xfrm flipH="1">
            <a:off x="10377170" y="3857625"/>
            <a:ext cx="1270" cy="44132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>
            <a:off x="10158730" y="3488055"/>
            <a:ext cx="554355" cy="368935"/>
            <a:chOff x="14049" y="10214"/>
            <a:chExt cx="873" cy="581"/>
          </a:xfrm>
        </p:grpSpPr>
        <p:sp>
          <p:nvSpPr>
            <p:cNvPr id="36" name="Flowchart: Off-page Connector 35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import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40" name="Oval 39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1" name="Picture 40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cxnSp>
        <p:nvCxnSpPr>
          <p:cNvPr id="42" name="Straight Arrow Connector 41"/>
          <p:cNvCxnSpPr/>
          <p:nvPr/>
        </p:nvCxnSpPr>
        <p:spPr>
          <a:xfrm flipH="1">
            <a:off x="10375900" y="4883150"/>
            <a:ext cx="1270" cy="81851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0099040" y="526923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6" name="Elbow Connector 45"/>
          <p:cNvCxnSpPr>
            <a:stCxn id="329" idx="1"/>
            <a:endCxn id="313" idx="3"/>
          </p:cNvCxnSpPr>
          <p:nvPr/>
        </p:nvCxnSpPr>
        <p:spPr>
          <a:xfrm rot="10800000" flipV="1">
            <a:off x="8609965" y="4818380"/>
            <a:ext cx="321310" cy="60642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/>
          <p:cNvCxnSpPr>
            <a:stCxn id="29" idx="1"/>
            <a:endCxn id="313" idx="3"/>
          </p:cNvCxnSpPr>
          <p:nvPr/>
        </p:nvCxnSpPr>
        <p:spPr>
          <a:xfrm rot="10800000">
            <a:off x="8609965" y="5424805"/>
            <a:ext cx="321310" cy="64198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9865" y="3696335"/>
            <a:ext cx="2194560" cy="1925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63" name="Group 62"/>
          <p:cNvGrpSpPr/>
          <p:nvPr/>
        </p:nvGrpSpPr>
        <p:grpSpPr>
          <a:xfrm>
            <a:off x="5627370" y="5518150"/>
            <a:ext cx="1140460" cy="1892935"/>
            <a:chOff x="5941" y="7341"/>
            <a:chExt cx="1796" cy="2981"/>
          </a:xfrm>
        </p:grpSpPr>
        <p:grpSp>
          <p:nvGrpSpPr>
            <p:cNvPr id="49" name="Group 48"/>
            <p:cNvGrpSpPr/>
            <p:nvPr/>
          </p:nvGrpSpPr>
          <p:grpSpPr>
            <a:xfrm rot="0">
              <a:off x="5941" y="7341"/>
              <a:ext cx="673" cy="526"/>
              <a:chOff x="16290" y="4518"/>
              <a:chExt cx="748" cy="584"/>
            </a:xfrm>
          </p:grpSpPr>
          <p:pic>
            <p:nvPicPr>
              <p:cNvPr id="50" name="Picture 4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51" name="Oval 5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53" name="Picture 5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8" name="Picture 4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07" y="7760"/>
              <a:ext cx="1630" cy="2562"/>
            </a:xfrm>
            <a:prstGeom prst="rect">
              <a:avLst/>
            </a:prstGeom>
          </p:spPr>
        </p:pic>
      </p:grpSp>
      <p:grpSp>
        <p:nvGrpSpPr>
          <p:cNvPr id="74" name="Group 73"/>
          <p:cNvGrpSpPr/>
          <p:nvPr/>
        </p:nvGrpSpPr>
        <p:grpSpPr>
          <a:xfrm>
            <a:off x="5627370" y="3310255"/>
            <a:ext cx="958850" cy="2153920"/>
            <a:chOff x="9117" y="4298"/>
            <a:chExt cx="1510" cy="3392"/>
          </a:xfrm>
        </p:grpSpPr>
        <p:grpSp>
          <p:nvGrpSpPr>
            <p:cNvPr id="73" name="Group 72"/>
            <p:cNvGrpSpPr/>
            <p:nvPr/>
          </p:nvGrpSpPr>
          <p:grpSpPr>
            <a:xfrm>
              <a:off x="9117" y="4298"/>
              <a:ext cx="674" cy="526"/>
              <a:chOff x="9117" y="4298"/>
              <a:chExt cx="674" cy="526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117" y="4516"/>
                <a:ext cx="271" cy="308"/>
              </a:xfrm>
              <a:prstGeom prst="rect">
                <a:avLst/>
              </a:prstGeom>
            </p:spPr>
          </p:pic>
          <p:sp>
            <p:nvSpPr>
              <p:cNvPr id="61" name="Oval 60"/>
              <p:cNvSpPr/>
              <p:nvPr/>
            </p:nvSpPr>
            <p:spPr>
              <a:xfrm>
                <a:off x="9367" y="4361"/>
                <a:ext cx="350" cy="3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2" name="Picture 61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83" y="4298"/>
                <a:ext cx="508" cy="467"/>
              </a:xfrm>
              <a:prstGeom prst="rect">
                <a:avLst/>
              </a:prstGeom>
            </p:spPr>
          </p:pic>
        </p:grpSp>
        <p:pic>
          <p:nvPicPr>
            <p:cNvPr id="57" name="Picture 5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83" y="4720"/>
              <a:ext cx="1345" cy="2970"/>
            </a:xfrm>
            <a:prstGeom prst="rect">
              <a:avLst/>
            </a:prstGeom>
          </p:spPr>
        </p:pic>
      </p:grpSp>
      <p:grpSp>
        <p:nvGrpSpPr>
          <p:cNvPr id="76" name="Group 75"/>
          <p:cNvGrpSpPr/>
          <p:nvPr/>
        </p:nvGrpSpPr>
        <p:grpSpPr>
          <a:xfrm>
            <a:off x="9695180" y="4091940"/>
            <a:ext cx="1212215" cy="790575"/>
            <a:chOff x="15268" y="6444"/>
            <a:chExt cx="1909" cy="1245"/>
          </a:xfrm>
        </p:grpSpPr>
        <p:sp>
          <p:nvSpPr>
            <p:cNvPr id="14" name="Rectangles 13"/>
            <p:cNvSpPr/>
            <p:nvPr/>
          </p:nvSpPr>
          <p:spPr>
            <a:xfrm>
              <a:off x="15507" y="6770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15" name="Rectangles 14"/>
            <p:cNvSpPr/>
            <p:nvPr/>
          </p:nvSpPr>
          <p:spPr>
            <a:xfrm>
              <a:off x="15507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by Account</a:t>
              </a:r>
              <a:endParaRPr lang="en-US" sz="720">
                <a:sym typeface="+mn-ea"/>
              </a:endParaRPr>
            </a:p>
          </p:txBody>
        </p:sp>
        <p:sp>
          <p:nvSpPr>
            <p:cNvPr id="16" name="Rectangles 15"/>
            <p:cNvSpPr/>
            <p:nvPr/>
          </p:nvSpPr>
          <p:spPr>
            <a:xfrm>
              <a:off x="15507" y="7487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sp>
          <p:nvSpPr>
            <p:cNvPr id="65" name="Rectangles 64"/>
            <p:cNvSpPr/>
            <p:nvPr/>
          </p:nvSpPr>
          <p:spPr>
            <a:xfrm>
              <a:off x="15507" y="725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grpSp>
          <p:nvGrpSpPr>
            <p:cNvPr id="67" name="Group 66"/>
            <p:cNvGrpSpPr/>
            <p:nvPr/>
          </p:nvGrpSpPr>
          <p:grpSpPr>
            <a:xfrm rot="0">
              <a:off x="15268" y="6444"/>
              <a:ext cx="574" cy="451"/>
              <a:chOff x="13321" y="8378"/>
              <a:chExt cx="574" cy="451"/>
            </a:xfrm>
          </p:grpSpPr>
          <p:grpSp>
            <p:nvGrpSpPr>
              <p:cNvPr id="68" name="Group 67"/>
              <p:cNvGrpSpPr/>
              <p:nvPr/>
            </p:nvGrpSpPr>
            <p:grpSpPr>
              <a:xfrm rot="0">
                <a:off x="13321" y="8378"/>
                <a:ext cx="427" cy="394"/>
                <a:chOff x="1264" y="991"/>
                <a:chExt cx="854" cy="770"/>
              </a:xfrm>
            </p:grpSpPr>
            <p:pic>
              <p:nvPicPr>
                <p:cNvPr id="69" name="Picture 68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70" name="Picture 69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71" name="Picture 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57" y="8695"/>
                <a:ext cx="338" cy="135"/>
              </a:xfrm>
              <a:prstGeom prst="rect">
                <a:avLst/>
              </a:prstGeom>
            </p:spPr>
          </p:pic>
        </p:grpSp>
      </p:grpSp>
      <p:cxnSp>
        <p:nvCxnSpPr>
          <p:cNvPr id="75" name="Straight Arrow Connector 74"/>
          <p:cNvCxnSpPr>
            <a:stCxn id="57" idx="3"/>
            <a:endCxn id="15" idx="1"/>
          </p:cNvCxnSpPr>
          <p:nvPr/>
        </p:nvCxnSpPr>
        <p:spPr>
          <a:xfrm flipV="1">
            <a:off x="6586855" y="4516755"/>
            <a:ext cx="3260090" cy="44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lowchart: Terminator 25"/>
          <p:cNvSpPr/>
          <p:nvPr/>
        </p:nvSpPr>
        <p:spPr>
          <a:xfrm>
            <a:off x="10780395" y="475424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all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8340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17931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788733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63880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49726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1238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42925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2762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24510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52353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2881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53250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53278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46191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498919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30860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79056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01853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46741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43306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28306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81813" y="91497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63092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7229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19620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31241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8423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27799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55815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69417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10973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35406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61661" y="827007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47839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2942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57403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73341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30733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05206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68312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25284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76770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35190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2783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6208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0915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3660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29121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0822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0060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1546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2131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1026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5546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8296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1770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4664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3880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2124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64807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5688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70014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3887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3586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2705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35800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2698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1776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69430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11340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4699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38651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5861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39029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2935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13143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3265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33666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57795" y="65147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57795" y="6949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57923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66581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2500" y="64883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70133" y="652621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2500" y="69334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76290" y="679894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76290" y="657923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57098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4997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74192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142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1597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57795" y="87721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48889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70133" y="834929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2500" y="87564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76290" y="862203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40168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38708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3482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2500" y="8311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45770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8336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48563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0443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0366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71990" y="92147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2792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100223" y="936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5420" y="91883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90485" y="92792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0411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71990" y="9653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5759133" y="834167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2500" y="96378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90485" y="94989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53100" y="927925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28370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2042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2500" y="91927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81482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821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3944110" y="10115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49808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4141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3667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253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9952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41680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53262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6373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6932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57795" y="83371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76290" y="840168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48081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5" name="Oval 4"/>
          <p:cNvSpPr/>
          <p:nvPr/>
        </p:nvSpPr>
        <p:spPr>
          <a:xfrm>
            <a:off x="5481813" y="104832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Flowchart: Decision 5"/>
          <p:cNvSpPr/>
          <p:nvPr/>
        </p:nvSpPr>
        <p:spPr>
          <a:xfrm>
            <a:off x="6040120" y="99510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7171990" y="101291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6" idx="3"/>
            <a:endCxn id="7" idx="1"/>
          </p:cNvCxnSpPr>
          <p:nvPr/>
        </p:nvCxnSpPr>
        <p:spPr>
          <a:xfrm>
            <a:off x="6704965" y="101936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100223" y="102802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805420" y="101027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7" idx="3"/>
            <a:endCxn id="10" idx="2"/>
          </p:cNvCxnSpPr>
          <p:nvPr/>
        </p:nvCxnSpPr>
        <p:spPr>
          <a:xfrm>
            <a:off x="7690485" y="101936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4244975" y="99555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7171990" y="105679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6" idx="2"/>
            <a:endCxn id="19" idx="1"/>
          </p:cNvCxnSpPr>
          <p:nvPr/>
        </p:nvCxnSpPr>
        <p:spPr>
          <a:xfrm rot="5400000" flipV="1">
            <a:off x="6674168" y="1013491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7690485" y="104133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6" idx="1"/>
          </p:cNvCxnSpPr>
          <p:nvPr/>
        </p:nvCxnSpPr>
        <p:spPr>
          <a:xfrm flipV="1">
            <a:off x="4909820" y="1019365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3849370" y="1019683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947285" y="101186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6805420" y="105370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032500" y="1011348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5" idx="2"/>
          </p:cNvCxnSpPr>
          <p:nvPr/>
        </p:nvCxnSpPr>
        <p:spPr>
          <a:xfrm rot="5400000" flipV="1">
            <a:off x="4941888" y="1007649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032500" y="105218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1542415" y="5487670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1326642" y="3783330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1321562" y="4163251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1022985" y="30556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1022985" y="29083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1951990" y="2792730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1007745" y="47777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1007745" y="49250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Pending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1007745" y="498983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1007745" y="50723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1007745" y="52197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1007745" y="53670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2068195" y="484251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862330" y="527875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2068195" y="513715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1551305" y="3185160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1540510" y="4382135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1010285" y="46221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1547495" y="6718935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1012825" y="594804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1012825" y="60953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1012825" y="616013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1012825" y="62426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1012825" y="639000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1012825" y="653732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2073275" y="601281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867410" y="644906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2073275" y="630745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1015365" y="579247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1541145" y="4003040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1331595" y="3399981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1546225" y="3618865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9363075" y="164084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24035" y="1908810"/>
            <a:ext cx="1011555" cy="4923790"/>
          </a:xfrm>
          <a:prstGeom prst="rect">
            <a:avLst/>
          </a:prstGeom>
        </p:spPr>
      </p:pic>
      <p:sp>
        <p:nvSpPr>
          <p:cNvPr id="4" name="Flowchart: Document 3"/>
          <p:cNvSpPr/>
          <p:nvPr/>
        </p:nvSpPr>
        <p:spPr>
          <a:xfrm>
            <a:off x="2237105" y="339661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5" name="Flowchart: Document 4"/>
          <p:cNvSpPr/>
          <p:nvPr/>
        </p:nvSpPr>
        <p:spPr>
          <a:xfrm>
            <a:off x="2237105" y="3780790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16" name="Flowchart: Document 15"/>
          <p:cNvSpPr/>
          <p:nvPr/>
        </p:nvSpPr>
        <p:spPr>
          <a:xfrm>
            <a:off x="2237105" y="416623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18" name="Straight Arrow Connector 17"/>
          <p:cNvCxnSpPr>
            <a:stCxn id="85" idx="3"/>
            <a:endCxn id="4" idx="1"/>
          </p:cNvCxnSpPr>
          <p:nvPr/>
        </p:nvCxnSpPr>
        <p:spPr>
          <a:xfrm flipV="1">
            <a:off x="1770380" y="3507740"/>
            <a:ext cx="46672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7" idx="3"/>
            <a:endCxn id="5" idx="1"/>
          </p:cNvCxnSpPr>
          <p:nvPr/>
        </p:nvCxnSpPr>
        <p:spPr>
          <a:xfrm flipV="1">
            <a:off x="1765300" y="3891915"/>
            <a:ext cx="47180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22" idx="3"/>
            <a:endCxn id="16" idx="1"/>
          </p:cNvCxnSpPr>
          <p:nvPr/>
        </p:nvCxnSpPr>
        <p:spPr>
          <a:xfrm>
            <a:off x="1760220" y="4272915"/>
            <a:ext cx="4768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/>
          <p:cNvGrpSpPr/>
          <p:nvPr/>
        </p:nvGrpSpPr>
        <p:grpSpPr>
          <a:xfrm rot="0">
            <a:off x="829945" y="4430395"/>
            <a:ext cx="427355" cy="334010"/>
            <a:chOff x="16290" y="4518"/>
            <a:chExt cx="748" cy="584"/>
          </a:xfrm>
        </p:grpSpPr>
        <p:pic>
          <p:nvPicPr>
            <p:cNvPr id="25" name="Picture 2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1" name="Oval 30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3" name="Picture 3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42" name="Group 41"/>
          <p:cNvGrpSpPr/>
          <p:nvPr/>
        </p:nvGrpSpPr>
        <p:grpSpPr>
          <a:xfrm rot="0">
            <a:off x="833120" y="5588000"/>
            <a:ext cx="427355" cy="334010"/>
            <a:chOff x="16290" y="4518"/>
            <a:chExt cx="748" cy="584"/>
          </a:xfrm>
        </p:grpSpPr>
        <p:pic>
          <p:nvPicPr>
            <p:cNvPr id="43" name="Picture 4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45" name="Oval 44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6" name="Picture 4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2656</Words>
  <Application>WPS Presentation</Application>
  <PresentationFormat>宽屏</PresentationFormat>
  <Paragraphs>913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9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122</cp:revision>
  <dcterms:created xsi:type="dcterms:W3CDTF">2026-01-23T23:54:59Z</dcterms:created>
  <dcterms:modified xsi:type="dcterms:W3CDTF">2026-01-23T23:54:59Z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