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358" r:id="rId3"/>
    <p:sldId id="359" r:id="rId5"/>
    <p:sldId id="360" r:id="rId6"/>
    <p:sldId id="361" r:id="rId7"/>
    <p:sldId id="362" r:id="rId8"/>
    <p:sldId id="363" r:id="rId9"/>
    <p:sldId id="383" r:id="rId10"/>
    <p:sldId id="384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91" r:id="rId19"/>
    <p:sldId id="386" r:id="rId20"/>
    <p:sldId id="387" r:id="rId21"/>
    <p:sldId id="388" r:id="rId22"/>
    <p:sldId id="389" r:id="rId23"/>
    <p:sldId id="390" r:id="rId24"/>
  </p:sldIdLst>
  <p:sldSz cx="14630400" cy="10972800"/>
  <p:notesSz cx="10234295" cy="710374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  <a:srgbClr val="252525"/>
    <a:srgbClr val="1195B6"/>
    <a:srgbClr val="F1FC72"/>
    <a:srgbClr val="97BE97"/>
    <a:srgbClr val="F0B500"/>
    <a:srgbClr val="E7971C"/>
    <a:srgbClr val="89BF61"/>
    <a:srgbClr val="FEF8F5"/>
    <a:srgbClr val="8CC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3105"/>
        <p:guide pos="511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9C1A87-648F-4FA3-8298-F7FF69248063}" type="doc">
      <dgm:prSet loTypeId="process" loCatId="process" qsTypeId="urn:microsoft.com/office/officeart/2005/8/quickstyle/simple1" qsCatId="simple" csTypeId="urn:microsoft.com/office/officeart/2005/8/colors/accent1_2" csCatId="accent1" phldr="0"/>
      <dgm:spPr/>
    </dgm:pt>
    <dgm:pt modelId="{220DFBB3-6A2B-48E2-96FE-229E7135E22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Mode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Selector</a:t>
          </a:r>
          <a:r>
            <a:rPr lang="en-US"/>
            <a:t/>
          </a:r>
          <a:endParaRPr lang="en-US"/>
        </a:p>
      </dgm:t>
    </dgm:pt>
    <dgm:pt modelId="{6799A159-375E-48BE-AABD-9A2FE821DAF2}" cxnId="{5E45FB14-EFF7-4B8F-BED1-65D975E0FC5A}" type="parTrans">
      <dgm:prSet/>
      <dgm:spPr/>
    </dgm:pt>
    <dgm:pt modelId="{3E8FE182-047D-4DBF-B997-A26D7EF167CE}" cxnId="{5E45FB14-EFF7-4B8F-BED1-65D975E0FC5A}" type="sibTrans">
      <dgm:prSet/>
      <dgm:spPr/>
    </dgm:pt>
    <dgm:pt modelId="{2BAA06EE-C86F-49AF-99BB-79BA0A7024A5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Logon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Form</a:t>
          </a:r>
          <a:r>
            <a:rPr lang="en-US"/>
            <a:t/>
          </a:r>
          <a:endParaRPr lang="en-US"/>
        </a:p>
      </dgm:t>
    </dgm:pt>
    <dgm:pt modelId="{A5CFD625-30CE-461F-8B81-D06F77FA42EF}" cxnId="{18EB8087-4678-4ECB-9DBA-EC1471A52D5F}" type="parTrans">
      <dgm:prSet/>
      <dgm:spPr/>
    </dgm:pt>
    <dgm:pt modelId="{C409FDE6-5B12-4918-B71D-6D01D512B111}" cxnId="{18EB8087-4678-4ECB-9DBA-EC1471A52D5F}" type="sibTrans">
      <dgm:prSet/>
      <dgm:spPr/>
    </dgm:pt>
    <dgm:pt modelId="{F3610FD5-CB40-4155-A302-E1ED46CA7965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EMail</a:t>
          </a:r>
          <a:r>
            <a:rPr lang="en-US"/>
            <a:t/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Event</a:t>
          </a:r>
          <a:r>
            <a:rPr lang="en-US"/>
            <a:t/>
          </a:r>
          <a:endParaRPr lang="en-US"/>
        </a:p>
      </dgm:t>
    </dgm:pt>
    <dgm:pt modelId="{5412155B-9E11-4BF1-82F9-EADF6AFF0F60}" cxnId="{8DD429EE-80D2-43DD-A6EC-8D515DE7DA1A}" type="parTrans">
      <dgm:prSet/>
      <dgm:spPr/>
    </dgm:pt>
    <dgm:pt modelId="{0E659347-3E53-4D9E-9630-9B59FF0356FD}" cxnId="{8DD429EE-80D2-43DD-A6EC-8D515DE7DA1A}" type="sibTrans">
      <dgm:prSet/>
      <dgm:spPr/>
    </dgm:pt>
    <dgm:pt modelId="{C105D19C-064B-49CD-8580-B29FE26CDAB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Password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Event</a:t>
          </a:r>
          <a:endParaRPr lang="en-US"/>
        </a:p>
      </dgm:t>
    </dgm:pt>
    <dgm:pt modelId="{DC6AD5DF-0088-4820-905D-31B86ED676B1}" cxnId="{F9F86CAC-5255-40CC-BA17-4C55707E8FE4}" type="parTrans">
      <dgm:prSet/>
      <dgm:spPr/>
    </dgm:pt>
    <dgm:pt modelId="{1C4C6F0E-ADDC-4DC1-B019-7E3161551F98}" cxnId="{F9F86CAC-5255-40CC-BA17-4C55707E8FE4}" type="sibTrans">
      <dgm:prSet/>
      <dgm:spPr/>
    </dgm:pt>
    <dgm:pt modelId="{1802DAC3-0F4C-4C01-ADC1-29B2AE6A35F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Reset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Modal</a:t>
          </a:r>
          <a:endParaRPr lang="en-US"/>
        </a:p>
      </dgm:t>
    </dgm:pt>
    <dgm:pt modelId="{850D9BF1-C154-4223-B4E7-B30B6D6F9AB1}" cxnId="{EF5B0443-EB5A-4E34-B23B-CE40D2D39B10}" type="parTrans">
      <dgm:prSet/>
      <dgm:spPr/>
    </dgm:pt>
    <dgm:pt modelId="{5FDE84B0-CFDA-444F-AD57-4278B91B207A}" cxnId="{EF5B0443-EB5A-4E34-B23B-CE40D2D39B10}" type="sibTrans">
      <dgm:prSet/>
      <dgm:spPr/>
    </dgm:pt>
    <dgm:pt modelId="{FF5EBCE2-33A1-4410-8CCE-241621ACBF4A}" type="pres">
      <dgm:prSet presAssocID="{0F9C1A87-648F-4FA3-8298-F7FF69248063}" presName="CompostProcess" presStyleCnt="0">
        <dgm:presLayoutVars>
          <dgm:dir/>
          <dgm:resizeHandles val="exact"/>
        </dgm:presLayoutVars>
      </dgm:prSet>
      <dgm:spPr/>
    </dgm:pt>
    <dgm:pt modelId="{5C766BF9-8E89-4CF9-B19C-78006AB9D0FF}" type="pres">
      <dgm:prSet presAssocID="{0F9C1A87-648F-4FA3-8298-F7FF69248063}" presName="arrow" presStyleLbl="bgShp" presStyleIdx="0" presStyleCnt="1"/>
      <dgm:spPr/>
    </dgm:pt>
    <dgm:pt modelId="{44C3D485-6283-4E5E-8A42-8B1B6385595E}" type="pres">
      <dgm:prSet presAssocID="{0F9C1A87-648F-4FA3-8298-F7FF69248063}" presName="linearProcess" presStyleCnt="0"/>
      <dgm:spPr/>
    </dgm:pt>
    <dgm:pt modelId="{88977C2E-9DA8-43F7-869A-FA4A7946B9D0}" type="pres">
      <dgm:prSet presAssocID="{220DFBB3-6A2B-48E2-96FE-229E7135E226}" presName="textNode" presStyleLbl="node1" presStyleIdx="0" presStyleCnt="5">
        <dgm:presLayoutVars>
          <dgm:bulletEnabled val="1"/>
        </dgm:presLayoutVars>
      </dgm:prSet>
      <dgm:spPr/>
    </dgm:pt>
    <dgm:pt modelId="{409696F9-775D-4DF9-8C31-B566981A86A8}" type="pres">
      <dgm:prSet presAssocID="{3E8FE182-047D-4DBF-B997-A26D7EF167CE}" presName="sibTrans" presStyleCnt="0"/>
      <dgm:spPr/>
    </dgm:pt>
    <dgm:pt modelId="{B0141BFD-552C-43F6-9DD9-B107954BE5A0}" type="pres">
      <dgm:prSet presAssocID="{2BAA06EE-C86F-49AF-99BB-79BA0A7024A5}" presName="textNode" presStyleLbl="node1" presStyleIdx="1" presStyleCnt="5">
        <dgm:presLayoutVars>
          <dgm:bulletEnabled val="1"/>
        </dgm:presLayoutVars>
      </dgm:prSet>
      <dgm:spPr/>
    </dgm:pt>
    <dgm:pt modelId="{1B3EEB7B-99F3-4351-A080-D5700D4E3F26}" type="pres">
      <dgm:prSet presAssocID="{C409FDE6-5B12-4918-B71D-6D01D512B111}" presName="sibTrans" presStyleCnt="0"/>
      <dgm:spPr/>
    </dgm:pt>
    <dgm:pt modelId="{42404743-5237-4B72-A3D1-12E21DAAED91}" type="pres">
      <dgm:prSet presAssocID="{F3610FD5-CB40-4155-A302-E1ED46CA7965}" presName="textNode" presStyleLbl="node1" presStyleIdx="2" presStyleCnt="5">
        <dgm:presLayoutVars>
          <dgm:bulletEnabled val="1"/>
        </dgm:presLayoutVars>
      </dgm:prSet>
      <dgm:spPr/>
    </dgm:pt>
    <dgm:pt modelId="{84E9EFF0-25BE-4DC8-9DDE-48B569650A48}" type="pres">
      <dgm:prSet presAssocID="{0E659347-3E53-4D9E-9630-9B59FF0356FD}" presName="sibTrans" presStyleCnt="0"/>
      <dgm:spPr/>
    </dgm:pt>
    <dgm:pt modelId="{237199E6-43FD-4DE3-866C-C9A0F9794CF8}" type="pres">
      <dgm:prSet presAssocID="{C105D19C-064B-49CD-8580-B29FE26CDABB}" presName="textNode" presStyleLbl="node1" presStyleIdx="3" presStyleCnt="5">
        <dgm:presLayoutVars>
          <dgm:bulletEnabled val="1"/>
        </dgm:presLayoutVars>
      </dgm:prSet>
      <dgm:spPr/>
    </dgm:pt>
    <dgm:pt modelId="{E68450B9-63EC-45FA-BF0D-9ABBF811EA04}" type="pres">
      <dgm:prSet presAssocID="{1C4C6F0E-ADDC-4DC1-B019-7E3161551F98}" presName="sibTrans" presStyleCnt="0"/>
      <dgm:spPr/>
    </dgm:pt>
    <dgm:pt modelId="{725478A4-131F-4867-B9E7-A86853181BC4}" type="pres">
      <dgm:prSet presAssocID="{1802DAC3-0F4C-4C01-ADC1-29B2AE6A35FB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5E45FB14-EFF7-4B8F-BED1-65D975E0FC5A}" srcId="{0F9C1A87-648F-4FA3-8298-F7FF69248063}" destId="{220DFBB3-6A2B-48E2-96FE-229E7135E226}" srcOrd="0" destOrd="0" parTransId="{6799A159-375E-48BE-AABD-9A2FE821DAF2}" sibTransId="{3E8FE182-047D-4DBF-B997-A26D7EF167CE}"/>
    <dgm:cxn modelId="{18EB8087-4678-4ECB-9DBA-EC1471A52D5F}" srcId="{0F9C1A87-648F-4FA3-8298-F7FF69248063}" destId="{2BAA06EE-C86F-49AF-99BB-79BA0A7024A5}" srcOrd="1" destOrd="0" parTransId="{A5CFD625-30CE-461F-8B81-D06F77FA42EF}" sibTransId="{C409FDE6-5B12-4918-B71D-6D01D512B111}"/>
    <dgm:cxn modelId="{8DD429EE-80D2-43DD-A6EC-8D515DE7DA1A}" srcId="{0F9C1A87-648F-4FA3-8298-F7FF69248063}" destId="{F3610FD5-CB40-4155-A302-E1ED46CA7965}" srcOrd="2" destOrd="0" parTransId="{5412155B-9E11-4BF1-82F9-EADF6AFF0F60}" sibTransId="{0E659347-3E53-4D9E-9630-9B59FF0356FD}"/>
    <dgm:cxn modelId="{F9F86CAC-5255-40CC-BA17-4C55707E8FE4}" srcId="{0F9C1A87-648F-4FA3-8298-F7FF69248063}" destId="{C105D19C-064B-49CD-8580-B29FE26CDABB}" srcOrd="3" destOrd="0" parTransId="{DC6AD5DF-0088-4820-905D-31B86ED676B1}" sibTransId="{1C4C6F0E-ADDC-4DC1-B019-7E3161551F98}"/>
    <dgm:cxn modelId="{EF5B0443-EB5A-4E34-B23B-CE40D2D39B10}" srcId="{0F9C1A87-648F-4FA3-8298-F7FF69248063}" destId="{1802DAC3-0F4C-4C01-ADC1-29B2AE6A35FB}" srcOrd="4" destOrd="0" parTransId="{850D9BF1-C154-4223-B4E7-B30B6D6F9AB1}" sibTransId="{5FDE84B0-CFDA-444F-AD57-4278B91B207A}"/>
    <dgm:cxn modelId="{645C4834-4C16-43C3-B7DF-2AE0BEB416F7}" type="presOf" srcId="{0F9C1A87-648F-4FA3-8298-F7FF69248063}" destId="{FF5EBCE2-33A1-4410-8CCE-241621ACBF4A}" srcOrd="0" destOrd="0" presId="urn:microsoft.com/office/officeart/2005/8/layout/hProcess9"/>
    <dgm:cxn modelId="{F9215C7E-BEA2-40F2-81D6-7DBE4426AD20}" type="presParOf" srcId="{FF5EBCE2-33A1-4410-8CCE-241621ACBF4A}" destId="{5C766BF9-8E89-4CF9-B19C-78006AB9D0FF}" srcOrd="0" destOrd="0" presId="urn:microsoft.com/office/officeart/2005/8/layout/hProcess9"/>
    <dgm:cxn modelId="{6342449A-5610-4D06-BE3E-F90E7C803E75}" type="presParOf" srcId="{FF5EBCE2-33A1-4410-8CCE-241621ACBF4A}" destId="{44C3D485-6283-4E5E-8A42-8B1B6385595E}" srcOrd="1" destOrd="0" presId="urn:microsoft.com/office/officeart/2005/8/layout/hProcess9"/>
    <dgm:cxn modelId="{EA6C7F3E-6600-48D9-AC9D-236B7472AA71}" type="presParOf" srcId="{44C3D485-6283-4E5E-8A42-8B1B6385595E}" destId="{88977C2E-9DA8-43F7-869A-FA4A7946B9D0}" srcOrd="0" destOrd="1" presId="urn:microsoft.com/office/officeart/2005/8/layout/hProcess9"/>
    <dgm:cxn modelId="{EF0DF0DC-42A4-4A23-89E2-4EA078EE397C}" type="presOf" srcId="{220DFBB3-6A2B-48E2-96FE-229E7135E226}" destId="{88977C2E-9DA8-43F7-869A-FA4A7946B9D0}" srcOrd="0" destOrd="0" presId="urn:microsoft.com/office/officeart/2005/8/layout/hProcess9"/>
    <dgm:cxn modelId="{6EBDA356-745D-492F-B848-72982706F86C}" type="presParOf" srcId="{44C3D485-6283-4E5E-8A42-8B1B6385595E}" destId="{409696F9-775D-4DF9-8C31-B566981A86A8}" srcOrd="1" destOrd="1" presId="urn:microsoft.com/office/officeart/2005/8/layout/hProcess9"/>
    <dgm:cxn modelId="{9D8D5A06-0FB7-48AA-94FC-D0BD823209AB}" type="presParOf" srcId="{44C3D485-6283-4E5E-8A42-8B1B6385595E}" destId="{B0141BFD-552C-43F6-9DD9-B107954BE5A0}" srcOrd="2" destOrd="1" presId="urn:microsoft.com/office/officeart/2005/8/layout/hProcess9"/>
    <dgm:cxn modelId="{9E8706A7-F2C7-4FF2-A328-47E0F479952C}" type="presOf" srcId="{2BAA06EE-C86F-49AF-99BB-79BA0A7024A5}" destId="{B0141BFD-552C-43F6-9DD9-B107954BE5A0}" srcOrd="0" destOrd="0" presId="urn:microsoft.com/office/officeart/2005/8/layout/hProcess9"/>
    <dgm:cxn modelId="{02AE0135-6C68-4FBA-967F-389EA317C215}" type="presParOf" srcId="{44C3D485-6283-4E5E-8A42-8B1B6385595E}" destId="{1B3EEB7B-99F3-4351-A080-D5700D4E3F26}" srcOrd="3" destOrd="1" presId="urn:microsoft.com/office/officeart/2005/8/layout/hProcess9"/>
    <dgm:cxn modelId="{E8D6249F-4A01-4FF7-A1DB-86506F5C2322}" type="presParOf" srcId="{44C3D485-6283-4E5E-8A42-8B1B6385595E}" destId="{42404743-5237-4B72-A3D1-12E21DAAED91}" srcOrd="4" destOrd="1" presId="urn:microsoft.com/office/officeart/2005/8/layout/hProcess9"/>
    <dgm:cxn modelId="{6538EB8C-0C76-4A28-8E0E-24E68521DB11}" type="presOf" srcId="{F3610FD5-CB40-4155-A302-E1ED46CA7965}" destId="{42404743-5237-4B72-A3D1-12E21DAAED91}" srcOrd="0" destOrd="0" presId="urn:microsoft.com/office/officeart/2005/8/layout/hProcess9"/>
    <dgm:cxn modelId="{9476F7C4-09DA-402C-9C0D-0251BA973211}" type="presParOf" srcId="{44C3D485-6283-4E5E-8A42-8B1B6385595E}" destId="{84E9EFF0-25BE-4DC8-9DDE-48B569650A48}" srcOrd="5" destOrd="1" presId="urn:microsoft.com/office/officeart/2005/8/layout/hProcess9"/>
    <dgm:cxn modelId="{C245CDAB-D545-4BF7-9423-442251210C87}" type="presParOf" srcId="{44C3D485-6283-4E5E-8A42-8B1B6385595E}" destId="{237199E6-43FD-4DE3-866C-C9A0F9794CF8}" srcOrd="6" destOrd="1" presId="urn:microsoft.com/office/officeart/2005/8/layout/hProcess9"/>
    <dgm:cxn modelId="{4CD1A1FB-E9C8-437E-A789-934027B833B4}" type="presOf" srcId="{C105D19C-064B-49CD-8580-B29FE26CDABB}" destId="{237199E6-43FD-4DE3-866C-C9A0F9794CF8}" srcOrd="0" destOrd="0" presId="urn:microsoft.com/office/officeart/2005/8/layout/hProcess9"/>
    <dgm:cxn modelId="{7C052EE8-DDEE-450E-8652-DE9DB57B4517}" type="presParOf" srcId="{44C3D485-6283-4E5E-8A42-8B1B6385595E}" destId="{E68450B9-63EC-45FA-BF0D-9ABBF811EA04}" srcOrd="7" destOrd="1" presId="urn:microsoft.com/office/officeart/2005/8/layout/hProcess9"/>
    <dgm:cxn modelId="{6D3F4F2A-0888-45E5-B1E2-086D3D1D1CF5}" type="presParOf" srcId="{44C3D485-6283-4E5E-8A42-8B1B6385595E}" destId="{725478A4-131F-4867-B9E7-A86853181BC4}" srcOrd="8" destOrd="1" presId="urn:microsoft.com/office/officeart/2005/8/layout/hProcess9"/>
    <dgm:cxn modelId="{F7790349-84B7-4FD2-A80B-999E3CE7B7EA}" type="presOf" srcId="{1802DAC3-0F4C-4C01-ADC1-29B2AE6A35FB}" destId="{725478A4-131F-4867-B9E7-A86853181BC4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2047855" cy="2731135"/>
        <a:chOff x="0" y="0"/>
        <a:chExt cx="12047855" cy="2731135"/>
      </a:xfrm>
    </dsp:grpSpPr>
    <dsp:sp modelId="{5C766BF9-8E89-4CF9-B19C-78006AB9D0FF}">
      <dsp:nvSpPr>
        <dsp:cNvPr id="3" name="Right Arrow 2"/>
        <dsp:cNvSpPr/>
      </dsp:nvSpPr>
      <dsp:spPr bwMode="white">
        <a:xfrm>
          <a:off x="903589" y="0"/>
          <a:ext cx="10240677" cy="2731135"/>
        </a:xfrm>
        <a:prstGeom prst="rightArrow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903589" y="0"/>
        <a:ext cx="10240677" cy="2731135"/>
      </dsp:txXfrm>
    </dsp:sp>
    <dsp:sp modelId="{88977C2E-9DA8-43F7-869A-FA4A7946B9D0}">
      <dsp:nvSpPr>
        <dsp:cNvPr id="4" name="Rounded Rectangle 3"/>
        <dsp:cNvSpPr/>
      </dsp:nvSpPr>
      <dsp:spPr bwMode="white">
        <a:xfrm>
          <a:off x="0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Mode</a:t>
          </a:r>
          <a:endParaRPr 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Selector</a:t>
          </a:r>
          <a:endParaRPr lang="en-US"/>
        </a:p>
      </dsp:txBody>
      <dsp:txXfrm>
        <a:off x="0" y="819341"/>
        <a:ext cx="2126092" cy="1092454"/>
      </dsp:txXfrm>
    </dsp:sp>
    <dsp:sp modelId="{B0141BFD-552C-43F6-9DD9-B107954BE5A0}">
      <dsp:nvSpPr>
        <dsp:cNvPr id="5" name="Rounded Rectangle 4"/>
        <dsp:cNvSpPr/>
      </dsp:nvSpPr>
      <dsp:spPr bwMode="white">
        <a:xfrm>
          <a:off x="2480441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Logon</a:t>
          </a:r>
          <a:endParaRPr 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Form</a:t>
          </a:r>
          <a:endParaRPr lang="en-US"/>
        </a:p>
      </dsp:txBody>
      <dsp:txXfrm>
        <a:off x="2480441" y="819341"/>
        <a:ext cx="2126092" cy="1092454"/>
      </dsp:txXfrm>
    </dsp:sp>
    <dsp:sp modelId="{42404743-5237-4B72-A3D1-12E21DAAED91}">
      <dsp:nvSpPr>
        <dsp:cNvPr id="6" name="Rounded Rectangle 5"/>
        <dsp:cNvSpPr/>
      </dsp:nvSpPr>
      <dsp:spPr bwMode="white">
        <a:xfrm>
          <a:off x="4960881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Logon</a:t>
          </a:r>
          <a:endParaRPr 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Event</a:t>
          </a:r>
          <a:endParaRPr lang="en-US"/>
        </a:p>
      </dsp:txBody>
      <dsp:txXfrm>
        <a:off x="4960881" y="819341"/>
        <a:ext cx="2126092" cy="1092454"/>
      </dsp:txXfrm>
    </dsp:sp>
    <dsp:sp modelId="{237199E6-43FD-4DE3-866C-C9A0F9794CF8}">
      <dsp:nvSpPr>
        <dsp:cNvPr id="7" name="Rounded Rectangle 6"/>
        <dsp:cNvSpPr/>
      </dsp:nvSpPr>
      <dsp:spPr bwMode="white">
        <a:xfrm>
          <a:off x="7441322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Into Delay</a:t>
          </a:r>
          <a:endParaRPr lang="en-US"/>
        </a:p>
      </dsp:txBody>
      <dsp:txXfrm>
        <a:off x="7441322" y="819341"/>
        <a:ext cx="2126092" cy="1092454"/>
      </dsp:txXfrm>
    </dsp:sp>
    <dsp:sp modelId="{725478A4-131F-4867-B9E7-A86853181BC4}">
      <dsp:nvSpPr>
        <dsp:cNvPr id="8" name="Rounded Rectangle 7"/>
        <dsp:cNvSpPr/>
      </dsp:nvSpPr>
      <dsp:spPr bwMode="white">
        <a:xfrm>
          <a:off x="9921763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After Delay</a:t>
          </a:r>
          <a:endParaRPr lang="en-US"/>
        </a:p>
      </dsp:txBody>
      <dsp:txXfrm>
        <a:off x="9921763" y="819341"/>
        <a:ext cx="2126092" cy="1092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797066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6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7066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6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788" y="0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20027" y="888133"/>
            <a:ext cx="3196986" cy="239774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4619" y="3419204"/>
            <a:ext cx="8187802" cy="279662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8051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788" y="6748051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-5080"/>
            <a:ext cx="14645977" cy="109780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6558" y="1800882"/>
            <a:ext cx="11054334" cy="17323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6558" y="3761784"/>
            <a:ext cx="11061954" cy="2804192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37" y="9992475"/>
            <a:ext cx="3413838" cy="76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835" y="9992475"/>
            <a:ext cx="4633067" cy="76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361" y="9992475"/>
            <a:ext cx="3413838" cy="76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44" y="2735612"/>
            <a:ext cx="12619010" cy="4564432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44" y="7343225"/>
            <a:ext cx="12619010" cy="2400327"/>
          </a:xfrm>
        </p:spPr>
        <p:txBody>
          <a:bodyPr/>
          <a:lstStyle>
            <a:lvl1pPr marL="0" indent="0">
              <a:buNone/>
              <a:defRPr sz="3840"/>
            </a:lvl1pPr>
            <a:lvl2pPr marL="731520" indent="0">
              <a:buNone/>
              <a:defRPr sz="3200"/>
            </a:lvl2pPr>
            <a:lvl3pPr marL="1463040" indent="0">
              <a:buNone/>
              <a:defRPr sz="2880"/>
            </a:lvl3pPr>
            <a:lvl4pPr marL="2194560" indent="0">
              <a:buNone/>
              <a:defRPr sz="2565"/>
            </a:lvl4pPr>
            <a:lvl5pPr marL="2926080" indent="0">
              <a:buNone/>
              <a:defRPr sz="2565"/>
            </a:lvl5pPr>
            <a:lvl6pPr marL="3657600" indent="0">
              <a:buNone/>
              <a:defRPr sz="2565"/>
            </a:lvl6pPr>
            <a:lvl7pPr marL="4389120" indent="0">
              <a:buNone/>
              <a:defRPr sz="2565"/>
            </a:lvl7pPr>
            <a:lvl8pPr marL="5120640" indent="0">
              <a:buNone/>
              <a:defRPr sz="2565"/>
            </a:lvl8pPr>
            <a:lvl9pPr marL="5852160" indent="0">
              <a:buNone/>
              <a:defRPr sz="25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37" y="1879622"/>
            <a:ext cx="6461909" cy="792489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291" y="1879622"/>
            <a:ext cx="6461909" cy="792489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404" y="584207"/>
            <a:ext cx="12619010" cy="21209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404" y="2689892"/>
            <a:ext cx="6190122" cy="1318274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5" b="1"/>
            </a:lvl4pPr>
            <a:lvl5pPr marL="2926080" indent="0">
              <a:buNone/>
              <a:defRPr sz="2565" b="1"/>
            </a:lvl5pPr>
            <a:lvl6pPr marL="3657600" indent="0">
              <a:buNone/>
              <a:defRPr sz="2565" b="1"/>
            </a:lvl6pPr>
            <a:lvl7pPr marL="4389120" indent="0">
              <a:buNone/>
              <a:defRPr sz="2565" b="1"/>
            </a:lvl7pPr>
            <a:lvl8pPr marL="5120640" indent="0">
              <a:buNone/>
              <a:defRPr sz="2565" b="1"/>
            </a:lvl8pPr>
            <a:lvl9pPr marL="5852160" indent="0">
              <a:buNone/>
              <a:defRPr sz="256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8404" y="4008166"/>
            <a:ext cx="6190122" cy="589540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810" y="2689892"/>
            <a:ext cx="6220603" cy="1318274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5" b="1"/>
            </a:lvl4pPr>
            <a:lvl5pPr marL="2926080" indent="0">
              <a:buNone/>
              <a:defRPr sz="2565" b="1"/>
            </a:lvl5pPr>
            <a:lvl6pPr marL="3657600" indent="0">
              <a:buNone/>
              <a:defRPr sz="2565" b="1"/>
            </a:lvl6pPr>
            <a:lvl7pPr marL="4389120" indent="0">
              <a:buNone/>
              <a:defRPr sz="2565" b="1"/>
            </a:lvl7pPr>
            <a:lvl8pPr marL="5120640" indent="0">
              <a:buNone/>
              <a:defRPr sz="2565" b="1"/>
            </a:lvl8pPr>
            <a:lvl9pPr marL="5852160" indent="0">
              <a:buNone/>
              <a:defRPr sz="256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810" y="4008166"/>
            <a:ext cx="6220603" cy="589540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404" y="731528"/>
            <a:ext cx="4719429" cy="2560349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603" y="1579898"/>
            <a:ext cx="7406810" cy="7797890"/>
          </a:xfrm>
        </p:spPr>
        <p:txBody>
          <a:bodyPr/>
          <a:lstStyle>
            <a:lvl1pPr>
              <a:defRPr sz="5120"/>
            </a:lvl1pPr>
            <a:lvl2pPr>
              <a:defRPr sz="4485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404" y="3291878"/>
            <a:ext cx="4719429" cy="6098611"/>
          </a:xfrm>
        </p:spPr>
        <p:txBody>
          <a:bodyPr/>
          <a:lstStyle>
            <a:lvl1pPr marL="0" indent="0">
              <a:buNone/>
              <a:defRPr sz="2565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404" y="731528"/>
            <a:ext cx="4719429" cy="2560349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20603" y="1579898"/>
            <a:ext cx="7406810" cy="779789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5120"/>
            </a:lvl1pPr>
            <a:lvl2pPr marL="731520" indent="0">
              <a:buNone/>
              <a:defRPr sz="4485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404" y="3291878"/>
            <a:ext cx="4719429" cy="6098611"/>
          </a:xfrm>
        </p:spPr>
        <p:txBody>
          <a:bodyPr/>
          <a:lstStyle>
            <a:lvl1pPr marL="0" indent="0">
              <a:buNone/>
              <a:defRPr sz="2565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891561" y="694952"/>
            <a:ext cx="0" cy="2226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284" y="304804"/>
            <a:ext cx="3291916" cy="94997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37" y="304804"/>
            <a:ext cx="9631901" cy="94997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4638358" cy="109780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731537" y="304804"/>
            <a:ext cx="13167663" cy="93219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731537" y="1879622"/>
            <a:ext cx="13167663" cy="7924891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37" y="9992475"/>
            <a:ext cx="3413838" cy="76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24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835" y="9992475"/>
            <a:ext cx="4633067" cy="76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2240"/>
            </a:lvl1pPr>
          </a:lstStyle>
          <a:p>
            <a:endParaRPr lang="zh-CN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361" y="9992475"/>
            <a:ext cx="3413838" cy="76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24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576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548640" indent="-548640" algn="l" rtl="0" fontAlgn="base">
        <a:spcBef>
          <a:spcPct val="32000"/>
        </a:spcBef>
        <a:spcAft>
          <a:spcPct val="0"/>
        </a:spcAft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1pPr>
      <a:lvl2pPr marL="1188720" indent="-457200" algn="l" rtl="0" fontAlgn="base">
        <a:spcBef>
          <a:spcPct val="32000"/>
        </a:spcBef>
        <a:spcAft>
          <a:spcPct val="0"/>
        </a:spcAft>
        <a:buChar char="–"/>
        <a:defRPr sz="4485" kern="1200">
          <a:solidFill>
            <a:schemeClr val="tx1"/>
          </a:solidFill>
          <a:latin typeface="+mn-lt"/>
          <a:ea typeface="+mn-ea"/>
          <a:cs typeface="+mn-cs"/>
        </a:defRPr>
      </a:lvl2pPr>
      <a:lvl3pPr marL="1829435" indent="-365760" algn="l" rtl="0" fontAlgn="base">
        <a:spcBef>
          <a:spcPct val="32000"/>
        </a:spcBef>
        <a:spcAft>
          <a:spcPct val="0"/>
        </a:spcAft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rtl="0" fontAlgn="base">
        <a:spcBef>
          <a:spcPct val="32000"/>
        </a:spcBef>
        <a:spcAft>
          <a:spcPct val="0"/>
        </a:spcAft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rtl="0" fontAlgn="base">
        <a:spcBef>
          <a:spcPct val="32000"/>
        </a:spcBef>
        <a:spcAft>
          <a:spcPct val="0"/>
        </a:spcAft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8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8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7035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8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8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4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12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2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9.png"/><Relationship Id="rId1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9.png"/><Relationship Id="rId1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3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6.pn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4.png"/><Relationship Id="rId7" Type="http://schemas.openxmlformats.org/officeDocument/2006/relationships/image" Target="../media/image105.png"/><Relationship Id="rId6" Type="http://schemas.openxmlformats.org/officeDocument/2006/relationships/image" Target="../media/image104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png"/><Relationship Id="rId8" Type="http://schemas.openxmlformats.org/officeDocument/2006/relationships/image" Target="../media/image109.png"/><Relationship Id="rId7" Type="http://schemas.openxmlformats.org/officeDocument/2006/relationships/image" Target="../media/image12.png"/><Relationship Id="rId6" Type="http://schemas.openxmlformats.org/officeDocument/2006/relationships/image" Target="../media/image108.png"/><Relationship Id="rId5" Type="http://schemas.openxmlformats.org/officeDocument/2006/relationships/image" Target="../media/image4.png"/><Relationship Id="rId4" Type="http://schemas.openxmlformats.org/officeDocument/2006/relationships/image" Target="../media/image107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5.png"/><Relationship Id="rId7" Type="http://schemas.openxmlformats.org/officeDocument/2006/relationships/image" Target="../media/image23.png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5.png"/><Relationship Id="rId7" Type="http://schemas.openxmlformats.org/officeDocument/2006/relationships/image" Target="../media/image23.png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15.png"/><Relationship Id="rId10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728" y="7523336"/>
            <a:ext cx="1045298" cy="5680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9829" y="3970239"/>
            <a:ext cx="1045298" cy="568084"/>
          </a:xfrm>
          <a:prstGeom prst="rect">
            <a:avLst/>
          </a:prstGeom>
        </p:spPr>
      </p:pic>
      <p:sp>
        <p:nvSpPr>
          <p:cNvPr id="26" name="Rectangles 25"/>
          <p:cNvSpPr/>
          <p:nvPr/>
        </p:nvSpPr>
        <p:spPr>
          <a:xfrm>
            <a:off x="3307304" y="3493025"/>
            <a:ext cx="7150201" cy="3943441"/>
          </a:xfrm>
          <a:prstGeom prst="rect">
            <a:avLst/>
          </a:prstGeom>
          <a:solidFill>
            <a:schemeClr val="accent5">
              <a:alpha val="16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80" name="Rectangles 79"/>
          <p:cNvSpPr/>
          <p:nvPr/>
        </p:nvSpPr>
        <p:spPr>
          <a:xfrm>
            <a:off x="6835255" y="4209131"/>
            <a:ext cx="1625383" cy="26020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3" name="Rectangles 2"/>
          <p:cNvSpPr/>
          <p:nvPr/>
        </p:nvSpPr>
        <p:spPr>
          <a:xfrm>
            <a:off x="3502477" y="5090404"/>
            <a:ext cx="1187033" cy="748682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620"/>
              <a:t>App</a:t>
            </a:r>
            <a:endParaRPr lang="en-US" sz="1620"/>
          </a:p>
        </p:txBody>
      </p:sp>
      <p:sp>
        <p:nvSpPr>
          <p:cNvPr id="59" name="Rectangles 58"/>
          <p:cNvSpPr/>
          <p:nvPr/>
        </p:nvSpPr>
        <p:spPr>
          <a:xfrm>
            <a:off x="7082149" y="5657346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sp>
        <p:nvSpPr>
          <p:cNvPr id="60" name="Rectangles 59"/>
          <p:cNvSpPr/>
          <p:nvPr/>
        </p:nvSpPr>
        <p:spPr>
          <a:xfrm>
            <a:off x="7082149" y="5048112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sp>
        <p:nvSpPr>
          <p:cNvPr id="61" name="Rectangles 60"/>
          <p:cNvSpPr/>
          <p:nvPr/>
        </p:nvSpPr>
        <p:spPr>
          <a:xfrm>
            <a:off x="7082149" y="4438879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/>
              <a:t>CProcess</a:t>
            </a:r>
            <a:endParaRPr lang="en-US" sz="1260"/>
          </a:p>
        </p:txBody>
      </p:sp>
      <p:sp>
        <p:nvSpPr>
          <p:cNvPr id="62" name="Rectangles 61"/>
          <p:cNvSpPr/>
          <p:nvPr/>
        </p:nvSpPr>
        <p:spPr>
          <a:xfrm>
            <a:off x="7082149" y="6266579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cxnSp>
        <p:nvCxnSpPr>
          <p:cNvPr id="63" name="Straight Connector 62"/>
          <p:cNvCxnSpPr>
            <a:stCxn id="9" idx="1"/>
            <a:endCxn id="61" idx="1"/>
          </p:cNvCxnSpPr>
          <p:nvPr/>
        </p:nvCxnSpPr>
        <p:spPr>
          <a:xfrm flipV="1">
            <a:off x="5057278" y="4596046"/>
            <a:ext cx="2024871" cy="8687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9" idx="1"/>
            <a:endCxn id="60" idx="1"/>
          </p:cNvCxnSpPr>
          <p:nvPr/>
        </p:nvCxnSpPr>
        <p:spPr>
          <a:xfrm flipV="1">
            <a:off x="5057278" y="5205279"/>
            <a:ext cx="2024871" cy="259467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9" idx="1"/>
            <a:endCxn id="59" idx="1"/>
          </p:cNvCxnSpPr>
          <p:nvPr/>
        </p:nvCxnSpPr>
        <p:spPr>
          <a:xfrm>
            <a:off x="5057278" y="5464746"/>
            <a:ext cx="2024871" cy="349766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9" idx="1"/>
            <a:endCxn id="62" idx="1"/>
          </p:cNvCxnSpPr>
          <p:nvPr/>
        </p:nvCxnSpPr>
        <p:spPr>
          <a:xfrm>
            <a:off x="5057278" y="5464746"/>
            <a:ext cx="2024871" cy="958999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" idx="3"/>
            <a:endCxn id="18" idx="1"/>
          </p:cNvCxnSpPr>
          <p:nvPr/>
        </p:nvCxnSpPr>
        <p:spPr>
          <a:xfrm>
            <a:off x="10251189" y="4068539"/>
            <a:ext cx="368626" cy="400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s 8"/>
          <p:cNvSpPr/>
          <p:nvPr/>
        </p:nvSpPr>
        <p:spPr>
          <a:xfrm>
            <a:off x="5057278" y="5090404"/>
            <a:ext cx="1187033" cy="748682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620"/>
              <a:t>CMain</a:t>
            </a:r>
            <a:endParaRPr lang="en-US" sz="1620"/>
          </a:p>
        </p:txBody>
      </p:sp>
      <p:sp>
        <p:nvSpPr>
          <p:cNvPr id="23" name="Down Arrow 22"/>
          <p:cNvSpPr/>
          <p:nvPr/>
        </p:nvSpPr>
        <p:spPr>
          <a:xfrm rot="16200000">
            <a:off x="4796668" y="5256715"/>
            <a:ext cx="153166" cy="480643"/>
          </a:xfrm>
          <a:prstGeom prst="downArrow">
            <a:avLst>
              <a:gd name="adj1" fmla="val 50000"/>
              <a:gd name="adj2" fmla="val 8578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 b="1"/>
          </a:p>
        </p:txBody>
      </p:sp>
      <p:cxnSp>
        <p:nvCxnSpPr>
          <p:cNvPr id="7" name="Straight Connector 6"/>
          <p:cNvCxnSpPr>
            <a:endCxn id="6" idx="0"/>
          </p:cNvCxnSpPr>
          <p:nvPr/>
        </p:nvCxnSpPr>
        <p:spPr>
          <a:xfrm flipV="1">
            <a:off x="8258323" y="3813644"/>
            <a:ext cx="1399636" cy="1009864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6" idx="0"/>
          </p:cNvCxnSpPr>
          <p:nvPr/>
        </p:nvCxnSpPr>
        <p:spPr>
          <a:xfrm flipV="1">
            <a:off x="8253179" y="3813644"/>
            <a:ext cx="1404779" cy="1568804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6" idx="0"/>
          </p:cNvCxnSpPr>
          <p:nvPr/>
        </p:nvCxnSpPr>
        <p:spPr>
          <a:xfrm flipV="1">
            <a:off x="8236034" y="3813644"/>
            <a:ext cx="1421925" cy="2383781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6" idx="0"/>
          </p:cNvCxnSpPr>
          <p:nvPr/>
        </p:nvCxnSpPr>
        <p:spPr>
          <a:xfrm flipV="1">
            <a:off x="8252608" y="3813644"/>
            <a:ext cx="1405351" cy="2957581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s 5"/>
          <p:cNvSpPr/>
          <p:nvPr/>
        </p:nvSpPr>
        <p:spPr>
          <a:xfrm>
            <a:off x="9064156" y="3813644"/>
            <a:ext cx="1187033" cy="509218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API/WSS</a:t>
            </a:r>
            <a:endParaRPr lang="en-US" sz="1260"/>
          </a:p>
        </p:txBody>
      </p:sp>
      <p:cxnSp>
        <p:nvCxnSpPr>
          <p:cNvPr id="15" name="Elbow Connector 14"/>
          <p:cNvCxnSpPr>
            <a:stCxn id="6" idx="1"/>
            <a:endCxn id="9" idx="0"/>
          </p:cNvCxnSpPr>
          <p:nvPr/>
        </p:nvCxnSpPr>
        <p:spPr>
          <a:xfrm rot="10800000" flipV="1">
            <a:off x="5651080" y="4068539"/>
            <a:ext cx="3413076" cy="1021865"/>
          </a:xfrm>
          <a:prstGeom prst="bentConnector2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2"/>
            <a:endCxn id="14" idx="0"/>
          </p:cNvCxnSpPr>
          <p:nvPr/>
        </p:nvCxnSpPr>
        <p:spPr>
          <a:xfrm>
            <a:off x="9657959" y="4322862"/>
            <a:ext cx="5144" cy="392058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endCxn id="88" idx="1"/>
          </p:cNvCxnSpPr>
          <p:nvPr/>
        </p:nvCxnSpPr>
        <p:spPr>
          <a:xfrm>
            <a:off x="8246893" y="4835510"/>
            <a:ext cx="1099591" cy="1344770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endCxn id="88" idx="1"/>
          </p:cNvCxnSpPr>
          <p:nvPr/>
        </p:nvCxnSpPr>
        <p:spPr>
          <a:xfrm>
            <a:off x="8242892" y="5382448"/>
            <a:ext cx="1103592" cy="797832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88" idx="1"/>
          </p:cNvCxnSpPr>
          <p:nvPr/>
        </p:nvCxnSpPr>
        <p:spPr>
          <a:xfrm>
            <a:off x="8246893" y="5961962"/>
            <a:ext cx="1099591" cy="218318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endCxn id="88" idx="1"/>
          </p:cNvCxnSpPr>
          <p:nvPr/>
        </p:nvCxnSpPr>
        <p:spPr>
          <a:xfrm flipV="1">
            <a:off x="8246893" y="6180280"/>
            <a:ext cx="1099591" cy="422348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s 92"/>
          <p:cNvSpPr/>
          <p:nvPr/>
        </p:nvSpPr>
        <p:spPr>
          <a:xfrm>
            <a:off x="9063013" y="6811802"/>
            <a:ext cx="1187033" cy="449781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Update</a:t>
            </a:r>
            <a:endParaRPr lang="en-US" sz="1260"/>
          </a:p>
        </p:txBody>
      </p:sp>
      <p:sp>
        <p:nvSpPr>
          <p:cNvPr id="88" name="Diamond 87"/>
          <p:cNvSpPr/>
          <p:nvPr/>
        </p:nvSpPr>
        <p:spPr>
          <a:xfrm>
            <a:off x="9346484" y="5892809"/>
            <a:ext cx="637809" cy="574371"/>
          </a:xfrm>
          <a:prstGeom prst="diamon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20" b="1"/>
              <a:t>?</a:t>
            </a:r>
            <a:endParaRPr lang="en-US" sz="1620" b="1"/>
          </a:p>
        </p:txBody>
      </p:sp>
      <p:cxnSp>
        <p:nvCxnSpPr>
          <p:cNvPr id="98" name="Straight Connector 97"/>
          <p:cNvCxnSpPr>
            <a:stCxn id="14" idx="2"/>
            <a:endCxn id="88" idx="0"/>
          </p:cNvCxnSpPr>
          <p:nvPr/>
        </p:nvCxnSpPr>
        <p:spPr>
          <a:xfrm>
            <a:off x="9663102" y="5613911"/>
            <a:ext cx="2286" cy="278898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>
            <a:off x="10276907" y="4194843"/>
            <a:ext cx="433207" cy="400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88" idx="2"/>
            <a:endCxn id="93" idx="0"/>
          </p:cNvCxnSpPr>
          <p:nvPr/>
        </p:nvCxnSpPr>
        <p:spPr>
          <a:xfrm flipH="1">
            <a:off x="9656815" y="6467180"/>
            <a:ext cx="8573" cy="34462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4623478"/>
            <a:ext cx="338907" cy="310332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5215566"/>
            <a:ext cx="338907" cy="310332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5814512"/>
            <a:ext cx="338907" cy="310332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6431174"/>
            <a:ext cx="338907" cy="310332"/>
          </a:xfrm>
          <a:prstGeom prst="rect">
            <a:avLst/>
          </a:prstGeom>
        </p:spPr>
      </p:pic>
      <p:sp>
        <p:nvSpPr>
          <p:cNvPr id="103" name="Rectangles 102"/>
          <p:cNvSpPr/>
          <p:nvPr/>
        </p:nvSpPr>
        <p:spPr>
          <a:xfrm>
            <a:off x="5061850" y="6811802"/>
            <a:ext cx="1187033" cy="469784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Order API</a:t>
            </a:r>
            <a:endParaRPr lang="en-US" sz="1260"/>
          </a:p>
        </p:txBody>
      </p:sp>
      <p:cxnSp>
        <p:nvCxnSpPr>
          <p:cNvPr id="106" name="Straight Connector 105"/>
          <p:cNvCxnSpPr/>
          <p:nvPr/>
        </p:nvCxnSpPr>
        <p:spPr>
          <a:xfrm flipH="1">
            <a:off x="5811104" y="7254153"/>
            <a:ext cx="1143" cy="321762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 Box 278"/>
          <p:cNvSpPr txBox="1"/>
          <p:nvPr/>
        </p:nvSpPr>
        <p:spPr>
          <a:xfrm>
            <a:off x="12088587" y="2953630"/>
            <a:ext cx="1241898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App Thread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grpSp>
        <p:nvGrpSpPr>
          <p:cNvPr id="4" name="Group 3"/>
          <p:cNvGrpSpPr/>
          <p:nvPr/>
        </p:nvGrpSpPr>
        <p:grpSpPr>
          <a:xfrm>
            <a:off x="5170437" y="7509048"/>
            <a:ext cx="363482" cy="286900"/>
            <a:chOff x="12459" y="1283"/>
            <a:chExt cx="636" cy="50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59" y="1283"/>
              <a:ext cx="475" cy="351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0" y="1402"/>
              <a:ext cx="252" cy="31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21" y="1635"/>
              <a:ext cx="375" cy="150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/>
        </p:nvGrpSpPr>
        <p:grpSpPr>
          <a:xfrm>
            <a:off x="10619815" y="3971953"/>
            <a:ext cx="363482" cy="286900"/>
            <a:chOff x="12459" y="1283"/>
            <a:chExt cx="636" cy="502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59" y="1283"/>
              <a:ext cx="475" cy="351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0" y="1402"/>
              <a:ext cx="252" cy="31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21" y="1635"/>
              <a:ext cx="375" cy="150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>
            <a:stCxn id="93" idx="1"/>
            <a:endCxn id="103" idx="3"/>
          </p:cNvCxnSpPr>
          <p:nvPr/>
        </p:nvCxnSpPr>
        <p:spPr>
          <a:xfrm flipH="1">
            <a:off x="6248883" y="7036978"/>
            <a:ext cx="2814131" cy="9716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3" idx="0"/>
          </p:cNvCxnSpPr>
          <p:nvPr/>
        </p:nvCxnSpPr>
        <p:spPr>
          <a:xfrm flipH="1" flipV="1">
            <a:off x="5648794" y="5828799"/>
            <a:ext cx="6858" cy="983003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561" y="4322862"/>
            <a:ext cx="252609" cy="24460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561" y="4917236"/>
            <a:ext cx="248608" cy="24060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3561" y="5491035"/>
            <a:ext cx="256038" cy="24860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3561" y="6092839"/>
            <a:ext cx="275469" cy="250894"/>
          </a:xfrm>
          <a:prstGeom prst="rect">
            <a:avLst/>
          </a:prstGeom>
        </p:spPr>
      </p:pic>
      <p:grpSp>
        <p:nvGrpSpPr>
          <p:cNvPr id="42" name="Group 41"/>
          <p:cNvGrpSpPr/>
          <p:nvPr/>
        </p:nvGrpSpPr>
        <p:grpSpPr>
          <a:xfrm>
            <a:off x="9222466" y="4684630"/>
            <a:ext cx="427492" cy="333764"/>
            <a:chOff x="16290" y="4518"/>
            <a:chExt cx="748" cy="584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8" name="Oval 37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cxnSp>
        <p:nvCxnSpPr>
          <p:cNvPr id="105" name="Straight Connector 104"/>
          <p:cNvCxnSpPr/>
          <p:nvPr/>
        </p:nvCxnSpPr>
        <p:spPr>
          <a:xfrm flipH="1" flipV="1">
            <a:off x="5549351" y="7273013"/>
            <a:ext cx="5144" cy="31776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9044" y="4714920"/>
            <a:ext cx="786974" cy="898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s 36"/>
          <p:cNvSpPr/>
          <p:nvPr/>
        </p:nvSpPr>
        <p:spPr>
          <a:xfrm>
            <a:off x="5204157" y="4058823"/>
            <a:ext cx="882988" cy="385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App</a:t>
            </a:r>
            <a:endParaRPr lang="en-US" sz="1080"/>
          </a:p>
        </p:txBody>
      </p:sp>
      <p:sp>
        <p:nvSpPr>
          <p:cNvPr id="44" name="Flowchart: Terminator 43"/>
          <p:cNvSpPr/>
          <p:nvPr/>
        </p:nvSpPr>
        <p:spPr>
          <a:xfrm>
            <a:off x="5290455" y="3541604"/>
            <a:ext cx="716677" cy="192028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810">
                <a:solidFill>
                  <a:schemeClr val="tx1">
                    <a:lumMod val="75000"/>
                    <a:lumOff val="25000"/>
                  </a:schemeClr>
                </a:solidFill>
              </a:rPr>
              <a:t>Start</a:t>
            </a:r>
            <a:endParaRPr lang="en-US" sz="81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3" name="Straight Arrow Connector 52"/>
          <p:cNvCxnSpPr>
            <a:stCxn id="44" idx="2"/>
            <a:endCxn id="37" idx="0"/>
          </p:cNvCxnSpPr>
          <p:nvPr/>
        </p:nvCxnSpPr>
        <p:spPr>
          <a:xfrm flipH="1">
            <a:off x="5645936" y="3733632"/>
            <a:ext cx="2858" cy="325191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Rectangles 53"/>
          <p:cNvSpPr/>
          <p:nvPr/>
        </p:nvSpPr>
        <p:spPr>
          <a:xfrm>
            <a:off x="5207586" y="4592045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CMain</a:t>
            </a:r>
            <a:endParaRPr lang="en-US" sz="1080"/>
          </a:p>
        </p:txBody>
      </p:sp>
      <p:sp>
        <p:nvSpPr>
          <p:cNvPr id="55" name="Rectangles 54"/>
          <p:cNvSpPr/>
          <p:nvPr/>
        </p:nvSpPr>
        <p:spPr>
          <a:xfrm>
            <a:off x="6863259" y="4592045"/>
            <a:ext cx="822979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CProcess</a:t>
            </a:r>
            <a:endParaRPr lang="en-US" sz="1080"/>
          </a:p>
        </p:txBody>
      </p:sp>
      <p:cxnSp>
        <p:nvCxnSpPr>
          <p:cNvPr id="56" name="Straight Arrow Connector 55"/>
          <p:cNvCxnSpPr>
            <a:stCxn id="54" idx="3"/>
            <a:endCxn id="55" idx="1"/>
          </p:cNvCxnSpPr>
          <p:nvPr/>
        </p:nvCxnSpPr>
        <p:spPr>
          <a:xfrm>
            <a:off x="6090573" y="4756641"/>
            <a:ext cx="772686" cy="0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Rectangles 62"/>
          <p:cNvSpPr/>
          <p:nvPr/>
        </p:nvSpPr>
        <p:spPr>
          <a:xfrm>
            <a:off x="5207586" y="4934381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4" name="Rectangles 63"/>
          <p:cNvSpPr/>
          <p:nvPr/>
        </p:nvSpPr>
        <p:spPr>
          <a:xfrm>
            <a:off x="5647651" y="5277861"/>
            <a:ext cx="43835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5" name="Rectangles 64"/>
          <p:cNvSpPr/>
          <p:nvPr/>
        </p:nvSpPr>
        <p:spPr>
          <a:xfrm>
            <a:off x="5201299" y="5623055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7" name="Rectangles 66"/>
          <p:cNvSpPr/>
          <p:nvPr/>
        </p:nvSpPr>
        <p:spPr>
          <a:xfrm>
            <a:off x="6866117" y="4938382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init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6868403" y="5284147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9" name="Rectangles 68"/>
          <p:cNvSpPr/>
          <p:nvPr/>
        </p:nvSpPr>
        <p:spPr>
          <a:xfrm>
            <a:off x="6868403" y="5629913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init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6868403" y="5975678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76" name="Straight Arrow Connector 75"/>
          <p:cNvCxnSpPr>
            <a:stCxn id="67" idx="1"/>
            <a:endCxn id="63" idx="3"/>
          </p:cNvCxnSpPr>
          <p:nvPr/>
        </p:nvCxnSpPr>
        <p:spPr>
          <a:xfrm flipH="1" flipV="1">
            <a:off x="6090573" y="5098977"/>
            <a:ext cx="775543" cy="4001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4" idx="3"/>
            <a:endCxn id="68" idx="1"/>
          </p:cNvCxnSpPr>
          <p:nvPr/>
        </p:nvCxnSpPr>
        <p:spPr>
          <a:xfrm>
            <a:off x="6086001" y="5442457"/>
            <a:ext cx="782401" cy="6287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1" name="Rectangles 80"/>
          <p:cNvSpPr/>
          <p:nvPr/>
        </p:nvSpPr>
        <p:spPr>
          <a:xfrm>
            <a:off x="5192726" y="6323730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sp>
        <p:nvSpPr>
          <p:cNvPr id="86" name="Rectangles 85"/>
          <p:cNvSpPr/>
          <p:nvPr/>
        </p:nvSpPr>
        <p:spPr>
          <a:xfrm>
            <a:off x="5196155" y="7016404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87" name="Rectangles 86"/>
          <p:cNvSpPr/>
          <p:nvPr/>
        </p:nvSpPr>
        <p:spPr>
          <a:xfrm>
            <a:off x="6863259" y="6321444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api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89" name="Rectangles 88"/>
          <p:cNvSpPr/>
          <p:nvPr/>
        </p:nvSpPr>
        <p:spPr>
          <a:xfrm>
            <a:off x="6868403" y="7018690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update</a:t>
            </a:r>
            <a:endParaRPr lang="en-US" sz="540">
              <a:solidFill>
                <a:schemeClr val="tx1"/>
              </a:solidFill>
            </a:endParaRPr>
          </a:p>
        </p:txBody>
      </p:sp>
      <p:cxnSp>
        <p:nvCxnSpPr>
          <p:cNvPr id="90" name="Straight Arrow Connector 89"/>
          <p:cNvCxnSpPr>
            <a:stCxn id="87" idx="1"/>
            <a:endCxn id="81" idx="3"/>
          </p:cNvCxnSpPr>
          <p:nvPr/>
        </p:nvCxnSpPr>
        <p:spPr>
          <a:xfrm flipH="1">
            <a:off x="6075714" y="6486040"/>
            <a:ext cx="787545" cy="2286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2" name="Rectangles 101"/>
          <p:cNvSpPr/>
          <p:nvPr/>
        </p:nvSpPr>
        <p:spPr>
          <a:xfrm>
            <a:off x="5197870" y="5277861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103" name="Straight Arrow Connector 102"/>
          <p:cNvCxnSpPr>
            <a:stCxn id="69" idx="1"/>
            <a:endCxn id="65" idx="3"/>
          </p:cNvCxnSpPr>
          <p:nvPr/>
        </p:nvCxnSpPr>
        <p:spPr>
          <a:xfrm flipH="1" flipV="1">
            <a:off x="6084287" y="5787651"/>
            <a:ext cx="784116" cy="6858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5" name="Rectangles 104"/>
          <p:cNvSpPr/>
          <p:nvPr/>
        </p:nvSpPr>
        <p:spPr>
          <a:xfrm>
            <a:off x="5193298" y="5971106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107" name="Rectangles 106"/>
          <p:cNvSpPr/>
          <p:nvPr/>
        </p:nvSpPr>
        <p:spPr>
          <a:xfrm>
            <a:off x="5645365" y="5971106"/>
            <a:ext cx="43092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110" name="Straight Arrow Connector 109"/>
          <p:cNvCxnSpPr>
            <a:stCxn id="107" idx="3"/>
            <a:endCxn id="74" idx="1"/>
          </p:cNvCxnSpPr>
          <p:nvPr/>
        </p:nvCxnSpPr>
        <p:spPr>
          <a:xfrm>
            <a:off x="6076286" y="6135702"/>
            <a:ext cx="792117" cy="4572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2" name="Rectangles 111"/>
          <p:cNvSpPr/>
          <p:nvPr/>
        </p:nvSpPr>
        <p:spPr>
          <a:xfrm>
            <a:off x="5187011" y="7361026"/>
            <a:ext cx="882988" cy="3291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/>
              <a:t>Ready</a:t>
            </a:r>
            <a:endParaRPr lang="en-US" sz="540"/>
          </a:p>
        </p:txBody>
      </p:sp>
      <p:sp>
        <p:nvSpPr>
          <p:cNvPr id="113" name="Rectangles 112"/>
          <p:cNvSpPr/>
          <p:nvPr/>
        </p:nvSpPr>
        <p:spPr>
          <a:xfrm>
            <a:off x="6866117" y="6667209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114" name="Rectangles 113"/>
          <p:cNvSpPr/>
          <p:nvPr/>
        </p:nvSpPr>
        <p:spPr>
          <a:xfrm>
            <a:off x="5187011" y="6668352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wait</a:t>
            </a:r>
            <a:endParaRPr lang="en-US" sz="540"/>
          </a:p>
        </p:txBody>
      </p:sp>
      <p:sp>
        <p:nvSpPr>
          <p:cNvPr id="115" name="Rectangles 114"/>
          <p:cNvSpPr/>
          <p:nvPr/>
        </p:nvSpPr>
        <p:spPr>
          <a:xfrm>
            <a:off x="5634506" y="6668352"/>
            <a:ext cx="43835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cxnSp>
        <p:nvCxnSpPr>
          <p:cNvPr id="116" name="Straight Arrow Connector 115"/>
          <p:cNvCxnSpPr>
            <a:stCxn id="115" idx="3"/>
            <a:endCxn id="113" idx="1"/>
          </p:cNvCxnSpPr>
          <p:nvPr/>
        </p:nvCxnSpPr>
        <p:spPr>
          <a:xfrm flipV="1">
            <a:off x="6072857" y="6831805"/>
            <a:ext cx="793260" cy="1143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89" idx="1"/>
            <a:endCxn id="86" idx="3"/>
          </p:cNvCxnSpPr>
          <p:nvPr/>
        </p:nvCxnSpPr>
        <p:spPr>
          <a:xfrm flipH="1" flipV="1">
            <a:off x="6079143" y="7181000"/>
            <a:ext cx="789260" cy="2286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21" name="Group 120"/>
          <p:cNvGrpSpPr/>
          <p:nvPr/>
        </p:nvGrpSpPr>
        <p:grpSpPr>
          <a:xfrm>
            <a:off x="3614779" y="4880088"/>
            <a:ext cx="1060157" cy="279470"/>
            <a:chOff x="13651" y="855"/>
            <a:chExt cx="1855" cy="489"/>
          </a:xfrm>
        </p:grpSpPr>
        <p:sp>
          <p:nvSpPr>
            <p:cNvPr id="122" name="Rectangles 121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Initialize</a:t>
              </a:r>
              <a:endParaRPr lang="en-US" sz="720"/>
            </a:p>
          </p:txBody>
        </p:sp>
        <p:sp>
          <p:nvSpPr>
            <p:cNvPr id="125" name="Rectangles 124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WebSocket</a:t>
              </a:r>
              <a:endParaRPr lang="en-US" sz="720"/>
            </a:p>
          </p:txBody>
        </p:sp>
      </p:grpSp>
      <p:cxnSp>
        <p:nvCxnSpPr>
          <p:cNvPr id="137" name="Elbow Connector 136"/>
          <p:cNvCxnSpPr>
            <a:endCxn id="89" idx="3"/>
          </p:cNvCxnSpPr>
          <p:nvPr/>
        </p:nvCxnSpPr>
        <p:spPr>
          <a:xfrm rot="5400000">
            <a:off x="7981997" y="6614345"/>
            <a:ext cx="278327" cy="8595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63" idx="1"/>
            <a:endCxn id="125" idx="3"/>
          </p:cNvCxnSpPr>
          <p:nvPr/>
        </p:nvCxnSpPr>
        <p:spPr>
          <a:xfrm flipH="1" flipV="1">
            <a:off x="4674935" y="5094977"/>
            <a:ext cx="532650" cy="40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lbow Connector 153"/>
          <p:cNvCxnSpPr>
            <a:stCxn id="125" idx="2"/>
            <a:endCxn id="102" idx="1"/>
          </p:cNvCxnSpPr>
          <p:nvPr/>
        </p:nvCxnSpPr>
        <p:spPr>
          <a:xfrm rot="5400000" flipV="1">
            <a:off x="4530057" y="4774644"/>
            <a:ext cx="282899" cy="105272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74" idx="3"/>
          </p:cNvCxnSpPr>
          <p:nvPr/>
        </p:nvCxnSpPr>
        <p:spPr>
          <a:xfrm>
            <a:off x="7691382" y="6140274"/>
            <a:ext cx="374341" cy="45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/>
          <p:cNvGrpSpPr/>
          <p:nvPr/>
        </p:nvGrpSpPr>
        <p:grpSpPr>
          <a:xfrm>
            <a:off x="8065723" y="5929957"/>
            <a:ext cx="1060157" cy="279470"/>
            <a:chOff x="13651" y="855"/>
            <a:chExt cx="1855" cy="489"/>
          </a:xfrm>
        </p:grpSpPr>
        <p:sp>
          <p:nvSpPr>
            <p:cNvPr id="158" name="Rectangles 157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API</a:t>
              </a:r>
              <a:endParaRPr lang="en-US" sz="720"/>
            </a:p>
          </p:txBody>
        </p:sp>
        <p:sp>
          <p:nvSpPr>
            <p:cNvPr id="159" name="Rectangles 158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Load Candles</a:t>
              </a:r>
              <a:endParaRPr lang="en-US" sz="720"/>
            </a:p>
          </p:txBody>
        </p:sp>
      </p:grpSp>
      <p:sp>
        <p:nvSpPr>
          <p:cNvPr id="57" name="Flowchart: Terminator 56"/>
          <p:cNvSpPr/>
          <p:nvPr/>
        </p:nvSpPr>
        <p:spPr>
          <a:xfrm>
            <a:off x="6242596" y="4718921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Flowchart: Terminator 77"/>
          <p:cNvSpPr/>
          <p:nvPr/>
        </p:nvSpPr>
        <p:spPr>
          <a:xfrm>
            <a:off x="6260884" y="5018394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Flowchart: Terminator 79"/>
          <p:cNvSpPr/>
          <p:nvPr/>
        </p:nvSpPr>
        <p:spPr>
          <a:xfrm>
            <a:off x="6271172" y="5707639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Flowchart: Terminator 90"/>
          <p:cNvSpPr/>
          <p:nvPr/>
        </p:nvSpPr>
        <p:spPr>
          <a:xfrm>
            <a:off x="6271172" y="641688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" name="Flowchart: Terminator 103"/>
          <p:cNvSpPr/>
          <p:nvPr/>
        </p:nvSpPr>
        <p:spPr>
          <a:xfrm>
            <a:off x="6266600" y="539673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" name="Flowchart: Terminator 110"/>
          <p:cNvSpPr/>
          <p:nvPr/>
        </p:nvSpPr>
        <p:spPr>
          <a:xfrm>
            <a:off x="6271172" y="6072264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Flowchart: Terminator 116"/>
          <p:cNvSpPr/>
          <p:nvPr/>
        </p:nvSpPr>
        <p:spPr>
          <a:xfrm>
            <a:off x="6254598" y="676436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9" name="Flowchart: Terminator 118"/>
          <p:cNvSpPr/>
          <p:nvPr/>
        </p:nvSpPr>
        <p:spPr>
          <a:xfrm>
            <a:off x="6271172" y="7113561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0" name="Group 159"/>
          <p:cNvGrpSpPr/>
          <p:nvPr/>
        </p:nvGrpSpPr>
        <p:grpSpPr>
          <a:xfrm>
            <a:off x="8020573" y="6619774"/>
            <a:ext cx="1060157" cy="279470"/>
            <a:chOff x="13651" y="855"/>
            <a:chExt cx="1855" cy="489"/>
          </a:xfrm>
        </p:grpSpPr>
        <p:sp>
          <p:nvSpPr>
            <p:cNvPr id="161" name="Rectangles 160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162" name="Rectangles 161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Fractal</a:t>
              </a:r>
              <a:endParaRPr lang="en-US" sz="720"/>
            </a:p>
          </p:txBody>
        </p:sp>
      </p:grpSp>
      <p:cxnSp>
        <p:nvCxnSpPr>
          <p:cNvPr id="163" name="Elbow Connector 162"/>
          <p:cNvCxnSpPr>
            <a:endCxn id="87" idx="3"/>
          </p:cNvCxnSpPr>
          <p:nvPr/>
        </p:nvCxnSpPr>
        <p:spPr>
          <a:xfrm rot="5400000">
            <a:off x="8002856" y="5892809"/>
            <a:ext cx="276612" cy="90984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>
            <a:stCxn id="113" idx="3"/>
          </p:cNvCxnSpPr>
          <p:nvPr/>
        </p:nvCxnSpPr>
        <p:spPr>
          <a:xfrm>
            <a:off x="7689096" y="6831805"/>
            <a:ext cx="325762" cy="28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oup 164"/>
          <p:cNvGrpSpPr/>
          <p:nvPr/>
        </p:nvGrpSpPr>
        <p:grpSpPr>
          <a:xfrm>
            <a:off x="3614779" y="6968397"/>
            <a:ext cx="1060157" cy="279470"/>
            <a:chOff x="13651" y="855"/>
            <a:chExt cx="1855" cy="489"/>
          </a:xfrm>
        </p:grpSpPr>
        <p:sp>
          <p:nvSpPr>
            <p:cNvPr id="166" name="Rectangles 165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167" name="Rectangles 166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Orders</a:t>
              </a:r>
              <a:endParaRPr lang="en-US" sz="720"/>
            </a:p>
          </p:txBody>
        </p:sp>
      </p:grpSp>
      <p:cxnSp>
        <p:nvCxnSpPr>
          <p:cNvPr id="168" name="Straight Arrow Connector 167"/>
          <p:cNvCxnSpPr>
            <a:stCxn id="86" idx="1"/>
            <a:endCxn id="167" idx="3"/>
          </p:cNvCxnSpPr>
          <p:nvPr/>
        </p:nvCxnSpPr>
        <p:spPr>
          <a:xfrm flipH="1">
            <a:off x="4674935" y="7181000"/>
            <a:ext cx="521220" cy="22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lbow Connector 168"/>
          <p:cNvCxnSpPr>
            <a:stCxn id="167" idx="2"/>
            <a:endCxn id="112" idx="1"/>
          </p:cNvCxnSpPr>
          <p:nvPr/>
        </p:nvCxnSpPr>
        <p:spPr>
          <a:xfrm rot="5400000" flipV="1">
            <a:off x="4527200" y="6865810"/>
            <a:ext cx="277755" cy="104186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 Box 278"/>
          <p:cNvSpPr txBox="1"/>
          <p:nvPr/>
        </p:nvSpPr>
        <p:spPr>
          <a:xfrm>
            <a:off x="8358212" y="3109714"/>
            <a:ext cx="1241898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Internal IPC Flow 06/05/2025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nip Diagonal Corner Rectangle 1"/>
          <p:cNvSpPr/>
          <p:nvPr/>
        </p:nvSpPr>
        <p:spPr>
          <a:xfrm>
            <a:off x="2270760" y="3138170"/>
            <a:ext cx="4193540" cy="2085340"/>
          </a:xfrm>
          <a:prstGeom prst="snip2Diag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grpSp>
        <p:nvGrpSpPr>
          <p:cNvPr id="320" name="Group 319"/>
          <p:cNvGrpSpPr/>
          <p:nvPr/>
        </p:nvGrpSpPr>
        <p:grpSpPr>
          <a:xfrm rot="0">
            <a:off x="6554470" y="3437890"/>
            <a:ext cx="427355" cy="334010"/>
            <a:chOff x="16290" y="4518"/>
            <a:chExt cx="748" cy="584"/>
          </a:xfrm>
        </p:grpSpPr>
        <p:pic>
          <p:nvPicPr>
            <p:cNvPr id="321" name="Picture 3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22" name="Oval 32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23" name="Picture 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sp>
        <p:nvSpPr>
          <p:cNvPr id="296" name="Oval 295"/>
          <p:cNvSpPr/>
          <p:nvPr/>
        </p:nvSpPr>
        <p:spPr>
          <a:xfrm>
            <a:off x="7157720" y="5478780"/>
            <a:ext cx="76200" cy="76200"/>
          </a:xfrm>
          <a:prstGeom prst="ellipse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155" name="Oval 154"/>
          <p:cNvSpPr/>
          <p:nvPr/>
        </p:nvSpPr>
        <p:spPr>
          <a:xfrm>
            <a:off x="4283267" y="234050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56" name="Straight Arrow Connector 155"/>
          <p:cNvCxnSpPr>
            <a:stCxn id="155" idx="4"/>
            <a:endCxn id="340" idx="0"/>
          </p:cNvCxnSpPr>
          <p:nvPr/>
        </p:nvCxnSpPr>
        <p:spPr>
          <a:xfrm flipH="1">
            <a:off x="4410710" y="2614930"/>
            <a:ext cx="8255" cy="21653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9953788" y="4089494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32" name="Straight Arrow Connector 231"/>
          <p:cNvCxnSpPr>
            <a:stCxn id="231" idx="4"/>
            <a:endCxn id="223" idx="0"/>
          </p:cNvCxnSpPr>
          <p:nvPr/>
        </p:nvCxnSpPr>
        <p:spPr>
          <a:xfrm flipH="1">
            <a:off x="10087610" y="4363720"/>
            <a:ext cx="1905" cy="2178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Flowchart: Decision 232"/>
          <p:cNvSpPr/>
          <p:nvPr/>
        </p:nvSpPr>
        <p:spPr>
          <a:xfrm>
            <a:off x="8585078" y="469548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35" name="Straight Arrow Connector 234"/>
          <p:cNvCxnSpPr>
            <a:endCxn id="233" idx="3"/>
          </p:cNvCxnSpPr>
          <p:nvPr/>
        </p:nvCxnSpPr>
        <p:spPr>
          <a:xfrm flipH="1" flipV="1">
            <a:off x="9250263" y="4939524"/>
            <a:ext cx="29210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>
            <a:stCxn id="233" idx="1"/>
            <a:endCxn id="241" idx="3"/>
          </p:cNvCxnSpPr>
          <p:nvPr/>
        </p:nvCxnSpPr>
        <p:spPr>
          <a:xfrm flipH="1">
            <a:off x="8087238" y="4939460"/>
            <a:ext cx="49784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Elbow Connector 238"/>
          <p:cNvCxnSpPr>
            <a:stCxn id="233" idx="2"/>
            <a:endCxn id="243" idx="3"/>
          </p:cNvCxnSpPr>
          <p:nvPr/>
        </p:nvCxnSpPr>
        <p:spPr>
          <a:xfrm rot="5400000">
            <a:off x="8455978" y="4815523"/>
            <a:ext cx="93345" cy="8305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8304020" y="486008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42" name="Oval 241"/>
          <p:cNvSpPr/>
          <p:nvPr/>
        </p:nvSpPr>
        <p:spPr>
          <a:xfrm>
            <a:off x="8304020" y="519098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56" name="Oval 255"/>
          <p:cNvSpPr/>
          <p:nvPr/>
        </p:nvSpPr>
        <p:spPr>
          <a:xfrm>
            <a:off x="9953788" y="3039814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57" name="Straight Arrow Connector 256"/>
          <p:cNvCxnSpPr>
            <a:stCxn id="256" idx="4"/>
          </p:cNvCxnSpPr>
          <p:nvPr/>
        </p:nvCxnSpPr>
        <p:spPr>
          <a:xfrm>
            <a:off x="10089236" y="3314331"/>
            <a:ext cx="1270" cy="2019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Flowchart: Decision 257"/>
          <p:cNvSpPr/>
          <p:nvPr/>
        </p:nvSpPr>
        <p:spPr>
          <a:xfrm>
            <a:off x="8585078" y="3627901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60" name="Straight Arrow Connector 259"/>
          <p:cNvCxnSpPr>
            <a:endCxn id="258" idx="3"/>
          </p:cNvCxnSpPr>
          <p:nvPr/>
        </p:nvCxnSpPr>
        <p:spPr>
          <a:xfrm flipH="1">
            <a:off x="9250263" y="3867238"/>
            <a:ext cx="292100" cy="508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stCxn id="258" idx="1"/>
            <a:endCxn id="264" idx="3"/>
          </p:cNvCxnSpPr>
          <p:nvPr/>
        </p:nvCxnSpPr>
        <p:spPr>
          <a:xfrm flipH="1">
            <a:off x="8087238" y="3872509"/>
            <a:ext cx="49784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Elbow Connector 261"/>
          <p:cNvCxnSpPr>
            <a:stCxn id="258" idx="2"/>
            <a:endCxn id="266" idx="3"/>
          </p:cNvCxnSpPr>
          <p:nvPr/>
        </p:nvCxnSpPr>
        <p:spPr>
          <a:xfrm rot="5400000">
            <a:off x="8451850" y="3752215"/>
            <a:ext cx="101600" cy="8305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8304020" y="378894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65" name="Oval 264"/>
          <p:cNvSpPr/>
          <p:nvPr/>
        </p:nvSpPr>
        <p:spPr>
          <a:xfrm>
            <a:off x="8304020" y="413261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grpSp>
        <p:nvGrpSpPr>
          <p:cNvPr id="157" name="Group 156"/>
          <p:cNvGrpSpPr/>
          <p:nvPr/>
        </p:nvGrpSpPr>
        <p:grpSpPr>
          <a:xfrm>
            <a:off x="9539009" y="3508375"/>
            <a:ext cx="1100455" cy="422656"/>
            <a:chOff x="13409" y="5435"/>
            <a:chExt cx="1733" cy="66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49" name="Rectangles 248"/>
            <p:cNvSpPr/>
            <p:nvPr/>
          </p:nvSpPr>
          <p:spPr>
            <a:xfrm>
              <a:off x="13409" y="5435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250" name="Rectangles 249"/>
            <p:cNvSpPr/>
            <p:nvPr/>
          </p:nvSpPr>
          <p:spPr>
            <a:xfrm>
              <a:off x="13409" y="5666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59" name="Rectangles 258"/>
            <p:cNvSpPr/>
            <p:nvPr/>
          </p:nvSpPr>
          <p:spPr>
            <a:xfrm>
              <a:off x="13409" y="5899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cxnSp>
          <p:nvCxnSpPr>
            <p:cNvPr id="292" name="Elbow Connector 291"/>
            <p:cNvCxnSpPr>
              <a:stCxn id="250" idx="3"/>
              <a:endCxn id="259" idx="3"/>
            </p:cNvCxnSpPr>
            <p:nvPr/>
          </p:nvCxnSpPr>
          <p:spPr>
            <a:xfrm>
              <a:off x="15137" y="5767"/>
              <a:ext cx="5" cy="233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oup 157"/>
          <p:cNvGrpSpPr/>
          <p:nvPr/>
        </p:nvGrpSpPr>
        <p:grpSpPr>
          <a:xfrm>
            <a:off x="9539009" y="4581525"/>
            <a:ext cx="1100455" cy="426466"/>
            <a:chOff x="13409" y="7125"/>
            <a:chExt cx="1733" cy="6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23" name="Rectangles 222"/>
            <p:cNvSpPr/>
            <p:nvPr/>
          </p:nvSpPr>
          <p:spPr>
            <a:xfrm>
              <a:off x="13409" y="7125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224" name="Rectangles 223"/>
            <p:cNvSpPr/>
            <p:nvPr/>
          </p:nvSpPr>
          <p:spPr>
            <a:xfrm>
              <a:off x="13409" y="7360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34" name="Rectangles 233"/>
            <p:cNvSpPr/>
            <p:nvPr/>
          </p:nvSpPr>
          <p:spPr>
            <a:xfrm>
              <a:off x="13409" y="7595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cxnSp>
          <p:nvCxnSpPr>
            <p:cNvPr id="293" name="Elbow Connector 292"/>
            <p:cNvCxnSpPr>
              <a:stCxn id="224" idx="3"/>
              <a:endCxn id="234" idx="3"/>
            </p:cNvCxnSpPr>
            <p:nvPr/>
          </p:nvCxnSpPr>
          <p:spPr>
            <a:xfrm>
              <a:off x="15137" y="7461"/>
              <a:ext cx="5" cy="235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0" name="Straight Arrow Connector 329"/>
          <p:cNvCxnSpPr>
            <a:stCxn id="340" idx="2"/>
            <a:endCxn id="6" idx="0"/>
          </p:cNvCxnSpPr>
          <p:nvPr/>
        </p:nvCxnSpPr>
        <p:spPr>
          <a:xfrm>
            <a:off x="4410710" y="3188970"/>
            <a:ext cx="3175" cy="6051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Group 158"/>
          <p:cNvGrpSpPr/>
          <p:nvPr/>
        </p:nvGrpSpPr>
        <p:grpSpPr>
          <a:xfrm>
            <a:off x="3904615" y="3306445"/>
            <a:ext cx="1099185" cy="276860"/>
            <a:chOff x="5540" y="5447"/>
            <a:chExt cx="1731" cy="43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60" name="Rectangles 159"/>
            <p:cNvSpPr/>
            <p:nvPr/>
          </p:nvSpPr>
          <p:spPr>
            <a:xfrm>
              <a:off x="5543" y="5567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332" name="Rectangles 331"/>
            <p:cNvSpPr/>
            <p:nvPr/>
          </p:nvSpPr>
          <p:spPr>
            <a:xfrm>
              <a:off x="5540" y="5447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Interface</a:t>
              </a:r>
              <a:endParaRPr lang="en-US" sz="720"/>
            </a:p>
          </p:txBody>
        </p:sp>
        <p:sp>
          <p:nvSpPr>
            <p:cNvPr id="334" name="Rectangles 333"/>
            <p:cNvSpPr/>
            <p:nvPr/>
          </p:nvSpPr>
          <p:spPr>
            <a:xfrm>
              <a:off x="5540" y="5681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</p:grpSp>
      <p:cxnSp>
        <p:nvCxnSpPr>
          <p:cNvPr id="336" name="Straight Arrow Connector 335"/>
          <p:cNvCxnSpPr/>
          <p:nvPr/>
        </p:nvCxnSpPr>
        <p:spPr>
          <a:xfrm>
            <a:off x="3284220" y="3385820"/>
            <a:ext cx="62039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166" idx="6"/>
            <a:endCxn id="190" idx="1"/>
          </p:cNvCxnSpPr>
          <p:nvPr/>
        </p:nvCxnSpPr>
        <p:spPr>
          <a:xfrm flipV="1">
            <a:off x="5922010" y="4300220"/>
            <a:ext cx="252730" cy="762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>
            <a:off x="5651057" y="417057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7" name="Flowchart: Off-page Connector 166"/>
          <p:cNvSpPr/>
          <p:nvPr/>
        </p:nvSpPr>
        <p:spPr>
          <a:xfrm>
            <a:off x="1782445" y="347218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app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40" name="Flowchart: Off-page Connector 339"/>
          <p:cNvSpPr/>
          <p:nvPr/>
        </p:nvSpPr>
        <p:spPr>
          <a:xfrm>
            <a:off x="4111625" y="2831465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grpSp>
        <p:nvGrpSpPr>
          <p:cNvPr id="226" name="Group 225"/>
          <p:cNvGrpSpPr/>
          <p:nvPr/>
        </p:nvGrpSpPr>
        <p:grpSpPr>
          <a:xfrm rot="0">
            <a:off x="9389745" y="4378960"/>
            <a:ext cx="363855" cy="287020"/>
            <a:chOff x="10155" y="438"/>
            <a:chExt cx="1146" cy="883"/>
          </a:xfrm>
        </p:grpSpPr>
        <p:grpSp>
          <p:nvGrpSpPr>
            <p:cNvPr id="227" name="Group 226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28" name="Picture 22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29" name="Picture 22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30" name="Picture 2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grpSp>
        <p:nvGrpSpPr>
          <p:cNvPr id="251" name="Group 250"/>
          <p:cNvGrpSpPr/>
          <p:nvPr/>
        </p:nvGrpSpPr>
        <p:grpSpPr>
          <a:xfrm rot="0">
            <a:off x="9389745" y="3305810"/>
            <a:ext cx="363855" cy="287020"/>
            <a:chOff x="10155" y="438"/>
            <a:chExt cx="1146" cy="883"/>
          </a:xfrm>
        </p:grpSpPr>
        <p:grpSp>
          <p:nvGrpSpPr>
            <p:cNvPr id="252" name="Group 251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53" name="Picture 25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54" name="Picture 25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55" name="Picture 2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pic>
        <p:nvPicPr>
          <p:cNvPr id="168" name="Picture 1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17290"/>
            <a:ext cx="1109345" cy="19043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41" name="Flowchart: Terminator 240"/>
          <p:cNvSpPr/>
          <p:nvPr/>
        </p:nvSpPr>
        <p:spPr>
          <a:xfrm>
            <a:off x="7568654" y="488237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Flowchart: Terminator 242"/>
          <p:cNvSpPr/>
          <p:nvPr/>
        </p:nvSpPr>
        <p:spPr>
          <a:xfrm>
            <a:off x="7568654" y="521270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canceled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4" name="Flowchart: Terminator 263"/>
          <p:cNvSpPr/>
          <p:nvPr/>
        </p:nvSpPr>
        <p:spPr>
          <a:xfrm>
            <a:off x="7568654" y="380964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" name="Flowchart: Terminator 265"/>
          <p:cNvSpPr/>
          <p:nvPr/>
        </p:nvSpPr>
        <p:spPr>
          <a:xfrm>
            <a:off x="7568654" y="4153248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rejected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9" name="Straight Arrow Connector 168"/>
          <p:cNvCxnSpPr/>
          <p:nvPr/>
        </p:nvCxnSpPr>
        <p:spPr>
          <a:xfrm flipH="1">
            <a:off x="4412615" y="4149090"/>
            <a:ext cx="3175" cy="41211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lowchart: Terminator 171"/>
          <p:cNvSpPr/>
          <p:nvPr/>
        </p:nvSpPr>
        <p:spPr>
          <a:xfrm>
            <a:off x="6166150" y="390552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4341672" y="423177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pic>
        <p:nvPicPr>
          <p:cNvPr id="183" name="Picture 1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4765" y="2812415"/>
            <a:ext cx="954405" cy="15468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185" name="Straight Arrow Connector 184"/>
          <p:cNvCxnSpPr>
            <a:stCxn id="171" idx="3"/>
            <a:endCxn id="172" idx="1"/>
          </p:cNvCxnSpPr>
          <p:nvPr/>
        </p:nvCxnSpPr>
        <p:spPr>
          <a:xfrm>
            <a:off x="4697730" y="3967480"/>
            <a:ext cx="1468120" cy="254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4814862" y="38882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90" name="Flowchart: Terminator 189"/>
          <p:cNvSpPr/>
          <p:nvPr/>
        </p:nvSpPr>
        <p:spPr>
          <a:xfrm>
            <a:off x="6175040" y="423572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Fulfilled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1" name="Flowchart: Terminator 190"/>
          <p:cNvSpPr/>
          <p:nvPr/>
        </p:nvSpPr>
        <p:spPr>
          <a:xfrm>
            <a:off x="6166150" y="533554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Elbow Connector 191"/>
          <p:cNvCxnSpPr>
            <a:endCxn id="194" idx="1"/>
          </p:cNvCxnSpPr>
          <p:nvPr/>
        </p:nvCxnSpPr>
        <p:spPr>
          <a:xfrm rot="5400000" flipV="1">
            <a:off x="5683885" y="4592320"/>
            <a:ext cx="208915" cy="744855"/>
          </a:xfrm>
          <a:prstGeom prst="bentConnector2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owchart: Terminator 193"/>
          <p:cNvSpPr/>
          <p:nvPr/>
        </p:nvSpPr>
        <p:spPr>
          <a:xfrm>
            <a:off x="6161070" y="50047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5844717" y="497408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97" name="Straight Arrow Connector 196"/>
          <p:cNvCxnSpPr>
            <a:stCxn id="170" idx="3"/>
          </p:cNvCxnSpPr>
          <p:nvPr/>
        </p:nvCxnSpPr>
        <p:spPr>
          <a:xfrm>
            <a:off x="4700905" y="4741545"/>
            <a:ext cx="432435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4814862" y="465341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9" name="Flowchart: Terminator 198"/>
          <p:cNvSpPr/>
          <p:nvPr/>
        </p:nvSpPr>
        <p:spPr>
          <a:xfrm>
            <a:off x="6189010" y="46764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Hold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0" name="Straight Arrow Connector 199"/>
          <p:cNvCxnSpPr>
            <a:endCxn id="199" idx="1"/>
          </p:cNvCxnSpPr>
          <p:nvPr/>
        </p:nvCxnSpPr>
        <p:spPr>
          <a:xfrm flipV="1">
            <a:off x="5697855" y="4740910"/>
            <a:ext cx="490855" cy="127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5844717" y="46527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203" name="Group 202"/>
          <p:cNvGrpSpPr/>
          <p:nvPr/>
        </p:nvGrpSpPr>
        <p:grpSpPr>
          <a:xfrm>
            <a:off x="5132070" y="4560570"/>
            <a:ext cx="567690" cy="363220"/>
            <a:chOff x="6885" y="6776"/>
            <a:chExt cx="894" cy="572"/>
          </a:xfr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scaled="0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5" name="Flowchart: Decision 204"/>
            <p:cNvSpPr/>
            <p:nvPr/>
          </p:nvSpPr>
          <p:spPr>
            <a:xfrm>
              <a:off x="6887" y="6776"/>
              <a:ext cx="889" cy="572"/>
            </a:xfrm>
            <a:prstGeom prst="flowChartDecisio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206" name="Text Box 205"/>
            <p:cNvSpPr txBox="1"/>
            <p:nvPr/>
          </p:nvSpPr>
          <p:spPr>
            <a:xfrm>
              <a:off x="6885" y="6924"/>
              <a:ext cx="894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lumMod val="110000"/>
                          <a:satMod val="105000"/>
                          <a:tint val="67000"/>
                        </a:schemeClr>
                      </a:gs>
                      <a:gs pos="50000">
                        <a:schemeClr val="accent1">
                          <a:lumMod val="105000"/>
                          <a:satMod val="103000"/>
                          <a:tint val="73000"/>
                        </a:schemeClr>
                      </a:gs>
                      <a:gs pos="100000">
                        <a:schemeClr val="accent1">
                          <a:lumMod val="105000"/>
                          <a:satMod val="109000"/>
                          <a:tint val="81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Pending?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209" name="Elbow Connector 208"/>
          <p:cNvCxnSpPr>
            <a:stCxn id="288" idx="1"/>
            <a:endCxn id="270" idx="2"/>
          </p:cNvCxnSpPr>
          <p:nvPr/>
        </p:nvCxnSpPr>
        <p:spPr>
          <a:xfrm rot="10800000">
            <a:off x="1270635" y="6393815"/>
            <a:ext cx="2648585" cy="41783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Flowchart: Decision 209"/>
          <p:cNvSpPr/>
          <p:nvPr/>
        </p:nvSpPr>
        <p:spPr>
          <a:xfrm>
            <a:off x="942981" y="767945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1" name="Flowchart: Decision 210"/>
          <p:cNvSpPr/>
          <p:nvPr/>
        </p:nvSpPr>
        <p:spPr>
          <a:xfrm>
            <a:off x="942981" y="6765742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partial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fill?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13" name="Elbow Connector 212"/>
          <p:cNvCxnSpPr>
            <a:stCxn id="281" idx="1"/>
            <a:endCxn id="248" idx="4"/>
          </p:cNvCxnSpPr>
          <p:nvPr/>
        </p:nvCxnSpPr>
        <p:spPr>
          <a:xfrm rot="10800000">
            <a:off x="1841500" y="5798820"/>
            <a:ext cx="2078355" cy="462153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Flowchart: Decision 214"/>
          <p:cNvSpPr/>
          <p:nvPr/>
        </p:nvSpPr>
        <p:spPr>
          <a:xfrm>
            <a:off x="1508779" y="724562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canceled?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9" name="Flowchart: Decision 218"/>
          <p:cNvSpPr/>
          <p:nvPr/>
        </p:nvSpPr>
        <p:spPr>
          <a:xfrm>
            <a:off x="1508779" y="6309930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partial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cancel?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20" name="Elbow Connector 219"/>
          <p:cNvCxnSpPr>
            <a:stCxn id="283" idx="1"/>
            <a:endCxn id="222" idx="2"/>
          </p:cNvCxnSpPr>
          <p:nvPr/>
        </p:nvCxnSpPr>
        <p:spPr>
          <a:xfrm rot="10800000">
            <a:off x="2406650" y="7254875"/>
            <a:ext cx="1513205" cy="301752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lowchart: Decision 220"/>
          <p:cNvSpPr/>
          <p:nvPr/>
        </p:nvSpPr>
        <p:spPr>
          <a:xfrm>
            <a:off x="2074577" y="769596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failed?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22" name="Flowchart: Decision 221"/>
          <p:cNvSpPr/>
          <p:nvPr/>
        </p:nvSpPr>
        <p:spPr>
          <a:xfrm>
            <a:off x="2074005" y="6765742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Expiry?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25" name="Straight Arrow Connector 224"/>
          <p:cNvCxnSpPr>
            <a:stCxn id="236" idx="1"/>
            <a:endCxn id="275" idx="6"/>
          </p:cNvCxnSpPr>
          <p:nvPr/>
        </p:nvCxnSpPr>
        <p:spPr>
          <a:xfrm flipH="1">
            <a:off x="577850" y="8798560"/>
            <a:ext cx="36512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Flowchart: Decision 235"/>
          <p:cNvSpPr/>
          <p:nvPr/>
        </p:nvSpPr>
        <p:spPr>
          <a:xfrm>
            <a:off x="943096" y="855385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filled?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1767039" y="598130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44" name="Oval 243"/>
          <p:cNvSpPr/>
          <p:nvPr/>
        </p:nvSpPr>
        <p:spPr>
          <a:xfrm>
            <a:off x="744220" y="871284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46" name="Elbow Connector 245"/>
          <p:cNvCxnSpPr>
            <a:stCxn id="287" idx="1"/>
            <a:endCxn id="247" idx="2"/>
          </p:cNvCxnSpPr>
          <p:nvPr/>
        </p:nvCxnSpPr>
        <p:spPr>
          <a:xfrm rot="10800000">
            <a:off x="3035300" y="7734300"/>
            <a:ext cx="884555" cy="238823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Decision 246"/>
          <p:cNvSpPr/>
          <p:nvPr/>
        </p:nvSpPr>
        <p:spPr>
          <a:xfrm>
            <a:off x="2702668" y="7245624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Queued?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14" name="Oval 313"/>
          <p:cNvSpPr/>
          <p:nvPr/>
        </p:nvSpPr>
        <p:spPr>
          <a:xfrm>
            <a:off x="2331326" y="741173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1705413" y="5524743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68" name="Straight Arrow Connector 267"/>
          <p:cNvCxnSpPr>
            <a:stCxn id="222" idx="3"/>
            <a:endCxn id="291" idx="2"/>
          </p:cNvCxnSpPr>
          <p:nvPr/>
        </p:nvCxnSpPr>
        <p:spPr>
          <a:xfrm>
            <a:off x="2738755" y="7010400"/>
            <a:ext cx="77216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Flowchart: Decision 269"/>
          <p:cNvSpPr/>
          <p:nvPr/>
        </p:nvSpPr>
        <p:spPr>
          <a:xfrm>
            <a:off x="937990" y="5904682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Expiry?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Oval 270"/>
          <p:cNvSpPr/>
          <p:nvPr/>
        </p:nvSpPr>
        <p:spPr>
          <a:xfrm>
            <a:off x="1134548" y="5162158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72" name="Straight Arrow Connector 271"/>
          <p:cNvCxnSpPr>
            <a:stCxn id="270" idx="0"/>
            <a:endCxn id="271" idx="4"/>
          </p:cNvCxnSpPr>
          <p:nvPr/>
        </p:nvCxnSpPr>
        <p:spPr>
          <a:xfrm flipV="1">
            <a:off x="1270635" y="5436235"/>
            <a:ext cx="0" cy="4686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Oval 272"/>
          <p:cNvSpPr/>
          <p:nvPr/>
        </p:nvSpPr>
        <p:spPr>
          <a:xfrm>
            <a:off x="1196733" y="5609317"/>
            <a:ext cx="137160" cy="137160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74" name="Flowchart: Decision 273"/>
          <p:cNvSpPr/>
          <p:nvPr/>
        </p:nvSpPr>
        <p:spPr>
          <a:xfrm>
            <a:off x="2047240" y="8510270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Rejected?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5" name="Oval 274"/>
          <p:cNvSpPr/>
          <p:nvPr/>
        </p:nvSpPr>
        <p:spPr>
          <a:xfrm>
            <a:off x="306897" y="866891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6" name="Oval 275"/>
          <p:cNvSpPr/>
          <p:nvPr/>
        </p:nvSpPr>
        <p:spPr>
          <a:xfrm>
            <a:off x="1196975" y="825501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277" name="Flowchart: Decision 276"/>
          <p:cNvSpPr/>
          <p:nvPr/>
        </p:nvSpPr>
        <p:spPr>
          <a:xfrm>
            <a:off x="917575" y="9277350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Pending?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8" name="Flowchart: Decision 277"/>
          <p:cNvSpPr/>
          <p:nvPr/>
        </p:nvSpPr>
        <p:spPr>
          <a:xfrm>
            <a:off x="1488440" y="8119745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Canceled?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86" name="Straight Arrow Connector 285"/>
          <p:cNvCxnSpPr>
            <a:stCxn id="247" idx="1"/>
            <a:endCxn id="314" idx="6"/>
          </p:cNvCxnSpPr>
          <p:nvPr/>
        </p:nvCxnSpPr>
        <p:spPr>
          <a:xfrm flipH="1">
            <a:off x="2479040" y="7489825"/>
            <a:ext cx="22352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9" name="Group 278"/>
          <p:cNvGrpSpPr/>
          <p:nvPr/>
        </p:nvGrpSpPr>
        <p:grpSpPr>
          <a:xfrm>
            <a:off x="3919220" y="9606911"/>
            <a:ext cx="1097915" cy="1029307"/>
            <a:chOff x="6888" y="13226"/>
            <a:chExt cx="1729" cy="162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0" name="Rectangles 279"/>
            <p:cNvSpPr/>
            <p:nvPr/>
          </p:nvSpPr>
          <p:spPr>
            <a:xfrm>
              <a:off x="6889" y="13226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Process</a:t>
              </a:r>
              <a:endParaRPr lang="en-US" sz="720"/>
            </a:p>
          </p:txBody>
        </p:sp>
        <p:sp>
          <p:nvSpPr>
            <p:cNvPr id="281" name="Rectangles 280"/>
            <p:cNvSpPr/>
            <p:nvPr/>
          </p:nvSpPr>
          <p:spPr>
            <a:xfrm>
              <a:off x="6889" y="14406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Canceled</a:t>
              </a:r>
              <a:endParaRPr lang="en-US" sz="720"/>
            </a:p>
          </p:txBody>
        </p:sp>
        <p:sp>
          <p:nvSpPr>
            <p:cNvPr id="294" name="Rectangles 293"/>
            <p:cNvSpPr/>
            <p:nvPr/>
          </p:nvSpPr>
          <p:spPr>
            <a:xfrm>
              <a:off x="6889" y="13473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283" name="Rectangles 282"/>
            <p:cNvSpPr/>
            <p:nvPr/>
          </p:nvSpPr>
          <p:spPr>
            <a:xfrm>
              <a:off x="6889" y="14173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Rejected</a:t>
              </a:r>
              <a:endParaRPr lang="en-US" sz="720"/>
            </a:p>
          </p:txBody>
        </p:sp>
        <p:sp>
          <p:nvSpPr>
            <p:cNvPr id="284" name="Rectangles 283"/>
            <p:cNvSpPr/>
            <p:nvPr/>
          </p:nvSpPr>
          <p:spPr>
            <a:xfrm>
              <a:off x="6889" y="13704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Hold</a:t>
              </a:r>
              <a:endParaRPr lang="en-US" sz="720"/>
            </a:p>
          </p:txBody>
        </p:sp>
        <p:sp>
          <p:nvSpPr>
            <p:cNvPr id="287" name="Rectangles 286"/>
            <p:cNvSpPr/>
            <p:nvPr/>
          </p:nvSpPr>
          <p:spPr>
            <a:xfrm>
              <a:off x="6889" y="13937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Queued</a:t>
              </a:r>
              <a:endParaRPr lang="en-US" sz="720"/>
            </a:p>
          </p:txBody>
        </p:sp>
        <p:sp>
          <p:nvSpPr>
            <p:cNvPr id="288" name="Rectangles 287"/>
            <p:cNvSpPr/>
            <p:nvPr/>
          </p:nvSpPr>
          <p:spPr>
            <a:xfrm>
              <a:off x="6888" y="14645"/>
              <a:ext cx="1728" cy="202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Pending</a:t>
              </a:r>
              <a:endParaRPr lang="en-US" sz="720"/>
            </a:p>
          </p:txBody>
        </p:sp>
      </p:grpSp>
      <p:cxnSp>
        <p:nvCxnSpPr>
          <p:cNvPr id="289" name="Straight Arrow Connector 288"/>
          <p:cNvCxnSpPr>
            <a:stCxn id="290" idx="0"/>
            <a:endCxn id="291" idx="4"/>
          </p:cNvCxnSpPr>
          <p:nvPr/>
        </p:nvCxnSpPr>
        <p:spPr>
          <a:xfrm flipV="1">
            <a:off x="3637280" y="7150100"/>
            <a:ext cx="9525" cy="54546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lowchart: Decision 289"/>
          <p:cNvSpPr/>
          <p:nvPr/>
        </p:nvSpPr>
        <p:spPr>
          <a:xfrm>
            <a:off x="3304661" y="769533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canceled?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91" name="Oval 290"/>
          <p:cNvSpPr/>
          <p:nvPr/>
        </p:nvSpPr>
        <p:spPr>
          <a:xfrm>
            <a:off x="3511107" y="687567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95" name="Elbow Connector 294"/>
          <p:cNvCxnSpPr>
            <a:stCxn id="303" idx="3"/>
            <a:endCxn id="290" idx="3"/>
          </p:cNvCxnSpPr>
          <p:nvPr/>
        </p:nvCxnSpPr>
        <p:spPr>
          <a:xfrm flipH="1" flipV="1">
            <a:off x="3969385" y="7940040"/>
            <a:ext cx="29845" cy="808990"/>
          </a:xfrm>
          <a:prstGeom prst="bentConnector3">
            <a:avLst>
              <a:gd name="adj1" fmla="val -79787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Oval 298"/>
          <p:cNvSpPr/>
          <p:nvPr/>
        </p:nvSpPr>
        <p:spPr>
          <a:xfrm>
            <a:off x="4096577" y="8162815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3" name="Flowchart: Decision 302"/>
          <p:cNvSpPr/>
          <p:nvPr/>
        </p:nvSpPr>
        <p:spPr>
          <a:xfrm>
            <a:off x="3293110" y="8499475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Hold?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04" name="Oval 303"/>
          <p:cNvSpPr/>
          <p:nvPr/>
        </p:nvSpPr>
        <p:spPr>
          <a:xfrm>
            <a:off x="4168775" y="863982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05" name="Oval 304"/>
          <p:cNvSpPr/>
          <p:nvPr/>
        </p:nvSpPr>
        <p:spPr>
          <a:xfrm>
            <a:off x="3566160" y="740919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06" name="Elbow Connector 305"/>
          <p:cNvCxnSpPr>
            <a:stCxn id="284" idx="1"/>
            <a:endCxn id="303" idx="2"/>
          </p:cNvCxnSpPr>
          <p:nvPr/>
        </p:nvCxnSpPr>
        <p:spPr>
          <a:xfrm rot="10800000">
            <a:off x="3646170" y="8998585"/>
            <a:ext cx="273685" cy="97599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Elbow Connector 307"/>
          <p:cNvCxnSpPr>
            <a:stCxn id="222" idx="0"/>
            <a:endCxn id="191" idx="1"/>
          </p:cNvCxnSpPr>
          <p:nvPr/>
        </p:nvCxnSpPr>
        <p:spPr>
          <a:xfrm rot="16200000">
            <a:off x="3603308" y="4203383"/>
            <a:ext cx="1365885" cy="37592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2982772" y="693052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42" name="Straight Arrow Connector 341"/>
          <p:cNvCxnSpPr>
            <a:stCxn id="297" idx="1"/>
            <a:endCxn id="294" idx="3"/>
          </p:cNvCxnSpPr>
          <p:nvPr/>
        </p:nvCxnSpPr>
        <p:spPr>
          <a:xfrm flipH="1">
            <a:off x="5017135" y="9819005"/>
            <a:ext cx="290195" cy="889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167" idx="3"/>
            <a:endCxn id="183" idx="1"/>
          </p:cNvCxnSpPr>
          <p:nvPr/>
        </p:nvCxnSpPr>
        <p:spPr>
          <a:xfrm>
            <a:off x="2221230" y="3582035"/>
            <a:ext cx="343535" cy="3810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9" name="Oval 268"/>
          <p:cNvSpPr/>
          <p:nvPr/>
        </p:nvSpPr>
        <p:spPr>
          <a:xfrm>
            <a:off x="2330742" y="6367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130040" y="3794125"/>
            <a:ext cx="567690" cy="363220"/>
            <a:chOff x="6504" y="6080"/>
            <a:chExt cx="894" cy="572"/>
          </a:xfrm>
        </p:grpSpPr>
        <p:sp>
          <p:nvSpPr>
            <p:cNvPr id="6" name="Flowchart: Decision 5"/>
            <p:cNvSpPr/>
            <p:nvPr/>
          </p:nvSpPr>
          <p:spPr>
            <a:xfrm>
              <a:off x="6506" y="6080"/>
              <a:ext cx="889" cy="572"/>
            </a:xfrm>
            <a:prstGeom prst="flowChartDecision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504" y="6228"/>
              <a:ext cx="894" cy="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Found?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128770" y="4561205"/>
            <a:ext cx="567690" cy="363220"/>
            <a:chOff x="6502" y="7288"/>
            <a:chExt cx="894" cy="572"/>
          </a:xfrm>
        </p:grpSpPr>
        <p:sp>
          <p:nvSpPr>
            <p:cNvPr id="10" name="Flowchart: Decision 9"/>
            <p:cNvSpPr/>
            <p:nvPr/>
          </p:nvSpPr>
          <p:spPr>
            <a:xfrm>
              <a:off x="6504" y="7288"/>
              <a:ext cx="889" cy="572"/>
            </a:xfrm>
            <a:prstGeom prst="flowChartDecision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6502" y="7436"/>
              <a:ext cx="894" cy="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Newer?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2" name="Text Box 11"/>
          <p:cNvSpPr txBox="1"/>
          <p:nvPr/>
        </p:nvSpPr>
        <p:spPr>
          <a:xfrm>
            <a:off x="11638915" y="2572385"/>
            <a:ext cx="1543050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Request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468495" y="9265285"/>
            <a:ext cx="4445" cy="341630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411" name="Group 410"/>
          <p:cNvGrpSpPr/>
          <p:nvPr/>
        </p:nvGrpSpPr>
        <p:grpSpPr>
          <a:xfrm>
            <a:off x="4159250" y="8962390"/>
            <a:ext cx="670560" cy="347980"/>
            <a:chOff x="6550" y="13377"/>
            <a:chExt cx="1056" cy="548"/>
          </a:xfrm>
        </p:grpSpPr>
        <p:grpSp>
          <p:nvGrpSpPr>
            <p:cNvPr id="14" name="Group 13"/>
            <p:cNvGrpSpPr/>
            <p:nvPr/>
          </p:nvGrpSpPr>
          <p:grpSpPr>
            <a:xfrm>
              <a:off x="6698" y="13377"/>
              <a:ext cx="909" cy="548"/>
              <a:chOff x="7276" y="14181"/>
              <a:chExt cx="909" cy="548"/>
            </a:xfrm>
          </p:grpSpPr>
          <p:sp>
            <p:nvSpPr>
              <p:cNvPr id="13" name="Flowchart: Off-page Connector 12"/>
              <p:cNvSpPr/>
              <p:nvPr/>
            </p:nvSpPr>
            <p:spPr>
              <a:xfrm>
                <a:off x="7276" y="14385"/>
                <a:ext cx="691" cy="345"/>
              </a:xfrm>
              <a:prstGeom prst="flowChartOffpage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anchor="ctr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en-US" sz="800" b="1" i="0" u="none" strike="noStrike" cap="none" normalizeH="0" baseline="-2500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Arial" panose="02080604020202020204" pitchFamily="34" charset="0"/>
                    <a:ea typeface="SimSun" pitchFamily="2" charset="-122"/>
                    <a:sym typeface="+mn-ea"/>
                  </a:rPr>
                  <a:t>orders</a:t>
                </a:r>
                <a:endPara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endParaRPr>
              </a:p>
            </p:txBody>
          </p:sp>
          <p:grpSp>
            <p:nvGrpSpPr>
              <p:cNvPr id="300" name="Group 299"/>
              <p:cNvGrpSpPr/>
              <p:nvPr/>
            </p:nvGrpSpPr>
            <p:grpSpPr>
              <a:xfrm>
                <a:off x="7855" y="14181"/>
                <a:ext cx="330" cy="340"/>
                <a:chOff x="8367" y="12769"/>
                <a:chExt cx="330" cy="340"/>
              </a:xfrm>
            </p:grpSpPr>
            <p:sp>
              <p:nvSpPr>
                <p:cNvPr id="301" name="Oval 300"/>
                <p:cNvSpPr/>
                <p:nvPr/>
              </p:nvSpPr>
              <p:spPr>
                <a:xfrm>
                  <a:off x="8367" y="12769"/>
                  <a:ext cx="320" cy="34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sz="1620"/>
                </a:p>
              </p:txBody>
            </p:sp>
            <p:pic>
              <p:nvPicPr>
                <p:cNvPr id="302" name="Picture 301"/>
                <p:cNvPicPr>
                  <a:picLocks noChangeAspect="1"/>
                </p:cNvPicPr>
                <p:nvPr/>
              </p:nvPicPr>
              <p:blipFill>
                <a:blip r:embed="rId7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8393" y="12830"/>
                  <a:ext cx="305" cy="274"/>
                </a:xfrm>
                <a:prstGeom prst="rect">
                  <a:avLst/>
                </a:prstGeo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  <p:sp>
          <p:nvSpPr>
            <p:cNvPr id="24" name="Isosceles Triangle 23"/>
            <p:cNvSpPr/>
            <p:nvPr/>
          </p:nvSpPr>
          <p:spPr>
            <a:xfrm>
              <a:off x="6550" y="13477"/>
              <a:ext cx="288" cy="288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tlCol="0" anchor="ctr"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63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en-US" sz="63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1" name="Rectangles 30"/>
          <p:cNvSpPr/>
          <p:nvPr/>
        </p:nvSpPr>
        <p:spPr>
          <a:xfrm>
            <a:off x="12114530" y="5943600"/>
            <a:ext cx="2066925" cy="292798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32" name="Elbow Connector 31"/>
          <p:cNvCxnSpPr/>
          <p:nvPr/>
        </p:nvCxnSpPr>
        <p:spPr>
          <a:xfrm rot="10800000">
            <a:off x="10638155" y="5681980"/>
            <a:ext cx="728345" cy="2743835"/>
          </a:xfrm>
          <a:prstGeom prst="bentConnector3">
            <a:avLst>
              <a:gd name="adj1" fmla="val 49956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1366500" y="8027035"/>
            <a:ext cx="1097280" cy="467360"/>
            <a:chOff x="15894" y="11429"/>
            <a:chExt cx="1728" cy="73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9" name="Rectangles 48"/>
            <p:cNvSpPr/>
            <p:nvPr/>
          </p:nvSpPr>
          <p:spPr>
            <a:xfrm>
              <a:off x="15894" y="11429"/>
              <a:ext cx="1728" cy="21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50" name="Rectangles 49"/>
            <p:cNvSpPr/>
            <p:nvPr/>
          </p:nvSpPr>
          <p:spPr>
            <a:xfrm>
              <a:off x="15894" y="11690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Import</a:t>
              </a:r>
              <a:endParaRPr lang="en-US" sz="720"/>
            </a:p>
          </p:txBody>
        </p:sp>
        <p:sp>
          <p:nvSpPr>
            <p:cNvPr id="52" name="Rectangles 51"/>
            <p:cNvSpPr/>
            <p:nvPr/>
          </p:nvSpPr>
          <p:spPr>
            <a:xfrm>
              <a:off x="15894" y="11949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</a:t>
              </a:r>
              <a:endParaRPr lang="en-US" sz="720"/>
            </a:p>
          </p:txBody>
        </p:sp>
      </p:grpSp>
      <p:sp>
        <p:nvSpPr>
          <p:cNvPr id="53" name="Flowchart: Terminator 52"/>
          <p:cNvSpPr/>
          <p:nvPr/>
        </p:nvSpPr>
        <p:spPr>
          <a:xfrm>
            <a:off x="12335510" y="8355330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history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2463780" y="8244205"/>
            <a:ext cx="515620" cy="698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53" idx="3"/>
          </p:cNvCxnSpPr>
          <p:nvPr/>
        </p:nvCxnSpPr>
        <p:spPr>
          <a:xfrm flipH="1">
            <a:off x="12792710" y="8422005"/>
            <a:ext cx="49530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4800" y="7666990"/>
            <a:ext cx="1387475" cy="20097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58" name="Group 57"/>
          <p:cNvGrpSpPr/>
          <p:nvPr/>
        </p:nvGrpSpPr>
        <p:grpSpPr>
          <a:xfrm rot="0">
            <a:off x="11224260" y="7821295"/>
            <a:ext cx="363855" cy="287020"/>
            <a:chOff x="10155" y="414"/>
            <a:chExt cx="1146" cy="883"/>
          </a:xfrm>
        </p:grpSpPr>
        <p:grpSp>
          <p:nvGrpSpPr>
            <p:cNvPr id="59" name="Group 58"/>
            <p:cNvGrpSpPr/>
            <p:nvPr/>
          </p:nvGrpSpPr>
          <p:grpSpPr>
            <a:xfrm>
              <a:off x="10155" y="414"/>
              <a:ext cx="854" cy="770"/>
              <a:chOff x="1264" y="991"/>
              <a:chExt cx="854" cy="770"/>
            </a:xfrm>
          </p:grpSpPr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33"/>
              <a:ext cx="675" cy="264"/>
            </a:xfrm>
            <a:prstGeom prst="rect">
              <a:avLst/>
            </a:prstGeom>
          </p:spPr>
        </p:pic>
      </p:grpSp>
      <p:cxnSp>
        <p:nvCxnSpPr>
          <p:cNvPr id="69" name="Straight Arrow Connector 68"/>
          <p:cNvCxnSpPr/>
          <p:nvPr/>
        </p:nvCxnSpPr>
        <p:spPr>
          <a:xfrm flipV="1">
            <a:off x="11915140" y="8494395"/>
            <a:ext cx="0" cy="59753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9539009" y="7331075"/>
            <a:ext cx="1100455" cy="629285"/>
            <a:chOff x="14645" y="12093"/>
            <a:chExt cx="1733" cy="991"/>
          </a:xfrm>
        </p:grpSpPr>
        <p:sp>
          <p:nvSpPr>
            <p:cNvPr id="74" name="Rectangles 73"/>
            <p:cNvSpPr/>
            <p:nvPr/>
          </p:nvSpPr>
          <p:spPr>
            <a:xfrm>
              <a:off x="14645" y="12093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75" name="Rectangles 74"/>
            <p:cNvSpPr/>
            <p:nvPr/>
          </p:nvSpPr>
          <p:spPr>
            <a:xfrm>
              <a:off x="14645" y="12355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Order</a:t>
              </a:r>
              <a:endParaRPr lang="en-US" sz="720"/>
            </a:p>
          </p:txBody>
        </p:sp>
        <p:sp>
          <p:nvSpPr>
            <p:cNvPr id="81" name="Rectangles 80"/>
            <p:cNvSpPr/>
            <p:nvPr/>
          </p:nvSpPr>
          <p:spPr>
            <a:xfrm>
              <a:off x="14645" y="12610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 Order</a:t>
              </a:r>
              <a:endParaRPr lang="en-US" sz="720"/>
            </a:p>
          </p:txBody>
        </p:sp>
        <p:cxnSp>
          <p:nvCxnSpPr>
            <p:cNvPr id="86" name="Elbow Connector 85"/>
            <p:cNvCxnSpPr>
              <a:stCxn id="75" idx="3"/>
              <a:endCxn id="81" idx="3"/>
            </p:cNvCxnSpPr>
            <p:nvPr/>
          </p:nvCxnSpPr>
          <p:spPr>
            <a:xfrm>
              <a:off x="16373" y="12463"/>
              <a:ext cx="5" cy="255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s 87"/>
            <p:cNvSpPr/>
            <p:nvPr/>
          </p:nvSpPr>
          <p:spPr>
            <a:xfrm>
              <a:off x="14645" y="12868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 Request</a:t>
              </a:r>
              <a:endParaRPr lang="en-US" sz="720"/>
            </a:p>
          </p:txBody>
        </p:sp>
      </p:grpSp>
      <p:sp>
        <p:nvSpPr>
          <p:cNvPr id="91" name="Flowchart: Decision 90"/>
          <p:cNvSpPr/>
          <p:nvPr/>
        </p:nvSpPr>
        <p:spPr>
          <a:xfrm>
            <a:off x="9712999" y="6424821"/>
            <a:ext cx="752475" cy="48895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Instrument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93" name="Elbow Connector 92"/>
          <p:cNvCxnSpPr>
            <a:stCxn id="335" idx="1"/>
            <a:endCxn id="391" idx="3"/>
          </p:cNvCxnSpPr>
          <p:nvPr/>
        </p:nvCxnSpPr>
        <p:spPr>
          <a:xfrm rot="10800000">
            <a:off x="10638155" y="5681980"/>
            <a:ext cx="732790" cy="1137920"/>
          </a:xfrm>
          <a:prstGeom prst="bentConnector3">
            <a:avLst>
              <a:gd name="adj1" fmla="val 50000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lowchart: Decision 97"/>
          <p:cNvSpPr/>
          <p:nvPr/>
        </p:nvSpPr>
        <p:spPr>
          <a:xfrm>
            <a:off x="8585078" y="642497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Order 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1" name="Straight Arrow Connector 110"/>
          <p:cNvCxnSpPr>
            <a:stCxn id="98" idx="1"/>
            <a:endCxn id="207" idx="3"/>
          </p:cNvCxnSpPr>
          <p:nvPr/>
        </p:nvCxnSpPr>
        <p:spPr>
          <a:xfrm flipH="1">
            <a:off x="8082915" y="6669405"/>
            <a:ext cx="50228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/>
          <p:cNvCxnSpPr>
            <a:stCxn id="98" idx="0"/>
            <a:endCxn id="195" idx="3"/>
          </p:cNvCxnSpPr>
          <p:nvPr/>
        </p:nvCxnSpPr>
        <p:spPr>
          <a:xfrm rot="16200000" flipV="1">
            <a:off x="8448675" y="5955665"/>
            <a:ext cx="103505" cy="83502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8304020" y="623676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49" name="Oval 148"/>
          <p:cNvSpPr/>
          <p:nvPr/>
        </p:nvSpPr>
        <p:spPr>
          <a:xfrm>
            <a:off x="8304020" y="658735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53" name="Straight Arrow Connector 152"/>
          <p:cNvCxnSpPr>
            <a:stCxn id="88" idx="2"/>
            <a:endCxn id="163" idx="0"/>
          </p:cNvCxnSpPr>
          <p:nvPr/>
        </p:nvCxnSpPr>
        <p:spPr>
          <a:xfrm>
            <a:off x="10087610" y="7960360"/>
            <a:ext cx="1905" cy="3181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63" idx="1"/>
            <a:endCxn id="383" idx="3"/>
          </p:cNvCxnSpPr>
          <p:nvPr/>
        </p:nvCxnSpPr>
        <p:spPr>
          <a:xfrm flipH="1">
            <a:off x="8082915" y="8522970"/>
            <a:ext cx="1673860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8304020" y="8447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62" name="Elbow Connector 161"/>
          <p:cNvCxnSpPr>
            <a:stCxn id="81" idx="1"/>
            <a:endCxn id="98" idx="2"/>
          </p:cNvCxnSpPr>
          <p:nvPr/>
        </p:nvCxnSpPr>
        <p:spPr>
          <a:xfrm rot="10800000">
            <a:off x="8916670" y="6913880"/>
            <a:ext cx="621665" cy="81407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Flowchart: Decision 162"/>
          <p:cNvSpPr/>
          <p:nvPr/>
        </p:nvSpPr>
        <p:spPr>
          <a:xfrm>
            <a:off x="9756902" y="827853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64" name="Elbow Connector 163"/>
          <p:cNvCxnSpPr/>
          <p:nvPr/>
        </p:nvCxnSpPr>
        <p:spPr>
          <a:xfrm>
            <a:off x="6677660" y="7771765"/>
            <a:ext cx="2861310" cy="120015"/>
          </a:xfrm>
          <a:prstGeom prst="bentConnector3">
            <a:avLst>
              <a:gd name="adj1" fmla="val 5002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/>
          <p:nvPr/>
        </p:nvCxnSpPr>
        <p:spPr>
          <a:xfrm flipV="1">
            <a:off x="6677660" y="7891780"/>
            <a:ext cx="2861310" cy="112395"/>
          </a:xfrm>
          <a:prstGeom prst="bentConnector3">
            <a:avLst>
              <a:gd name="adj1" fmla="val 5002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163" idx="2"/>
            <a:endCxn id="385" idx="0"/>
          </p:cNvCxnSpPr>
          <p:nvPr/>
        </p:nvCxnSpPr>
        <p:spPr>
          <a:xfrm>
            <a:off x="10089515" y="8767445"/>
            <a:ext cx="0" cy="41021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10015226" y="88845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75" name="Group 174"/>
          <p:cNvGrpSpPr/>
          <p:nvPr/>
        </p:nvGrpSpPr>
        <p:grpSpPr>
          <a:xfrm>
            <a:off x="6723676" y="5966460"/>
            <a:ext cx="930910" cy="1573530"/>
            <a:chOff x="10466" y="9938"/>
            <a:chExt cx="1466" cy="2478"/>
          </a:xfrm>
        </p:grpSpPr>
        <p:grpSp>
          <p:nvGrpSpPr>
            <p:cNvPr id="180" name="Group 179"/>
            <p:cNvGrpSpPr/>
            <p:nvPr/>
          </p:nvGrpSpPr>
          <p:grpSpPr>
            <a:xfrm rot="0">
              <a:off x="10466" y="9938"/>
              <a:ext cx="673" cy="526"/>
              <a:chOff x="16290" y="4518"/>
              <a:chExt cx="748" cy="584"/>
            </a:xfrm>
          </p:grpSpPr>
          <p:pic>
            <p:nvPicPr>
              <p:cNvPr id="182" name="Picture 18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84" name="Oval 18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87" name="Picture 18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93" name="Picture 19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12" y="10352"/>
              <a:ext cx="1320" cy="2065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95" name="Flowchart: Terminator 194"/>
          <p:cNvSpPr/>
          <p:nvPr/>
        </p:nvSpPr>
        <p:spPr>
          <a:xfrm>
            <a:off x="7573169" y="625792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7" name="Flowchart: Terminator 206"/>
          <p:cNvSpPr/>
          <p:nvPr/>
        </p:nvSpPr>
        <p:spPr>
          <a:xfrm>
            <a:off x="7573169" y="661352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8" name="Flowchart: Decision 207"/>
          <p:cNvSpPr/>
          <p:nvPr/>
        </p:nvSpPr>
        <p:spPr>
          <a:xfrm>
            <a:off x="9756902" y="1031848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Newer?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16" name="Straight Arrow Connector 215"/>
          <p:cNvCxnSpPr>
            <a:stCxn id="208" idx="1"/>
            <a:endCxn id="355" idx="3"/>
          </p:cNvCxnSpPr>
          <p:nvPr/>
        </p:nvCxnSpPr>
        <p:spPr>
          <a:xfrm flipH="1">
            <a:off x="9234170" y="10563225"/>
            <a:ext cx="522605" cy="571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9455910" y="1048244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67" name="Flowchart: Decision 266"/>
          <p:cNvSpPr/>
          <p:nvPr/>
        </p:nvSpPr>
        <p:spPr>
          <a:xfrm>
            <a:off x="8585078" y="91796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API/WSS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85" name="Straight Arrow Connector 284"/>
          <p:cNvCxnSpPr>
            <a:stCxn id="267" idx="1"/>
            <a:endCxn id="384" idx="3"/>
          </p:cNvCxnSpPr>
          <p:nvPr/>
        </p:nvCxnSpPr>
        <p:spPr>
          <a:xfrm flipH="1">
            <a:off x="8082915" y="9424244"/>
            <a:ext cx="502285" cy="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Oval 297"/>
          <p:cNvSpPr/>
          <p:nvPr/>
        </p:nvSpPr>
        <p:spPr>
          <a:xfrm>
            <a:off x="8304020" y="934420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09" name="Straight Arrow Connector 308"/>
          <p:cNvCxnSpPr/>
          <p:nvPr/>
        </p:nvCxnSpPr>
        <p:spPr>
          <a:xfrm flipV="1">
            <a:off x="12468225" y="6452235"/>
            <a:ext cx="778510" cy="82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/>
          <p:cNvCxnSpPr>
            <a:endCxn id="356" idx="3"/>
          </p:cNvCxnSpPr>
          <p:nvPr/>
        </p:nvCxnSpPr>
        <p:spPr>
          <a:xfrm flipH="1">
            <a:off x="12791440" y="6807200"/>
            <a:ext cx="716280" cy="508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1" name="Picture 3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69392" y="5608515"/>
            <a:ext cx="1122452" cy="19168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312" name="Group 311"/>
          <p:cNvGrpSpPr/>
          <p:nvPr/>
        </p:nvGrpSpPr>
        <p:grpSpPr>
          <a:xfrm>
            <a:off x="11214735" y="6221939"/>
            <a:ext cx="1252855" cy="666115"/>
            <a:chOff x="17106" y="10134"/>
            <a:chExt cx="1973" cy="1049"/>
          </a:xfrm>
        </p:grpSpPr>
        <p:grpSp>
          <p:nvGrpSpPr>
            <p:cNvPr id="313" name="Group 312"/>
            <p:cNvGrpSpPr/>
            <p:nvPr/>
          </p:nvGrpSpPr>
          <p:grpSpPr>
            <a:xfrm>
              <a:off x="17351" y="10451"/>
              <a:ext cx="1729" cy="733"/>
              <a:chOff x="15885" y="10048"/>
              <a:chExt cx="1729" cy="733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17" name="Rectangles 316"/>
              <p:cNvSpPr/>
              <p:nvPr/>
            </p:nvSpPr>
            <p:spPr>
              <a:xfrm>
                <a:off x="15885" y="10048"/>
                <a:ext cx="1728" cy="21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REST API</a:t>
                </a:r>
                <a:endParaRPr lang="en-US" sz="720"/>
              </a:p>
            </p:txBody>
          </p:sp>
          <p:sp>
            <p:nvSpPr>
              <p:cNvPr id="333" name="Rectangles 332"/>
              <p:cNvSpPr/>
              <p:nvPr/>
            </p:nvSpPr>
            <p:spPr>
              <a:xfrm>
                <a:off x="15886" y="10307"/>
                <a:ext cx="1728" cy="2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>
                    <a:sym typeface="+mn-ea"/>
                  </a:rPr>
                  <a:t>Import</a:t>
                </a:r>
                <a:endParaRPr lang="en-US" sz="720"/>
              </a:p>
            </p:txBody>
          </p:sp>
          <p:sp>
            <p:nvSpPr>
              <p:cNvPr id="335" name="Rectangles 334"/>
              <p:cNvSpPr/>
              <p:nvPr/>
            </p:nvSpPr>
            <p:spPr>
              <a:xfrm>
                <a:off x="15886" y="10565"/>
                <a:ext cx="1728" cy="2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>
                    <a:sym typeface="+mn-ea"/>
                  </a:rPr>
                  <a:t>Fetch Active</a:t>
                </a:r>
                <a:endParaRPr lang="en-US" sz="720"/>
              </a:p>
            </p:txBody>
          </p:sp>
        </p:grpSp>
        <p:grpSp>
          <p:nvGrpSpPr>
            <p:cNvPr id="338" name="Group 337"/>
            <p:cNvGrpSpPr/>
            <p:nvPr/>
          </p:nvGrpSpPr>
          <p:grpSpPr>
            <a:xfrm rot="0">
              <a:off x="17106" y="10134"/>
              <a:ext cx="573" cy="452"/>
              <a:chOff x="10155" y="414"/>
              <a:chExt cx="1146" cy="883"/>
            </a:xfrm>
          </p:grpSpPr>
          <p:grpSp>
            <p:nvGrpSpPr>
              <p:cNvPr id="339" name="Group 338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343" name="Picture 34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344" name="Picture 34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345" name="Picture 34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sp>
        <p:nvSpPr>
          <p:cNvPr id="346" name="Flowchart: Off-page Connector 345"/>
          <p:cNvSpPr/>
          <p:nvPr/>
        </p:nvSpPr>
        <p:spPr>
          <a:xfrm>
            <a:off x="12339320" y="5665470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Trades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347" name="Elbow Connector 346"/>
          <p:cNvCxnSpPr/>
          <p:nvPr/>
        </p:nvCxnSpPr>
        <p:spPr>
          <a:xfrm rot="10800000" flipV="1">
            <a:off x="12790805" y="4618990"/>
            <a:ext cx="1390650" cy="62484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8" name="Group 347"/>
          <p:cNvGrpSpPr/>
          <p:nvPr/>
        </p:nvGrpSpPr>
        <p:grpSpPr>
          <a:xfrm>
            <a:off x="11364595" y="5024755"/>
            <a:ext cx="1097280" cy="298908"/>
            <a:chOff x="15887" y="8092"/>
            <a:chExt cx="1728" cy="47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49" name="Rectangles 348"/>
            <p:cNvSpPr/>
            <p:nvPr/>
          </p:nvSpPr>
          <p:spPr>
            <a:xfrm>
              <a:off x="15887" y="8092"/>
              <a:ext cx="1728" cy="21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Websocket</a:t>
              </a:r>
              <a:endParaRPr lang="en-US" sz="720"/>
            </a:p>
          </p:txBody>
        </p:sp>
        <p:sp>
          <p:nvSpPr>
            <p:cNvPr id="350" name="Rectangles 349"/>
            <p:cNvSpPr/>
            <p:nvPr/>
          </p:nvSpPr>
          <p:spPr>
            <a:xfrm>
              <a:off x="15887" y="8347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Message</a:t>
              </a:r>
              <a:endParaRPr lang="en-US" sz="720"/>
            </a:p>
          </p:txBody>
        </p:sp>
      </p:grpSp>
      <p:pic>
        <p:nvPicPr>
          <p:cNvPr id="351" name="Picture 3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88950" y="3657812"/>
            <a:ext cx="1108735" cy="185970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352" name="Elbow Connector 351"/>
          <p:cNvCxnSpPr/>
          <p:nvPr/>
        </p:nvCxnSpPr>
        <p:spPr>
          <a:xfrm rot="10800000" flipV="1">
            <a:off x="10638155" y="5255260"/>
            <a:ext cx="726440" cy="42672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/>
          <p:cNvCxnSpPr>
            <a:stCxn id="91" idx="2"/>
          </p:cNvCxnSpPr>
          <p:nvPr/>
        </p:nvCxnSpPr>
        <p:spPr>
          <a:xfrm>
            <a:off x="10089515" y="6913880"/>
            <a:ext cx="2540" cy="3981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Arrow Connector 353"/>
          <p:cNvCxnSpPr>
            <a:endCxn id="335" idx="2"/>
          </p:cNvCxnSpPr>
          <p:nvPr/>
        </p:nvCxnSpPr>
        <p:spPr>
          <a:xfrm flipV="1">
            <a:off x="11915140" y="6888480"/>
            <a:ext cx="4445" cy="113855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5" name="Flowchart: Decision 354"/>
          <p:cNvSpPr/>
          <p:nvPr/>
        </p:nvSpPr>
        <p:spPr>
          <a:xfrm>
            <a:off x="8569571" y="1032450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56" name="Flowchart: Terminator 355"/>
          <p:cNvSpPr/>
          <p:nvPr/>
        </p:nvSpPr>
        <p:spPr>
          <a:xfrm>
            <a:off x="12334240" y="6743692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live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7" name="Oval 356"/>
          <p:cNvSpPr/>
          <p:nvPr/>
        </p:nvSpPr>
        <p:spPr>
          <a:xfrm>
            <a:off x="10015226" y="700257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358" name="Group 357"/>
          <p:cNvGrpSpPr/>
          <p:nvPr/>
        </p:nvGrpSpPr>
        <p:grpSpPr>
          <a:xfrm>
            <a:off x="5582920" y="5981700"/>
            <a:ext cx="932180" cy="3985895"/>
            <a:chOff x="5659" y="5195"/>
            <a:chExt cx="1468" cy="6277"/>
          </a:xfrm>
        </p:grpSpPr>
        <p:grpSp>
          <p:nvGrpSpPr>
            <p:cNvPr id="359" name="Group 358"/>
            <p:cNvGrpSpPr/>
            <p:nvPr/>
          </p:nvGrpSpPr>
          <p:grpSpPr>
            <a:xfrm rot="0">
              <a:off x="5659" y="5195"/>
              <a:ext cx="673" cy="526"/>
              <a:chOff x="16290" y="4518"/>
              <a:chExt cx="748" cy="584"/>
            </a:xfrm>
          </p:grpSpPr>
          <p:pic>
            <p:nvPicPr>
              <p:cNvPr id="360" name="Picture 35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61" name="Oval 36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62" name="Picture 36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63" name="Picture 36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825" y="5622"/>
              <a:ext cx="1303" cy="585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364" name="Straight Arrow Connector 363"/>
          <p:cNvCxnSpPr/>
          <p:nvPr/>
        </p:nvCxnSpPr>
        <p:spPr>
          <a:xfrm flipV="1">
            <a:off x="4972685" y="5850255"/>
            <a:ext cx="4568190" cy="196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Arrow Connector 364"/>
          <p:cNvCxnSpPr>
            <a:stCxn id="393" idx="2"/>
            <a:endCxn id="91" idx="0"/>
          </p:cNvCxnSpPr>
          <p:nvPr/>
        </p:nvCxnSpPr>
        <p:spPr>
          <a:xfrm>
            <a:off x="10089515" y="6090285"/>
            <a:ext cx="0" cy="3346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Group 365"/>
          <p:cNvGrpSpPr/>
          <p:nvPr/>
        </p:nvGrpSpPr>
        <p:grpSpPr>
          <a:xfrm>
            <a:off x="4513580" y="5441315"/>
            <a:ext cx="899795" cy="3261995"/>
            <a:chOff x="7026" y="8703"/>
            <a:chExt cx="1417" cy="5137"/>
          </a:xfrm>
        </p:grpSpPr>
        <p:grpSp>
          <p:nvGrpSpPr>
            <p:cNvPr id="367" name="Group 366"/>
            <p:cNvGrpSpPr/>
            <p:nvPr/>
          </p:nvGrpSpPr>
          <p:grpSpPr>
            <a:xfrm rot="0">
              <a:off x="7026" y="8703"/>
              <a:ext cx="673" cy="526"/>
              <a:chOff x="16290" y="4518"/>
              <a:chExt cx="748" cy="584"/>
            </a:xfrm>
          </p:grpSpPr>
          <p:pic>
            <p:nvPicPr>
              <p:cNvPr id="368" name="Picture 36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69" name="Oval 368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70" name="Picture 36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71" name="Picture 37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89" y="9142"/>
              <a:ext cx="1254" cy="469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72" name="Flowchart: Terminator 371"/>
          <p:cNvSpPr/>
          <p:nvPr/>
        </p:nvSpPr>
        <p:spPr>
          <a:xfrm>
            <a:off x="6416040" y="770826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client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3" name="Flowchart: Terminator 372"/>
          <p:cNvSpPr/>
          <p:nvPr/>
        </p:nvSpPr>
        <p:spPr>
          <a:xfrm>
            <a:off x="6416040" y="794067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order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4" name="Oval 373"/>
          <p:cNvSpPr/>
          <p:nvPr/>
        </p:nvSpPr>
        <p:spPr>
          <a:xfrm>
            <a:off x="6875905" y="7685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1</a:t>
            </a:r>
            <a:endParaRPr lang="en-US" sz="630" b="1"/>
          </a:p>
        </p:txBody>
      </p:sp>
      <p:sp>
        <p:nvSpPr>
          <p:cNvPr id="375" name="Oval 374"/>
          <p:cNvSpPr/>
          <p:nvPr/>
        </p:nvSpPr>
        <p:spPr>
          <a:xfrm>
            <a:off x="6875905" y="79138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2</a:t>
            </a:r>
            <a:endParaRPr lang="en-US" sz="630" b="1"/>
          </a:p>
        </p:txBody>
      </p:sp>
      <p:grpSp>
        <p:nvGrpSpPr>
          <p:cNvPr id="412" name="Group 411"/>
          <p:cNvGrpSpPr/>
          <p:nvPr/>
        </p:nvGrpSpPr>
        <p:grpSpPr>
          <a:xfrm>
            <a:off x="11605260" y="8962390"/>
            <a:ext cx="670560" cy="347980"/>
            <a:chOff x="18404" y="13477"/>
            <a:chExt cx="1056" cy="548"/>
          </a:xfrm>
        </p:grpSpPr>
        <p:sp>
          <p:nvSpPr>
            <p:cNvPr id="64" name="Flowchart: Off-page Connector 63"/>
            <p:cNvSpPr/>
            <p:nvPr/>
          </p:nvSpPr>
          <p:spPr>
            <a:xfrm>
              <a:off x="18546" y="1368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orders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9140" y="13477"/>
              <a:ext cx="320" cy="340"/>
              <a:chOff x="8092" y="1237"/>
              <a:chExt cx="482" cy="524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Oval 65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  <p:sp>
          <p:nvSpPr>
            <p:cNvPr id="376" name="Isosceles Triangle 375"/>
            <p:cNvSpPr/>
            <p:nvPr/>
          </p:nvSpPr>
          <p:spPr>
            <a:xfrm>
              <a:off x="18404" y="13566"/>
              <a:ext cx="288" cy="288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tlCol="0" anchor="ctr"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63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63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77" name="Group 376"/>
          <p:cNvGrpSpPr/>
          <p:nvPr/>
        </p:nvGrpSpPr>
        <p:grpSpPr>
          <a:xfrm>
            <a:off x="6705261" y="8141970"/>
            <a:ext cx="967740" cy="1825625"/>
            <a:chOff x="10476" y="13361"/>
            <a:chExt cx="1524" cy="2875"/>
          </a:xfrm>
        </p:grpSpPr>
        <p:grpSp>
          <p:nvGrpSpPr>
            <p:cNvPr id="378" name="Group 377"/>
            <p:cNvGrpSpPr/>
            <p:nvPr/>
          </p:nvGrpSpPr>
          <p:grpSpPr>
            <a:xfrm rot="0">
              <a:off x="10476" y="13361"/>
              <a:ext cx="673" cy="526"/>
              <a:chOff x="16290" y="4518"/>
              <a:chExt cx="748" cy="584"/>
            </a:xfrm>
          </p:grpSpPr>
          <p:pic>
            <p:nvPicPr>
              <p:cNvPr id="379" name="Picture 37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80" name="Oval 37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81" name="Picture 38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82" name="Picture 38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618" y="13780"/>
              <a:ext cx="1383" cy="24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83" name="Flowchart: Terminator 382"/>
          <p:cNvSpPr/>
          <p:nvPr/>
        </p:nvSpPr>
        <p:spPr>
          <a:xfrm>
            <a:off x="7573169" y="847026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4" name="Flowchart: Terminator 383"/>
          <p:cNvSpPr/>
          <p:nvPr/>
        </p:nvSpPr>
        <p:spPr>
          <a:xfrm>
            <a:off x="7573169" y="9360426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5" name="Flowchart: Decision 384"/>
          <p:cNvSpPr/>
          <p:nvPr/>
        </p:nvSpPr>
        <p:spPr>
          <a:xfrm>
            <a:off x="9756902" y="9177393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History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6" name="Straight Arrow Connector 385"/>
          <p:cNvCxnSpPr>
            <a:stCxn id="385" idx="2"/>
            <a:endCxn id="208" idx="0"/>
          </p:cNvCxnSpPr>
          <p:nvPr/>
        </p:nvCxnSpPr>
        <p:spPr>
          <a:xfrm>
            <a:off x="10089515" y="9665970"/>
            <a:ext cx="0" cy="65278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Oval 386"/>
          <p:cNvSpPr/>
          <p:nvPr/>
        </p:nvSpPr>
        <p:spPr>
          <a:xfrm>
            <a:off x="10015226" y="100015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88" name="Straight Arrow Connector 387"/>
          <p:cNvCxnSpPr>
            <a:stCxn id="385" idx="1"/>
            <a:endCxn id="267" idx="3"/>
          </p:cNvCxnSpPr>
          <p:nvPr/>
        </p:nvCxnSpPr>
        <p:spPr>
          <a:xfrm flipH="1">
            <a:off x="9250045" y="9422130"/>
            <a:ext cx="506730" cy="190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Elbow Connector 388"/>
          <p:cNvCxnSpPr>
            <a:stCxn id="355" idx="0"/>
            <a:endCxn id="298" idx="4"/>
          </p:cNvCxnSpPr>
          <p:nvPr/>
        </p:nvCxnSpPr>
        <p:spPr>
          <a:xfrm rot="16200000" flipV="1">
            <a:off x="8229600" y="9652000"/>
            <a:ext cx="821055" cy="523875"/>
          </a:xfrm>
          <a:prstGeom prst="bentConnector3">
            <a:avLst>
              <a:gd name="adj1" fmla="val 49961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0" name="Group 389"/>
          <p:cNvGrpSpPr/>
          <p:nvPr/>
        </p:nvGrpSpPr>
        <p:grpSpPr>
          <a:xfrm>
            <a:off x="9540597" y="5613400"/>
            <a:ext cx="1097280" cy="476885"/>
            <a:chOff x="14669" y="9294"/>
            <a:chExt cx="1728" cy="751"/>
          </a:xfrm>
        </p:grpSpPr>
        <p:sp>
          <p:nvSpPr>
            <p:cNvPr id="391" name="Rectangles 390"/>
            <p:cNvSpPr/>
            <p:nvPr/>
          </p:nvSpPr>
          <p:spPr>
            <a:xfrm>
              <a:off x="14669" y="9294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392" name="Rectangles 391"/>
            <p:cNvSpPr/>
            <p:nvPr/>
          </p:nvSpPr>
          <p:spPr>
            <a:xfrm>
              <a:off x="14669" y="955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393" name="Rectangles 392"/>
            <p:cNvSpPr/>
            <p:nvPr/>
          </p:nvSpPr>
          <p:spPr>
            <a:xfrm>
              <a:off x="14669" y="982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en-US" sz="650"/>
                <a:t>De-Duplicate:keep latest</a:t>
              </a:r>
              <a:endParaRPr lang="en-US" sz="650"/>
            </a:p>
          </p:txBody>
        </p:sp>
      </p:grpSp>
      <p:sp>
        <p:nvSpPr>
          <p:cNvPr id="394" name="Oval 393"/>
          <p:cNvSpPr/>
          <p:nvPr/>
        </p:nvSpPr>
        <p:spPr>
          <a:xfrm>
            <a:off x="9455910" y="934445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5" name="Flowchart: Terminator 394"/>
          <p:cNvSpPr/>
          <p:nvPr/>
        </p:nvSpPr>
        <p:spPr>
          <a:xfrm>
            <a:off x="12333605" y="5175242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wss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96" name="Elbow Connector 395"/>
          <p:cNvCxnSpPr/>
          <p:nvPr/>
        </p:nvCxnSpPr>
        <p:spPr>
          <a:xfrm>
            <a:off x="10636250" y="7727950"/>
            <a:ext cx="3175" cy="163830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Elbow Connector 396"/>
          <p:cNvCxnSpPr>
            <a:stCxn id="267" idx="0"/>
            <a:endCxn id="399" idx="3"/>
          </p:cNvCxnSpPr>
          <p:nvPr/>
        </p:nvCxnSpPr>
        <p:spPr>
          <a:xfrm rot="16200000" flipV="1">
            <a:off x="8377238" y="8638858"/>
            <a:ext cx="215265" cy="86614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Oval 397"/>
          <p:cNvSpPr/>
          <p:nvPr/>
        </p:nvSpPr>
        <p:spPr>
          <a:xfrm>
            <a:off x="8304020" y="88845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9" name="Rectangles 398"/>
          <p:cNvSpPr/>
          <p:nvPr/>
        </p:nvSpPr>
        <p:spPr>
          <a:xfrm>
            <a:off x="7604601" y="8895715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Expire</a:t>
            </a:r>
            <a:endParaRPr lang="en-US" sz="550" b="1">
              <a:sym typeface="+mn-ea"/>
            </a:endParaRPr>
          </a:p>
        </p:txBody>
      </p:sp>
      <p:cxnSp>
        <p:nvCxnSpPr>
          <p:cNvPr id="400" name="Straight Arrow Connector 399"/>
          <p:cNvCxnSpPr>
            <a:stCxn id="355" idx="1"/>
            <a:endCxn id="402" idx="3"/>
          </p:cNvCxnSpPr>
          <p:nvPr/>
        </p:nvCxnSpPr>
        <p:spPr>
          <a:xfrm flipH="1">
            <a:off x="8160385" y="10568940"/>
            <a:ext cx="408940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Oval 400"/>
          <p:cNvSpPr/>
          <p:nvPr/>
        </p:nvSpPr>
        <p:spPr>
          <a:xfrm>
            <a:off x="8304020" y="1048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02" name="Flowchart: Decision 401"/>
          <p:cNvSpPr/>
          <p:nvPr/>
        </p:nvSpPr>
        <p:spPr>
          <a:xfrm>
            <a:off x="7495786" y="1032577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API/WSS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3" name="Straight Arrow Connector 402"/>
          <p:cNvCxnSpPr>
            <a:stCxn id="402" idx="0"/>
            <a:endCxn id="409" idx="2"/>
          </p:cNvCxnSpPr>
          <p:nvPr/>
        </p:nvCxnSpPr>
        <p:spPr>
          <a:xfrm flipH="1" flipV="1">
            <a:off x="7826851" y="9927590"/>
            <a:ext cx="2540" cy="3981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/>
          <p:cNvSpPr/>
          <p:nvPr/>
        </p:nvSpPr>
        <p:spPr>
          <a:xfrm>
            <a:off x="7754110" y="100904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97" name="Flowchart: Terminator 296"/>
          <p:cNvSpPr/>
          <p:nvPr/>
        </p:nvSpPr>
        <p:spPr>
          <a:xfrm>
            <a:off x="5307330" y="9754235"/>
            <a:ext cx="44894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9" name="Rectangles 408"/>
          <p:cNvSpPr/>
          <p:nvPr/>
        </p:nvSpPr>
        <p:spPr>
          <a:xfrm>
            <a:off x="7604601" y="9790430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Hold</a:t>
            </a:r>
            <a:endParaRPr lang="en-US" sz="550" b="1">
              <a:sym typeface="+mn-ea"/>
            </a:endParaRPr>
          </a:p>
        </p:txBody>
      </p:sp>
      <p:grpSp>
        <p:nvGrpSpPr>
          <p:cNvPr id="413" name="Group 412"/>
          <p:cNvGrpSpPr/>
          <p:nvPr/>
        </p:nvGrpSpPr>
        <p:grpSpPr>
          <a:xfrm rot="0">
            <a:off x="11214735" y="4822825"/>
            <a:ext cx="363855" cy="287020"/>
            <a:chOff x="10155" y="438"/>
            <a:chExt cx="1146" cy="883"/>
          </a:xfrm>
        </p:grpSpPr>
        <p:grpSp>
          <p:nvGrpSpPr>
            <p:cNvPr id="414" name="Group 413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415" name="Picture 4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416" name="Picture 41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417" name="Picture 4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" name="Rectangles 145"/>
          <p:cNvSpPr/>
          <p:nvPr/>
        </p:nvSpPr>
        <p:spPr>
          <a:xfrm>
            <a:off x="772795" y="2884805"/>
            <a:ext cx="4243070" cy="181102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0751185" y="3627120"/>
            <a:ext cx="2282825" cy="25736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37" name="Straight Arrow Connector 136"/>
          <p:cNvCxnSpPr>
            <a:endCxn id="37" idx="3"/>
          </p:cNvCxnSpPr>
          <p:nvPr/>
        </p:nvCxnSpPr>
        <p:spPr>
          <a:xfrm flipH="1">
            <a:off x="12004040" y="4255770"/>
            <a:ext cx="440690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8544724" y="3704049"/>
            <a:ext cx="270897" cy="2634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32" name="Straight Arrow Connector 231"/>
          <p:cNvCxnSpPr>
            <a:stCxn id="231" idx="4"/>
          </p:cNvCxnSpPr>
          <p:nvPr/>
        </p:nvCxnSpPr>
        <p:spPr>
          <a:xfrm>
            <a:off x="8679537" y="3967516"/>
            <a:ext cx="1270" cy="198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Flowchart: Decision 232"/>
          <p:cNvSpPr/>
          <p:nvPr/>
        </p:nvSpPr>
        <p:spPr>
          <a:xfrm>
            <a:off x="7187374" y="427956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23" name="Rectangles 222"/>
          <p:cNvSpPr/>
          <p:nvPr/>
        </p:nvSpPr>
        <p:spPr>
          <a:xfrm>
            <a:off x="8145185" y="415480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224" name="Rectangles 223"/>
          <p:cNvSpPr/>
          <p:nvPr/>
        </p:nvSpPr>
        <p:spPr>
          <a:xfrm>
            <a:off x="8145185" y="430593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Cancel Order</a:t>
            </a:r>
            <a:endParaRPr lang="en-US" sz="720">
              <a:sym typeface="+mn-ea"/>
            </a:endParaRPr>
          </a:p>
        </p:txBody>
      </p:sp>
      <p:grpSp>
        <p:nvGrpSpPr>
          <p:cNvPr id="226" name="Group 225"/>
          <p:cNvGrpSpPr/>
          <p:nvPr/>
        </p:nvGrpSpPr>
        <p:grpSpPr>
          <a:xfrm rot="0">
            <a:off x="8010525" y="3952875"/>
            <a:ext cx="363855" cy="287020"/>
            <a:chOff x="10155" y="438"/>
            <a:chExt cx="1146" cy="883"/>
          </a:xfrm>
        </p:grpSpPr>
        <p:grpSp>
          <p:nvGrpSpPr>
            <p:cNvPr id="227" name="Group 226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28" name="Picture 2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29" name="Picture 22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30" name="Picture 2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sp>
        <p:nvSpPr>
          <p:cNvPr id="234" name="Rectangles 233"/>
          <p:cNvSpPr/>
          <p:nvPr/>
        </p:nvSpPr>
        <p:spPr>
          <a:xfrm>
            <a:off x="8145185" y="445833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Set State</a:t>
            </a:r>
            <a:endParaRPr lang="en-US" sz="720">
              <a:sym typeface="+mn-ea"/>
            </a:endParaRPr>
          </a:p>
        </p:txBody>
      </p:sp>
      <p:cxnSp>
        <p:nvCxnSpPr>
          <p:cNvPr id="235" name="Straight Arrow Connector 234"/>
          <p:cNvCxnSpPr>
            <a:endCxn id="233" idx="3"/>
          </p:cNvCxnSpPr>
          <p:nvPr/>
        </p:nvCxnSpPr>
        <p:spPr>
          <a:xfrm flipH="1">
            <a:off x="7852410" y="4519295"/>
            <a:ext cx="376555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>
            <a:stCxn id="233" idx="1"/>
            <a:endCxn id="241" idx="3"/>
          </p:cNvCxnSpPr>
          <p:nvPr/>
        </p:nvCxnSpPr>
        <p:spPr>
          <a:xfrm flipH="1">
            <a:off x="6634993" y="4523535"/>
            <a:ext cx="55245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6882255" y="444415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56" name="Oval 255"/>
          <p:cNvSpPr/>
          <p:nvPr/>
        </p:nvSpPr>
        <p:spPr>
          <a:xfrm>
            <a:off x="8544724" y="270008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57" name="Straight Arrow Connector 256"/>
          <p:cNvCxnSpPr>
            <a:stCxn id="256" idx="4"/>
          </p:cNvCxnSpPr>
          <p:nvPr/>
        </p:nvCxnSpPr>
        <p:spPr>
          <a:xfrm>
            <a:off x="8677950" y="2966986"/>
            <a:ext cx="4445" cy="19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Flowchart: Decision 257"/>
          <p:cNvSpPr/>
          <p:nvPr/>
        </p:nvSpPr>
        <p:spPr>
          <a:xfrm>
            <a:off x="7187374" y="3308496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49" name="Rectangles 248"/>
          <p:cNvSpPr/>
          <p:nvPr/>
        </p:nvSpPr>
        <p:spPr>
          <a:xfrm>
            <a:off x="8145185" y="3172460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250" name="Rectangles 249"/>
          <p:cNvSpPr/>
          <p:nvPr/>
        </p:nvSpPr>
        <p:spPr>
          <a:xfrm>
            <a:off x="8145185" y="3326130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Place Order</a:t>
            </a:r>
            <a:endParaRPr lang="en-US" sz="720">
              <a:sym typeface="+mn-ea"/>
            </a:endParaRPr>
          </a:p>
        </p:txBody>
      </p:sp>
      <p:grpSp>
        <p:nvGrpSpPr>
          <p:cNvPr id="251" name="Group 250"/>
          <p:cNvGrpSpPr/>
          <p:nvPr/>
        </p:nvGrpSpPr>
        <p:grpSpPr>
          <a:xfrm rot="0">
            <a:off x="8010525" y="2970530"/>
            <a:ext cx="363855" cy="287020"/>
            <a:chOff x="10155" y="438"/>
            <a:chExt cx="1146" cy="883"/>
          </a:xfrm>
        </p:grpSpPr>
        <p:grpSp>
          <p:nvGrpSpPr>
            <p:cNvPr id="252" name="Group 251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53" name="Picture 25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54" name="Picture 25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55" name="Picture 2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sp>
        <p:nvSpPr>
          <p:cNvPr id="259" name="Rectangles 258"/>
          <p:cNvSpPr/>
          <p:nvPr/>
        </p:nvSpPr>
        <p:spPr>
          <a:xfrm>
            <a:off x="8145185" y="348297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Set State</a:t>
            </a:r>
            <a:endParaRPr lang="en-US" sz="720">
              <a:sym typeface="+mn-ea"/>
            </a:endParaRPr>
          </a:p>
        </p:txBody>
      </p:sp>
      <p:cxnSp>
        <p:nvCxnSpPr>
          <p:cNvPr id="260" name="Straight Arrow Connector 259"/>
          <p:cNvCxnSpPr>
            <a:stCxn id="259" idx="1"/>
            <a:endCxn id="258" idx="3"/>
          </p:cNvCxnSpPr>
          <p:nvPr/>
        </p:nvCxnSpPr>
        <p:spPr>
          <a:xfrm flipH="1">
            <a:off x="7852410" y="3549015"/>
            <a:ext cx="292735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stCxn id="258" idx="1"/>
            <a:endCxn id="264" idx="3"/>
          </p:cNvCxnSpPr>
          <p:nvPr/>
        </p:nvCxnSpPr>
        <p:spPr>
          <a:xfrm flipH="1">
            <a:off x="6634993" y="3553104"/>
            <a:ext cx="55245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6887686" y="3482236"/>
            <a:ext cx="137160" cy="137160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92" name="Elbow Connector 291"/>
          <p:cNvCxnSpPr/>
          <p:nvPr/>
        </p:nvCxnSpPr>
        <p:spPr>
          <a:xfrm>
            <a:off x="8678585" y="3392170"/>
            <a:ext cx="3175" cy="150495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Elbow Connector 292"/>
          <p:cNvCxnSpPr/>
          <p:nvPr/>
        </p:nvCxnSpPr>
        <p:spPr>
          <a:xfrm>
            <a:off x="8678743" y="4380720"/>
            <a:ext cx="2858" cy="145164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 Box 336"/>
          <p:cNvSpPr txBox="1"/>
          <p:nvPr/>
        </p:nvSpPr>
        <p:spPr>
          <a:xfrm>
            <a:off x="10813415" y="254381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 Stops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pic>
        <p:nvPicPr>
          <p:cNvPr id="115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3290" y="3477260"/>
            <a:ext cx="1320165" cy="12998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132" name="Straight Arrow Connector 131"/>
          <p:cNvCxnSpPr/>
          <p:nvPr/>
        </p:nvCxnSpPr>
        <p:spPr>
          <a:xfrm flipV="1">
            <a:off x="11065510" y="5855335"/>
            <a:ext cx="2540" cy="613410"/>
          </a:xfrm>
          <a:prstGeom prst="straightConnector1">
            <a:avLst/>
          </a:prstGeom>
          <a:ln>
            <a:prstDash val="sysDot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endCxn id="115" idx="1"/>
          </p:cNvCxnSpPr>
          <p:nvPr/>
        </p:nvCxnSpPr>
        <p:spPr>
          <a:xfrm>
            <a:off x="11598275" y="4123690"/>
            <a:ext cx="75501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Elbow Connector 178"/>
          <p:cNvCxnSpPr>
            <a:stCxn id="258" idx="2"/>
            <a:endCxn id="181" idx="3"/>
          </p:cNvCxnSpPr>
          <p:nvPr/>
        </p:nvCxnSpPr>
        <p:spPr>
          <a:xfrm rot="5400000">
            <a:off x="7024053" y="3408363"/>
            <a:ext cx="107315" cy="88519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/>
          <p:cNvSpPr/>
          <p:nvPr/>
        </p:nvSpPr>
        <p:spPr>
          <a:xfrm>
            <a:off x="6882255" y="381698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74" name="Elbow Connector 273"/>
          <p:cNvCxnSpPr>
            <a:stCxn id="123" idx="1"/>
            <a:endCxn id="173" idx="3"/>
          </p:cNvCxnSpPr>
          <p:nvPr/>
        </p:nvCxnSpPr>
        <p:spPr>
          <a:xfrm rot="10800000" flipV="1">
            <a:off x="9867900" y="4277995"/>
            <a:ext cx="669925" cy="774065"/>
          </a:xfrm>
          <a:prstGeom prst="bentConnector3">
            <a:avLst>
              <a:gd name="adj1" fmla="val 49953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10845800" y="6468745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stops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grpSp>
        <p:nvGrpSpPr>
          <p:cNvPr id="154" name="Group 153"/>
          <p:cNvGrpSpPr/>
          <p:nvPr/>
        </p:nvGrpSpPr>
        <p:grpSpPr>
          <a:xfrm rot="0">
            <a:off x="11209655" y="6328410"/>
            <a:ext cx="203200" cy="215900"/>
            <a:chOff x="8092" y="1237"/>
            <a:chExt cx="482" cy="524"/>
          </a:xfrm>
        </p:grpSpPr>
        <p:sp>
          <p:nvSpPr>
            <p:cNvPr id="155" name="Oval 154"/>
            <p:cNvSpPr/>
            <p:nvPr/>
          </p:nvSpPr>
          <p:spPr>
            <a:xfrm>
              <a:off x="8092" y="1237"/>
              <a:ext cx="482" cy="52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30" y="1345"/>
              <a:ext cx="444" cy="40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8" name="Straight Arrow Connector 7"/>
          <p:cNvCxnSpPr>
            <a:endCxn id="51" idx="3"/>
          </p:cNvCxnSpPr>
          <p:nvPr/>
        </p:nvCxnSpPr>
        <p:spPr>
          <a:xfrm flipH="1">
            <a:off x="12004040" y="5786755"/>
            <a:ext cx="337820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42" idx="1"/>
          </p:cNvCxnSpPr>
          <p:nvPr/>
        </p:nvCxnSpPr>
        <p:spPr>
          <a:xfrm>
            <a:off x="11585575" y="5629910"/>
            <a:ext cx="75882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lowchart: Off-page Connector 89"/>
          <p:cNvSpPr/>
          <p:nvPr/>
        </p:nvSpPr>
        <p:spPr>
          <a:xfrm>
            <a:off x="11397615" y="3332480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Trades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0" y="4911725"/>
            <a:ext cx="1329055" cy="14433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35" name="Elbow Connector 34"/>
          <p:cNvCxnSpPr/>
          <p:nvPr/>
        </p:nvCxnSpPr>
        <p:spPr>
          <a:xfrm rot="10800000">
            <a:off x="9867900" y="5052060"/>
            <a:ext cx="669925" cy="739140"/>
          </a:xfrm>
          <a:prstGeom prst="bentConnector3">
            <a:avLst>
              <a:gd name="adj1" fmla="val 49953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1064875" y="4342130"/>
            <a:ext cx="3175" cy="1073150"/>
          </a:xfrm>
          <a:prstGeom prst="straightConnector1">
            <a:avLst/>
          </a:prstGeom>
          <a:ln>
            <a:prstDash val="sysDot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2933892" y="214238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73" name="Straight Arrow Connector 72"/>
          <p:cNvCxnSpPr>
            <a:stCxn id="72" idx="4"/>
            <a:endCxn id="340" idx="0"/>
          </p:cNvCxnSpPr>
          <p:nvPr/>
        </p:nvCxnSpPr>
        <p:spPr>
          <a:xfrm>
            <a:off x="3069590" y="2416810"/>
            <a:ext cx="2540" cy="18859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340" idx="2"/>
            <a:endCxn id="128" idx="0"/>
          </p:cNvCxnSpPr>
          <p:nvPr/>
        </p:nvCxnSpPr>
        <p:spPr>
          <a:xfrm flipH="1">
            <a:off x="3055620" y="2962910"/>
            <a:ext cx="16510" cy="5543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s 75"/>
          <p:cNvSpPr/>
          <p:nvPr/>
        </p:nvSpPr>
        <p:spPr>
          <a:xfrm>
            <a:off x="2546350" y="3133090"/>
            <a:ext cx="1097280" cy="12890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720"/>
          </a:p>
        </p:txBody>
      </p:sp>
      <p:sp>
        <p:nvSpPr>
          <p:cNvPr id="77" name="Rectangles 76"/>
          <p:cNvSpPr/>
          <p:nvPr/>
        </p:nvSpPr>
        <p:spPr>
          <a:xfrm>
            <a:off x="2544445" y="3056890"/>
            <a:ext cx="1097280" cy="1282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Interface</a:t>
            </a:r>
            <a:endParaRPr lang="en-US" sz="720"/>
          </a:p>
        </p:txBody>
      </p:sp>
      <p:sp>
        <p:nvSpPr>
          <p:cNvPr id="78" name="Rectangles 77"/>
          <p:cNvSpPr/>
          <p:nvPr/>
        </p:nvSpPr>
        <p:spPr>
          <a:xfrm>
            <a:off x="2544445" y="3205480"/>
            <a:ext cx="1097280" cy="12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cxnSp>
        <p:nvCxnSpPr>
          <p:cNvPr id="336" name="Straight Arrow Connector 335"/>
          <p:cNvCxnSpPr>
            <a:stCxn id="142" idx="3"/>
            <a:endCxn id="78" idx="1"/>
          </p:cNvCxnSpPr>
          <p:nvPr/>
        </p:nvCxnSpPr>
        <p:spPr>
          <a:xfrm>
            <a:off x="2258695" y="3263900"/>
            <a:ext cx="285750" cy="571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Off-page Connector 87"/>
          <p:cNvSpPr/>
          <p:nvPr/>
        </p:nvSpPr>
        <p:spPr>
          <a:xfrm>
            <a:off x="528955" y="315341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app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40" name="Flowchart: Off-page Connector 339"/>
          <p:cNvSpPr/>
          <p:nvPr/>
        </p:nvSpPr>
        <p:spPr>
          <a:xfrm>
            <a:off x="2773045" y="2605405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91" name="Straight Arrow Connector 90"/>
          <p:cNvCxnSpPr>
            <a:stCxn id="128" idx="2"/>
            <a:endCxn id="127" idx="0"/>
          </p:cNvCxnSpPr>
          <p:nvPr/>
        </p:nvCxnSpPr>
        <p:spPr>
          <a:xfrm>
            <a:off x="3055620" y="3880485"/>
            <a:ext cx="3175" cy="34734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lowchart: Decision 126"/>
          <p:cNvSpPr/>
          <p:nvPr/>
        </p:nvSpPr>
        <p:spPr>
          <a:xfrm>
            <a:off x="2776220" y="4227830"/>
            <a:ext cx="564515" cy="363220"/>
          </a:xfrm>
          <a:prstGeom prst="flowChartDecision">
            <a:avLst/>
          </a:prstGeom>
          <a:solidFill>
            <a:srgbClr val="92D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rPr>
              <a:t>Newer?</a:t>
            </a:r>
            <a:endParaRPr lang="en-US" sz="550" b="1">
              <a:solidFill>
                <a:schemeClr val="tx2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28" name="Flowchart: Decision 127"/>
          <p:cNvSpPr/>
          <p:nvPr/>
        </p:nvSpPr>
        <p:spPr>
          <a:xfrm>
            <a:off x="2773045" y="3517265"/>
            <a:ext cx="564515" cy="363220"/>
          </a:xfrm>
          <a:prstGeom prst="flowChartDecision">
            <a:avLst/>
          </a:prstGeom>
          <a:solidFill>
            <a:srgbClr val="92D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rPr>
              <a:t>Found?</a:t>
            </a:r>
            <a:endParaRPr lang="en-US" sz="550" b="1">
              <a:solidFill>
                <a:schemeClr val="tx2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2981502" y="39314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95" name="Straight Arrow Connector 94"/>
          <p:cNvCxnSpPr>
            <a:stCxn id="88" idx="3"/>
            <a:endCxn id="142" idx="1"/>
          </p:cNvCxnSpPr>
          <p:nvPr/>
        </p:nvCxnSpPr>
        <p:spPr>
          <a:xfrm>
            <a:off x="967740" y="3263265"/>
            <a:ext cx="276860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128" idx="3"/>
            <a:endCxn id="92" idx="1"/>
          </p:cNvCxnSpPr>
          <p:nvPr/>
        </p:nvCxnSpPr>
        <p:spPr>
          <a:xfrm>
            <a:off x="3337560" y="3698875"/>
            <a:ext cx="1457960" cy="254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454692" y="361962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01" name="Elbow Connector 100"/>
          <p:cNvCxnSpPr>
            <a:stCxn id="109" idx="0"/>
            <a:endCxn id="102" idx="1"/>
          </p:cNvCxnSpPr>
          <p:nvPr/>
        </p:nvCxnSpPr>
        <p:spPr>
          <a:xfrm rot="16200000">
            <a:off x="4317365" y="3756025"/>
            <a:ext cx="210185" cy="734695"/>
          </a:xfrm>
          <a:prstGeom prst="bentConnector2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stCxn id="127" idx="3"/>
          </p:cNvCxnSpPr>
          <p:nvPr/>
        </p:nvCxnSpPr>
        <p:spPr>
          <a:xfrm>
            <a:off x="3340735" y="4409440"/>
            <a:ext cx="432435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3454692" y="432130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106" name="Straight Arrow Connector 105"/>
          <p:cNvCxnSpPr>
            <a:stCxn id="110" idx="3"/>
            <a:endCxn id="105" idx="1"/>
          </p:cNvCxnSpPr>
          <p:nvPr/>
        </p:nvCxnSpPr>
        <p:spPr>
          <a:xfrm flipV="1">
            <a:off x="4339590" y="4408805"/>
            <a:ext cx="47879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3771900" y="4228465"/>
            <a:ext cx="567690" cy="363220"/>
            <a:chOff x="6885" y="6776"/>
            <a:chExt cx="894" cy="572"/>
          </a:xfrm>
          <a:solidFill>
            <a:srgbClr val="92D050"/>
          </a:solidFill>
        </p:grpSpPr>
        <p:sp>
          <p:nvSpPr>
            <p:cNvPr id="109" name="Flowchart: Decision 108"/>
            <p:cNvSpPr/>
            <p:nvPr/>
          </p:nvSpPr>
          <p:spPr>
            <a:xfrm>
              <a:off x="6887" y="6776"/>
              <a:ext cx="889" cy="572"/>
            </a:xfrm>
            <a:prstGeom prst="flowChartDecision">
              <a:avLst/>
            </a:prstGeom>
            <a:grpFill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  <p:sp>
          <p:nvSpPr>
            <p:cNvPr id="110" name="Text Box 109"/>
            <p:cNvSpPr txBox="1"/>
            <p:nvPr/>
          </p:nvSpPr>
          <p:spPr>
            <a:xfrm>
              <a:off x="6885" y="6924"/>
              <a:ext cx="894" cy="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550" b="1">
                  <a:solidFill>
                    <a:schemeClr val="tx2">
                      <a:lumMod val="85000"/>
                      <a:lumOff val="15000"/>
                    </a:schemeClr>
                  </a:solidFill>
                </a:rPr>
                <a:t>Pending?</a:t>
              </a:r>
              <a:endParaRPr lang="en-US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10387330" y="3703320"/>
            <a:ext cx="1220470" cy="638175"/>
            <a:chOff x="16890" y="5259"/>
            <a:chExt cx="1922" cy="1005"/>
          </a:xfrm>
        </p:grpSpPr>
        <p:sp>
          <p:nvSpPr>
            <p:cNvPr id="111" name="Rectangles 110"/>
            <p:cNvSpPr/>
            <p:nvPr/>
          </p:nvSpPr>
          <p:spPr>
            <a:xfrm>
              <a:off x="17084" y="5724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20" name="Rectangles 119"/>
            <p:cNvSpPr/>
            <p:nvPr/>
          </p:nvSpPr>
          <p:spPr>
            <a:xfrm>
              <a:off x="17127" y="5583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grpSp>
          <p:nvGrpSpPr>
            <p:cNvPr id="124" name="Group 123"/>
            <p:cNvGrpSpPr/>
            <p:nvPr/>
          </p:nvGrpSpPr>
          <p:grpSpPr>
            <a:xfrm rot="0">
              <a:off x="16890" y="5259"/>
              <a:ext cx="573" cy="452"/>
              <a:chOff x="10155" y="414"/>
              <a:chExt cx="1146" cy="883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26" name="Picture 125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29" name="Picture 128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31" name="Picture 13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  <p:sp>
          <p:nvSpPr>
            <p:cNvPr id="112" name="Rectangles 111"/>
            <p:cNvSpPr/>
            <p:nvPr/>
          </p:nvSpPr>
          <p:spPr>
            <a:xfrm>
              <a:off x="17082" y="5938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22" name="Rectangles 121"/>
            <p:cNvSpPr/>
            <p:nvPr/>
          </p:nvSpPr>
          <p:spPr>
            <a:xfrm>
              <a:off x="17127" y="5819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123" name="Rectangles 122"/>
            <p:cNvSpPr/>
            <p:nvPr/>
          </p:nvSpPr>
          <p:spPr>
            <a:xfrm>
              <a:off x="17127" y="6062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37" name="Flowchart: Terminator 36"/>
          <p:cNvSpPr/>
          <p:nvPr/>
        </p:nvSpPr>
        <p:spPr>
          <a:xfrm>
            <a:off x="11546840" y="4187817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live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6" name="Group 115"/>
          <p:cNvGrpSpPr/>
          <p:nvPr/>
        </p:nvGrpSpPr>
        <p:grpSpPr>
          <a:xfrm>
            <a:off x="10387330" y="5216525"/>
            <a:ext cx="1220470" cy="638175"/>
            <a:chOff x="16890" y="5259"/>
            <a:chExt cx="1922" cy="1005"/>
          </a:xfrm>
        </p:grpSpPr>
        <p:sp>
          <p:nvSpPr>
            <p:cNvPr id="117" name="Rectangles 116"/>
            <p:cNvSpPr/>
            <p:nvPr/>
          </p:nvSpPr>
          <p:spPr>
            <a:xfrm>
              <a:off x="17084" y="5724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18" name="Rectangles 117"/>
            <p:cNvSpPr/>
            <p:nvPr/>
          </p:nvSpPr>
          <p:spPr>
            <a:xfrm>
              <a:off x="17127" y="5583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grpSp>
          <p:nvGrpSpPr>
            <p:cNvPr id="119" name="Group 118"/>
            <p:cNvGrpSpPr/>
            <p:nvPr/>
          </p:nvGrpSpPr>
          <p:grpSpPr>
            <a:xfrm rot="0">
              <a:off x="16890" y="5259"/>
              <a:ext cx="573" cy="452"/>
              <a:chOff x="10155" y="414"/>
              <a:chExt cx="1146" cy="883"/>
            </a:xfrm>
          </p:grpSpPr>
          <p:grpSp>
            <p:nvGrpSpPr>
              <p:cNvPr id="121" name="Group 120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30" name="Picture 129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33" name="Picture 132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36" name="Picture 13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  <p:sp>
          <p:nvSpPr>
            <p:cNvPr id="138" name="Rectangles 137"/>
            <p:cNvSpPr/>
            <p:nvPr/>
          </p:nvSpPr>
          <p:spPr>
            <a:xfrm>
              <a:off x="17082" y="5938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40" name="Rectangles 139"/>
            <p:cNvSpPr/>
            <p:nvPr/>
          </p:nvSpPr>
          <p:spPr>
            <a:xfrm>
              <a:off x="17127" y="5819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141" name="Rectangles 140"/>
            <p:cNvSpPr/>
            <p:nvPr/>
          </p:nvSpPr>
          <p:spPr>
            <a:xfrm>
              <a:off x="17127" y="6062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History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51" name="Flowchart: Terminator 50"/>
          <p:cNvSpPr/>
          <p:nvPr/>
        </p:nvSpPr>
        <p:spPr>
          <a:xfrm>
            <a:off x="11546840" y="5718175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history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2" name="Picture 1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2745105"/>
            <a:ext cx="1014095" cy="1036955"/>
          </a:xfrm>
          <a:prstGeom prst="rect">
            <a:avLst/>
          </a:prstGeom>
        </p:spPr>
      </p:pic>
      <p:grpSp>
        <p:nvGrpSpPr>
          <p:cNvPr id="153" name="Group 152"/>
          <p:cNvGrpSpPr/>
          <p:nvPr/>
        </p:nvGrpSpPr>
        <p:grpSpPr>
          <a:xfrm>
            <a:off x="3949065" y="5340985"/>
            <a:ext cx="1043940" cy="3747770"/>
            <a:chOff x="6227" y="8415"/>
            <a:chExt cx="1644" cy="5902"/>
          </a:xfrm>
        </p:grpSpPr>
        <p:grpSp>
          <p:nvGrpSpPr>
            <p:cNvPr id="225" name="Group 224"/>
            <p:cNvGrpSpPr/>
            <p:nvPr/>
          </p:nvGrpSpPr>
          <p:grpSpPr>
            <a:xfrm rot="0">
              <a:off x="6227" y="8415"/>
              <a:ext cx="673" cy="526"/>
              <a:chOff x="16290" y="4518"/>
              <a:chExt cx="748" cy="584"/>
            </a:xfrm>
          </p:grpSpPr>
          <p:pic>
            <p:nvPicPr>
              <p:cNvPr id="236" name="Picture 23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37" name="Oval 236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39" name="Picture 23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69" y="8835"/>
              <a:ext cx="1502" cy="548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3" name="Oval 102"/>
          <p:cNvSpPr/>
          <p:nvPr/>
        </p:nvSpPr>
        <p:spPr>
          <a:xfrm>
            <a:off x="4484547" y="393840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07" name="Oval 106"/>
          <p:cNvSpPr/>
          <p:nvPr/>
        </p:nvSpPr>
        <p:spPr>
          <a:xfrm>
            <a:off x="4484547" y="432066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56" name="Group 55"/>
          <p:cNvGrpSpPr/>
          <p:nvPr/>
        </p:nvGrpSpPr>
        <p:grpSpPr>
          <a:xfrm>
            <a:off x="5205730" y="5340985"/>
            <a:ext cx="956310" cy="1334770"/>
            <a:chOff x="1746" y="7374"/>
            <a:chExt cx="1506" cy="2102"/>
          </a:xfrm>
        </p:grpSpPr>
        <p:grpSp>
          <p:nvGrpSpPr>
            <p:cNvPr id="41" name="Group 40"/>
            <p:cNvGrpSpPr/>
            <p:nvPr/>
          </p:nvGrpSpPr>
          <p:grpSpPr>
            <a:xfrm rot="0">
              <a:off x="1746" y="7374"/>
              <a:ext cx="673" cy="526"/>
              <a:chOff x="16290" y="4518"/>
              <a:chExt cx="748" cy="584"/>
            </a:xfrm>
          </p:grpSpPr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45" name="Oval 44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12" y="7804"/>
              <a:ext cx="1341" cy="167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1" name="Group 70"/>
          <p:cNvGrpSpPr/>
          <p:nvPr/>
        </p:nvGrpSpPr>
        <p:grpSpPr>
          <a:xfrm>
            <a:off x="8129945" y="6612890"/>
            <a:ext cx="1100455" cy="629285"/>
            <a:chOff x="14645" y="12093"/>
            <a:chExt cx="1733" cy="991"/>
          </a:xfrm>
        </p:grpSpPr>
        <p:sp>
          <p:nvSpPr>
            <p:cNvPr id="74" name="Rectangles 73"/>
            <p:cNvSpPr/>
            <p:nvPr/>
          </p:nvSpPr>
          <p:spPr>
            <a:xfrm>
              <a:off x="14645" y="12093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79" name="Rectangles 78"/>
            <p:cNvSpPr/>
            <p:nvPr/>
          </p:nvSpPr>
          <p:spPr>
            <a:xfrm>
              <a:off x="14645" y="12355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Order</a:t>
              </a:r>
              <a:endParaRPr lang="en-US" sz="720"/>
            </a:p>
          </p:txBody>
        </p:sp>
        <p:sp>
          <p:nvSpPr>
            <p:cNvPr id="81" name="Rectangles 80"/>
            <p:cNvSpPr/>
            <p:nvPr/>
          </p:nvSpPr>
          <p:spPr>
            <a:xfrm>
              <a:off x="14645" y="12610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 Order</a:t>
              </a:r>
              <a:endParaRPr lang="en-US" sz="720"/>
            </a:p>
          </p:txBody>
        </p:sp>
        <p:cxnSp>
          <p:nvCxnSpPr>
            <p:cNvPr id="86" name="Elbow Connector 85"/>
            <p:cNvCxnSpPr>
              <a:stCxn id="79" idx="3"/>
              <a:endCxn id="81" idx="3"/>
            </p:cNvCxnSpPr>
            <p:nvPr/>
          </p:nvCxnSpPr>
          <p:spPr>
            <a:xfrm>
              <a:off x="16373" y="12463"/>
              <a:ext cx="5" cy="255"/>
            </a:xfrm>
            <a:prstGeom prst="bentConnector3">
              <a:avLst>
                <a:gd name="adj1" fmla="val 7498772"/>
              </a:avLst>
            </a:prstGeom>
            <a:ln>
              <a:tailEnd type="triangle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s 86"/>
            <p:cNvSpPr/>
            <p:nvPr/>
          </p:nvSpPr>
          <p:spPr>
            <a:xfrm>
              <a:off x="14645" y="12868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 Request</a:t>
              </a:r>
              <a:endParaRPr lang="en-US" sz="720"/>
            </a:p>
          </p:txBody>
        </p:sp>
      </p:grpSp>
      <p:sp>
        <p:nvSpPr>
          <p:cNvPr id="89" name="Flowchart: Decision 88"/>
          <p:cNvSpPr/>
          <p:nvPr/>
        </p:nvSpPr>
        <p:spPr>
          <a:xfrm>
            <a:off x="8303935" y="5707906"/>
            <a:ext cx="752475" cy="48895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Instrument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9" name="Flowchart: Decision 98"/>
          <p:cNvSpPr/>
          <p:nvPr/>
        </p:nvSpPr>
        <p:spPr>
          <a:xfrm>
            <a:off x="7187374" y="597475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Order 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00" name="Straight Arrow Connector 99"/>
          <p:cNvCxnSpPr>
            <a:stCxn id="99" idx="1"/>
            <a:endCxn id="135" idx="3"/>
          </p:cNvCxnSpPr>
          <p:nvPr/>
        </p:nvCxnSpPr>
        <p:spPr>
          <a:xfrm flipH="1">
            <a:off x="6626225" y="6219190"/>
            <a:ext cx="56134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/>
          <p:cNvCxnSpPr>
            <a:stCxn id="99" idx="0"/>
            <a:endCxn id="195" idx="3"/>
          </p:cNvCxnSpPr>
          <p:nvPr/>
        </p:nvCxnSpPr>
        <p:spPr>
          <a:xfrm rot="16200000" flipV="1">
            <a:off x="7029133" y="5483543"/>
            <a:ext cx="88265" cy="8940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6882255" y="580178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49" name="Oval 148"/>
          <p:cNvSpPr/>
          <p:nvPr/>
        </p:nvSpPr>
        <p:spPr>
          <a:xfrm>
            <a:off x="6882255" y="614221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62" name="Elbow Connector 161"/>
          <p:cNvCxnSpPr>
            <a:stCxn id="81" idx="1"/>
            <a:endCxn id="99" idx="2"/>
          </p:cNvCxnSpPr>
          <p:nvPr/>
        </p:nvCxnSpPr>
        <p:spPr>
          <a:xfrm rot="10800000">
            <a:off x="7520305" y="6463665"/>
            <a:ext cx="609600" cy="5461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/>
          <p:cNvCxnSpPr>
            <a:stCxn id="144" idx="3"/>
            <a:endCxn id="87" idx="1"/>
          </p:cNvCxnSpPr>
          <p:nvPr/>
        </p:nvCxnSpPr>
        <p:spPr>
          <a:xfrm>
            <a:off x="5469255" y="7043420"/>
            <a:ext cx="2660650" cy="13017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145" idx="3"/>
            <a:endCxn id="87" idx="1"/>
          </p:cNvCxnSpPr>
          <p:nvPr/>
        </p:nvCxnSpPr>
        <p:spPr>
          <a:xfrm flipV="1">
            <a:off x="5469255" y="7173595"/>
            <a:ext cx="2660650" cy="10223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Flowchart: Terminator 194"/>
          <p:cNvSpPr/>
          <p:nvPr/>
        </p:nvSpPr>
        <p:spPr>
          <a:xfrm>
            <a:off x="6116479" y="582295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5" name="Flowchart: Terminator 134"/>
          <p:cNvSpPr/>
          <p:nvPr/>
        </p:nvSpPr>
        <p:spPr>
          <a:xfrm>
            <a:off x="6116479" y="61582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3" name="Straight Arrow Connector 352"/>
          <p:cNvCxnSpPr>
            <a:stCxn id="89" idx="2"/>
            <a:endCxn id="74" idx="0"/>
          </p:cNvCxnSpPr>
          <p:nvPr/>
        </p:nvCxnSpPr>
        <p:spPr>
          <a:xfrm flipH="1">
            <a:off x="8679220" y="6196965"/>
            <a:ext cx="1905" cy="41592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8606161" y="630978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65" name="Straight Arrow Connector 364"/>
          <p:cNvCxnSpPr>
            <a:stCxn id="393" idx="2"/>
            <a:endCxn id="89" idx="0"/>
          </p:cNvCxnSpPr>
          <p:nvPr/>
        </p:nvCxnSpPr>
        <p:spPr>
          <a:xfrm flipH="1">
            <a:off x="8677632" y="5454650"/>
            <a:ext cx="5080" cy="25336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lowchart: Terminator 143"/>
          <p:cNvSpPr/>
          <p:nvPr/>
        </p:nvSpPr>
        <p:spPr>
          <a:xfrm>
            <a:off x="4959350" y="697992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client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5419215" y="695755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1</a:t>
            </a:r>
            <a:endParaRPr lang="en-US" sz="630" b="1"/>
          </a:p>
        </p:txBody>
      </p:sp>
      <p:cxnSp>
        <p:nvCxnSpPr>
          <p:cNvPr id="151" name="Elbow Connector 150"/>
          <p:cNvCxnSpPr>
            <a:endCxn id="392" idx="1"/>
          </p:cNvCxnSpPr>
          <p:nvPr/>
        </p:nvCxnSpPr>
        <p:spPr>
          <a:xfrm flipV="1">
            <a:off x="3407410" y="5214620"/>
            <a:ext cx="4724400" cy="573405"/>
          </a:xfrm>
          <a:prstGeom prst="bentConnector3">
            <a:avLst>
              <a:gd name="adj1" fmla="val -526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0" name="Group 389"/>
          <p:cNvGrpSpPr/>
          <p:nvPr/>
        </p:nvGrpSpPr>
        <p:grpSpPr>
          <a:xfrm>
            <a:off x="8131532" y="4977765"/>
            <a:ext cx="1097280" cy="476885"/>
            <a:chOff x="14669" y="9294"/>
            <a:chExt cx="1728" cy="751"/>
          </a:xfrm>
        </p:grpSpPr>
        <p:sp>
          <p:nvSpPr>
            <p:cNvPr id="391" name="Rectangles 390"/>
            <p:cNvSpPr/>
            <p:nvPr/>
          </p:nvSpPr>
          <p:spPr>
            <a:xfrm>
              <a:off x="14669" y="9294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392" name="Rectangles 391"/>
            <p:cNvSpPr/>
            <p:nvPr/>
          </p:nvSpPr>
          <p:spPr>
            <a:xfrm>
              <a:off x="14669" y="955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393" name="Rectangles 392"/>
            <p:cNvSpPr/>
            <p:nvPr/>
          </p:nvSpPr>
          <p:spPr>
            <a:xfrm>
              <a:off x="14669" y="982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en-US" sz="700"/>
                <a:t>De-Duplicate (latest)</a:t>
              </a:r>
              <a:endParaRPr lang="en-US" sz="700"/>
            </a:p>
          </p:txBody>
        </p:sp>
      </p:grpSp>
      <p:sp>
        <p:nvSpPr>
          <p:cNvPr id="173" name="Flowchart: Terminator 172"/>
          <p:cNvSpPr/>
          <p:nvPr/>
        </p:nvSpPr>
        <p:spPr>
          <a:xfrm>
            <a:off x="9090660" y="4989195"/>
            <a:ext cx="777240" cy="1257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api stops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747645" y="4716145"/>
            <a:ext cx="1021080" cy="3602990"/>
            <a:chOff x="10509" y="8366"/>
            <a:chExt cx="1608" cy="5674"/>
          </a:xfrm>
        </p:grpSpPr>
        <p:grpSp>
          <p:nvGrpSpPr>
            <p:cNvPr id="320" name="Group 319"/>
            <p:cNvGrpSpPr/>
            <p:nvPr/>
          </p:nvGrpSpPr>
          <p:grpSpPr>
            <a:xfrm rot="0">
              <a:off x="10509" y="8366"/>
              <a:ext cx="673" cy="526"/>
              <a:chOff x="16290" y="4518"/>
              <a:chExt cx="748" cy="584"/>
            </a:xfrm>
          </p:grpSpPr>
          <p:pic>
            <p:nvPicPr>
              <p:cNvPr id="321" name="Picture 32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22" name="Oval 32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23" name="Picture 32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91" y="8778"/>
              <a:ext cx="1427" cy="526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12" name="Group 311"/>
          <p:cNvGrpSpPr/>
          <p:nvPr/>
        </p:nvGrpSpPr>
        <p:grpSpPr>
          <a:xfrm>
            <a:off x="5186680" y="7446645"/>
            <a:ext cx="1110615" cy="1642745"/>
            <a:chOff x="8168" y="11727"/>
            <a:chExt cx="1749" cy="2587"/>
          </a:xfrm>
        </p:grpSpPr>
        <p:grpSp>
          <p:nvGrpSpPr>
            <p:cNvPr id="159" name="Group 158"/>
            <p:cNvGrpSpPr/>
            <p:nvPr/>
          </p:nvGrpSpPr>
          <p:grpSpPr>
            <a:xfrm rot="0">
              <a:off x="8168" y="11727"/>
              <a:ext cx="673" cy="526"/>
              <a:chOff x="16290" y="4518"/>
              <a:chExt cx="748" cy="584"/>
            </a:xfrm>
          </p:grpSpPr>
          <p:pic>
            <p:nvPicPr>
              <p:cNvPr id="161" name="Picture 16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63" name="Oval 162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65" name="Picture 16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66" name="Picture 16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309" y="12166"/>
              <a:ext cx="1608" cy="214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45" name="Flowchart: Terminator 144"/>
          <p:cNvSpPr/>
          <p:nvPr/>
        </p:nvSpPr>
        <p:spPr>
          <a:xfrm>
            <a:off x="4959350" y="72123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tpsl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5419215" y="718552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2</a:t>
            </a:r>
            <a:endParaRPr lang="en-US" sz="630" b="1"/>
          </a:p>
        </p:txBody>
      </p:sp>
      <p:grpSp>
        <p:nvGrpSpPr>
          <p:cNvPr id="172" name="Group 171"/>
          <p:cNvGrpSpPr/>
          <p:nvPr/>
        </p:nvGrpSpPr>
        <p:grpSpPr>
          <a:xfrm>
            <a:off x="5205730" y="3239135"/>
            <a:ext cx="1091565" cy="1642745"/>
            <a:chOff x="8502" y="11419"/>
            <a:chExt cx="1719" cy="2587"/>
          </a:xfrm>
        </p:grpSpPr>
        <p:grpSp>
          <p:nvGrpSpPr>
            <p:cNvPr id="174" name="Group 173"/>
            <p:cNvGrpSpPr/>
            <p:nvPr/>
          </p:nvGrpSpPr>
          <p:grpSpPr>
            <a:xfrm rot="0">
              <a:off x="8502" y="11419"/>
              <a:ext cx="673" cy="526"/>
              <a:chOff x="16290" y="4518"/>
              <a:chExt cx="748" cy="584"/>
            </a:xfrm>
          </p:grpSpPr>
          <p:pic>
            <p:nvPicPr>
              <p:cNvPr id="175" name="Picture 17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76" name="Oval 175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82" name="Picture 18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84" name="Picture 18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13" y="11858"/>
              <a:ext cx="1608" cy="214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85" name="Elbow Connector 184"/>
          <p:cNvCxnSpPr>
            <a:stCxn id="233" idx="2"/>
            <a:endCxn id="307" idx="3"/>
          </p:cNvCxnSpPr>
          <p:nvPr/>
        </p:nvCxnSpPr>
        <p:spPr>
          <a:xfrm rot="5400000">
            <a:off x="7029133" y="4374198"/>
            <a:ext cx="97155" cy="88519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Oval 305"/>
          <p:cNvSpPr/>
          <p:nvPr/>
        </p:nvSpPr>
        <p:spPr>
          <a:xfrm>
            <a:off x="6882255" y="477774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92" name="Flowchart: Terminator 91"/>
          <p:cNvSpPr/>
          <p:nvPr/>
        </p:nvSpPr>
        <p:spPr>
          <a:xfrm>
            <a:off x="4795820" y="363692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" name="Flowchart: Terminator 101"/>
          <p:cNvSpPr/>
          <p:nvPr/>
        </p:nvSpPr>
        <p:spPr>
          <a:xfrm>
            <a:off x="4790740" y="395378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5" name="Flowchart: Terminator 104"/>
          <p:cNvSpPr/>
          <p:nvPr/>
        </p:nvSpPr>
        <p:spPr>
          <a:xfrm>
            <a:off x="4818680" y="43443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Hold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Flowchart: Terminator 240"/>
          <p:cNvSpPr/>
          <p:nvPr/>
        </p:nvSpPr>
        <p:spPr>
          <a:xfrm>
            <a:off x="6116479" y="446644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64" name="Flowchart: Terminator 263"/>
          <p:cNvSpPr/>
          <p:nvPr/>
        </p:nvSpPr>
        <p:spPr>
          <a:xfrm>
            <a:off x="6116479" y="349023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81" name="Flowchart: Terminator 180"/>
          <p:cNvSpPr/>
          <p:nvPr/>
        </p:nvSpPr>
        <p:spPr>
          <a:xfrm>
            <a:off x="6116479" y="383970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rejected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07" name="Flowchart: Terminator 306"/>
          <p:cNvSpPr/>
          <p:nvPr/>
        </p:nvSpPr>
        <p:spPr>
          <a:xfrm>
            <a:off x="6116479" y="480045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canceled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186" name="Straight Arrow Connector 185"/>
          <p:cNvCxnSpPr>
            <a:stCxn id="87" idx="2"/>
            <a:endCxn id="189" idx="0"/>
          </p:cNvCxnSpPr>
          <p:nvPr/>
        </p:nvCxnSpPr>
        <p:spPr>
          <a:xfrm>
            <a:off x="8676362" y="7242175"/>
            <a:ext cx="7620" cy="3117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>
            <a:stCxn id="189" idx="1"/>
            <a:endCxn id="383" idx="3"/>
          </p:cNvCxnSpPr>
          <p:nvPr/>
        </p:nvCxnSpPr>
        <p:spPr>
          <a:xfrm flipH="1">
            <a:off x="6626225" y="7798435"/>
            <a:ext cx="1721485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6882255" y="77233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89" name="Flowchart: Decision 188"/>
          <p:cNvSpPr/>
          <p:nvPr/>
        </p:nvSpPr>
        <p:spPr>
          <a:xfrm>
            <a:off x="8347837" y="75540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90" name="Straight Arrow Connector 189"/>
          <p:cNvCxnSpPr>
            <a:stCxn id="189" idx="2"/>
            <a:endCxn id="385" idx="0"/>
          </p:cNvCxnSpPr>
          <p:nvPr/>
        </p:nvCxnSpPr>
        <p:spPr>
          <a:xfrm>
            <a:off x="8680172" y="8042910"/>
            <a:ext cx="0" cy="36576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8606161" y="81600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2" name="Flowchart: Decision 191"/>
          <p:cNvSpPr/>
          <p:nvPr/>
        </p:nvSpPr>
        <p:spPr>
          <a:xfrm>
            <a:off x="8347837" y="964173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Newer?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96" name="Straight Arrow Connector 195"/>
          <p:cNvCxnSpPr>
            <a:stCxn id="192" idx="1"/>
            <a:endCxn id="201" idx="3"/>
          </p:cNvCxnSpPr>
          <p:nvPr/>
        </p:nvCxnSpPr>
        <p:spPr>
          <a:xfrm flipH="1">
            <a:off x="7852410" y="9883038"/>
            <a:ext cx="495300" cy="571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803414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9" name="Flowchart: Decision 198"/>
          <p:cNvSpPr/>
          <p:nvPr/>
        </p:nvSpPr>
        <p:spPr>
          <a:xfrm>
            <a:off x="7187374" y="841061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API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85" name="Straight Arrow Connector 284"/>
          <p:cNvCxnSpPr>
            <a:stCxn id="199" idx="1"/>
            <a:endCxn id="384" idx="3"/>
          </p:cNvCxnSpPr>
          <p:nvPr/>
        </p:nvCxnSpPr>
        <p:spPr>
          <a:xfrm flipH="1">
            <a:off x="6616700" y="8655259"/>
            <a:ext cx="570865" cy="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6882255" y="85752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01" name="Flowchart: Decision 200"/>
          <p:cNvSpPr/>
          <p:nvPr/>
        </p:nvSpPr>
        <p:spPr>
          <a:xfrm>
            <a:off x="7187374" y="964157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83" name="Flowchart: Terminator 382"/>
          <p:cNvSpPr/>
          <p:nvPr/>
        </p:nvSpPr>
        <p:spPr>
          <a:xfrm>
            <a:off x="6116479" y="77457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4" name="Flowchart: Terminator 383"/>
          <p:cNvSpPr/>
          <p:nvPr/>
        </p:nvSpPr>
        <p:spPr>
          <a:xfrm>
            <a:off x="6106954" y="8591441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5" name="Flowchart: Decision 384"/>
          <p:cNvSpPr/>
          <p:nvPr/>
        </p:nvSpPr>
        <p:spPr>
          <a:xfrm>
            <a:off x="8347837" y="840840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History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6" name="Straight Arrow Connector 385"/>
          <p:cNvCxnSpPr>
            <a:stCxn id="385" idx="2"/>
            <a:endCxn id="192" idx="0"/>
          </p:cNvCxnSpPr>
          <p:nvPr/>
        </p:nvCxnSpPr>
        <p:spPr>
          <a:xfrm>
            <a:off x="8680172" y="8896985"/>
            <a:ext cx="0" cy="74485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Oval 386"/>
          <p:cNvSpPr/>
          <p:nvPr/>
        </p:nvSpPr>
        <p:spPr>
          <a:xfrm>
            <a:off x="8606161" y="921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88" name="Straight Arrow Connector 387"/>
          <p:cNvCxnSpPr>
            <a:stCxn id="385" idx="1"/>
            <a:endCxn id="199" idx="3"/>
          </p:cNvCxnSpPr>
          <p:nvPr/>
        </p:nvCxnSpPr>
        <p:spPr>
          <a:xfrm flipH="1">
            <a:off x="7852410" y="8653145"/>
            <a:ext cx="495300" cy="190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Elbow Connector 388"/>
          <p:cNvCxnSpPr>
            <a:stCxn id="201" idx="0"/>
            <a:endCxn id="200" idx="4"/>
          </p:cNvCxnSpPr>
          <p:nvPr/>
        </p:nvCxnSpPr>
        <p:spPr>
          <a:xfrm rot="16200000" flipV="1">
            <a:off x="6784658" y="8906193"/>
            <a:ext cx="907415" cy="563880"/>
          </a:xfrm>
          <a:prstGeom prst="bentConnector3">
            <a:avLst>
              <a:gd name="adj1" fmla="val 50000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Oval 393"/>
          <p:cNvSpPr/>
          <p:nvPr/>
        </p:nvSpPr>
        <p:spPr>
          <a:xfrm>
            <a:off x="8034145" y="857546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97" name="Elbow Connector 396"/>
          <p:cNvCxnSpPr>
            <a:stCxn id="199" idx="0"/>
            <a:endCxn id="399" idx="3"/>
          </p:cNvCxnSpPr>
          <p:nvPr/>
        </p:nvCxnSpPr>
        <p:spPr>
          <a:xfrm rot="16200000" flipV="1">
            <a:off x="6967538" y="7857808"/>
            <a:ext cx="170815" cy="93472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Oval 397"/>
          <p:cNvSpPr/>
          <p:nvPr/>
        </p:nvSpPr>
        <p:spPr>
          <a:xfrm>
            <a:off x="6882255" y="81600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9" name="Rectangles 398"/>
          <p:cNvSpPr/>
          <p:nvPr/>
        </p:nvSpPr>
        <p:spPr>
          <a:xfrm>
            <a:off x="6138386" y="8171180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Expire</a:t>
            </a:r>
            <a:endParaRPr lang="en-US" sz="550" b="1">
              <a:sym typeface="+mn-ea"/>
            </a:endParaRPr>
          </a:p>
        </p:txBody>
      </p:sp>
      <p:cxnSp>
        <p:nvCxnSpPr>
          <p:cNvPr id="400" name="Straight Arrow Connector 399"/>
          <p:cNvCxnSpPr>
            <a:stCxn id="201" idx="1"/>
            <a:endCxn id="402" idx="3"/>
          </p:cNvCxnSpPr>
          <p:nvPr/>
        </p:nvCxnSpPr>
        <p:spPr>
          <a:xfrm flipH="1">
            <a:off x="6694170" y="9885260"/>
            <a:ext cx="49339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Oval 400"/>
          <p:cNvSpPr/>
          <p:nvPr/>
        </p:nvSpPr>
        <p:spPr>
          <a:xfrm>
            <a:off x="688225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02" name="Flowchart: Decision 401"/>
          <p:cNvSpPr/>
          <p:nvPr/>
        </p:nvSpPr>
        <p:spPr>
          <a:xfrm>
            <a:off x="6029571" y="964157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API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3" name="Straight Arrow Connector 402"/>
          <p:cNvCxnSpPr>
            <a:stCxn id="402" idx="0"/>
            <a:endCxn id="409" idx="2"/>
          </p:cNvCxnSpPr>
          <p:nvPr/>
        </p:nvCxnSpPr>
        <p:spPr>
          <a:xfrm flipV="1">
            <a:off x="6361906" y="9126855"/>
            <a:ext cx="0" cy="5149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/>
          <p:cNvSpPr/>
          <p:nvPr/>
        </p:nvSpPr>
        <p:spPr>
          <a:xfrm>
            <a:off x="6287895" y="931467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409" name="Rectangles 408"/>
          <p:cNvSpPr/>
          <p:nvPr/>
        </p:nvSpPr>
        <p:spPr>
          <a:xfrm>
            <a:off x="6138386" y="8989695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Hold</a:t>
            </a:r>
            <a:endParaRPr lang="en-US" sz="550" b="1">
              <a:sym typeface="+mn-ea"/>
            </a:endParaRPr>
          </a:p>
        </p:txBody>
      </p:sp>
      <p:grpSp>
        <p:nvGrpSpPr>
          <p:cNvPr id="213" name="Group 212"/>
          <p:cNvGrpSpPr/>
          <p:nvPr/>
        </p:nvGrpSpPr>
        <p:grpSpPr>
          <a:xfrm>
            <a:off x="9949180" y="7446645"/>
            <a:ext cx="905510" cy="1010920"/>
            <a:chOff x="6343" y="14351"/>
            <a:chExt cx="1426" cy="1592"/>
          </a:xfrm>
        </p:grpSpPr>
        <p:grpSp>
          <p:nvGrpSpPr>
            <p:cNvPr id="203" name="Group 202"/>
            <p:cNvGrpSpPr/>
            <p:nvPr/>
          </p:nvGrpSpPr>
          <p:grpSpPr>
            <a:xfrm rot="0">
              <a:off x="6343" y="14351"/>
              <a:ext cx="673" cy="526"/>
              <a:chOff x="16290" y="4518"/>
              <a:chExt cx="748" cy="584"/>
            </a:xfrm>
          </p:grpSpPr>
          <p:pic>
            <p:nvPicPr>
              <p:cNvPr id="204" name="Picture 20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10" name="Oval 20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11" name="Picture 21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02" name="Picture 20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75" y="14769"/>
              <a:ext cx="1295" cy="117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282" name="Elbow Connector 281"/>
          <p:cNvCxnSpPr>
            <a:stCxn id="81" idx="3"/>
            <a:endCxn id="87" idx="3"/>
          </p:cNvCxnSpPr>
          <p:nvPr/>
        </p:nvCxnSpPr>
        <p:spPr>
          <a:xfrm>
            <a:off x="9227185" y="7009765"/>
            <a:ext cx="3175" cy="163830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/>
          <p:cNvCxnSpPr>
            <a:stCxn id="189" idx="3"/>
            <a:endCxn id="288" idx="1"/>
          </p:cNvCxnSpPr>
          <p:nvPr/>
        </p:nvCxnSpPr>
        <p:spPr>
          <a:xfrm>
            <a:off x="9012555" y="7798435"/>
            <a:ext cx="582295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Oval 286"/>
          <p:cNvSpPr/>
          <p:nvPr/>
        </p:nvSpPr>
        <p:spPr>
          <a:xfrm>
            <a:off x="9177145" y="771955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88" name="Flowchart: Terminator 287"/>
          <p:cNvSpPr/>
          <p:nvPr/>
        </p:nvSpPr>
        <p:spPr>
          <a:xfrm>
            <a:off x="9595009" y="77457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9" name="Elbow Connector 288"/>
          <p:cNvCxnSpPr>
            <a:stCxn id="385" idx="3"/>
            <a:endCxn id="290" idx="2"/>
          </p:cNvCxnSpPr>
          <p:nvPr/>
        </p:nvCxnSpPr>
        <p:spPr>
          <a:xfrm flipV="1">
            <a:off x="9012555" y="8159750"/>
            <a:ext cx="854075" cy="493395"/>
          </a:xfrm>
          <a:prstGeom prst="bentConnector2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lowchart: Terminator 289"/>
          <p:cNvSpPr/>
          <p:nvPr/>
        </p:nvSpPr>
        <p:spPr>
          <a:xfrm>
            <a:off x="9611519" y="8032641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Oval 293"/>
          <p:cNvSpPr/>
          <p:nvPr/>
        </p:nvSpPr>
        <p:spPr>
          <a:xfrm>
            <a:off x="9177145" y="857546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99" name="Flowchart: Decision 298"/>
          <p:cNvSpPr/>
          <p:nvPr/>
        </p:nvSpPr>
        <p:spPr>
          <a:xfrm>
            <a:off x="9534017" y="964173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02" name="Straight Arrow Connector 301"/>
          <p:cNvCxnSpPr>
            <a:stCxn id="192" idx="3"/>
            <a:endCxn id="299" idx="1"/>
          </p:cNvCxnSpPr>
          <p:nvPr/>
        </p:nvCxnSpPr>
        <p:spPr>
          <a:xfrm flipV="1">
            <a:off x="9012555" y="9873830"/>
            <a:ext cx="521335" cy="241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Oval 302"/>
          <p:cNvSpPr/>
          <p:nvPr/>
        </p:nvSpPr>
        <p:spPr>
          <a:xfrm>
            <a:off x="917714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04" name="Straight Arrow Connector 303"/>
          <p:cNvCxnSpPr>
            <a:stCxn id="299" idx="0"/>
            <a:endCxn id="290" idx="2"/>
          </p:cNvCxnSpPr>
          <p:nvPr/>
        </p:nvCxnSpPr>
        <p:spPr>
          <a:xfrm flipV="1">
            <a:off x="9866630" y="8159750"/>
            <a:ext cx="0" cy="148209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Oval 307"/>
          <p:cNvSpPr/>
          <p:nvPr/>
        </p:nvSpPr>
        <p:spPr>
          <a:xfrm>
            <a:off x="9788650" y="921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cxnSp>
        <p:nvCxnSpPr>
          <p:cNvPr id="283" name="Straight Arrow Connector 282"/>
          <p:cNvCxnSpPr/>
          <p:nvPr/>
        </p:nvCxnSpPr>
        <p:spPr>
          <a:xfrm flipH="1">
            <a:off x="9614535" y="4386580"/>
            <a:ext cx="1905" cy="44132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/>
          <p:cNvCxnSpPr>
            <a:endCxn id="295" idx="0"/>
          </p:cNvCxnSpPr>
          <p:nvPr/>
        </p:nvCxnSpPr>
        <p:spPr>
          <a:xfrm flipH="1">
            <a:off x="9614535" y="5094605"/>
            <a:ext cx="1905" cy="22225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84" idx="1"/>
          </p:cNvCxnSpPr>
          <p:nvPr/>
        </p:nvCxnSpPr>
        <p:spPr>
          <a:xfrm flipV="1">
            <a:off x="3101340" y="2846070"/>
            <a:ext cx="384810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s 168"/>
          <p:cNvSpPr/>
          <p:nvPr/>
        </p:nvSpPr>
        <p:spPr>
          <a:xfrm>
            <a:off x="9080500" y="217995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Publish</a:t>
            </a:r>
            <a:endParaRPr lang="en-US" sz="720">
              <a:sym typeface="+mn-ea"/>
            </a:endParaRPr>
          </a:p>
        </p:txBody>
      </p:sp>
      <p:sp>
        <p:nvSpPr>
          <p:cNvPr id="171" name="Rectangles 170"/>
          <p:cNvSpPr/>
          <p:nvPr/>
        </p:nvSpPr>
        <p:spPr>
          <a:xfrm>
            <a:off x="9080500" y="233108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</a:t>
            </a:r>
            <a:endParaRPr lang="en-US" sz="720">
              <a:sym typeface="+mn-ea"/>
            </a:endParaRPr>
          </a:p>
        </p:txBody>
      </p:sp>
      <p:sp>
        <p:nvSpPr>
          <p:cNvPr id="177" name="Rectangles 176"/>
          <p:cNvSpPr/>
          <p:nvPr/>
        </p:nvSpPr>
        <p:spPr>
          <a:xfrm>
            <a:off x="9080500" y="263652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Compare</a:t>
            </a:r>
            <a:endParaRPr lang="en-US" sz="720"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9080500" y="248348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</a:t>
            </a:r>
            <a:endParaRPr lang="en-US" sz="720">
              <a:sym typeface="+mn-ea"/>
            </a:endParaRPr>
          </a:p>
        </p:txBody>
      </p:sp>
      <p:cxnSp>
        <p:nvCxnSpPr>
          <p:cNvPr id="98" name="Elbow Connector 97"/>
          <p:cNvCxnSpPr>
            <a:endCxn id="5" idx="1"/>
          </p:cNvCxnSpPr>
          <p:nvPr/>
        </p:nvCxnSpPr>
        <p:spPr>
          <a:xfrm rot="16200000">
            <a:off x="8261350" y="2450465"/>
            <a:ext cx="201295" cy="46037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Terminator 4"/>
          <p:cNvSpPr/>
          <p:nvPr/>
        </p:nvSpPr>
        <p:spPr>
          <a:xfrm>
            <a:off x="8592185" y="2515870"/>
            <a:ext cx="548640" cy="128016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position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93" name="Straight Arrow Connector 92"/>
          <p:cNvCxnSpPr>
            <a:endCxn id="85" idx="3"/>
          </p:cNvCxnSpPr>
          <p:nvPr/>
        </p:nvCxnSpPr>
        <p:spPr>
          <a:xfrm flipH="1">
            <a:off x="5399405" y="2997835"/>
            <a:ext cx="233045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endCxn id="180" idx="0"/>
          </p:cNvCxnSpPr>
          <p:nvPr/>
        </p:nvCxnSpPr>
        <p:spPr>
          <a:xfrm flipH="1">
            <a:off x="4403725" y="3225800"/>
            <a:ext cx="2540" cy="3079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4" name="Group 373"/>
          <p:cNvGrpSpPr/>
          <p:nvPr/>
        </p:nvGrpSpPr>
        <p:grpSpPr>
          <a:xfrm>
            <a:off x="3876040" y="2640330"/>
            <a:ext cx="1060450" cy="585470"/>
            <a:chOff x="4703" y="8729"/>
            <a:chExt cx="1670" cy="922"/>
          </a:xfrm>
        </p:grpSpPr>
        <p:sp>
          <p:nvSpPr>
            <p:cNvPr id="55" name="Rectangles 54"/>
            <p:cNvSpPr/>
            <p:nvPr/>
          </p:nvSpPr>
          <p:spPr>
            <a:xfrm>
              <a:off x="4703" y="8729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Process</a:t>
              </a:r>
              <a:endParaRPr lang="en-US" sz="720"/>
            </a:p>
          </p:txBody>
        </p:sp>
        <p:sp>
          <p:nvSpPr>
            <p:cNvPr id="80" name="Rectangles 79"/>
            <p:cNvSpPr/>
            <p:nvPr/>
          </p:nvSpPr>
          <p:spPr>
            <a:xfrm>
              <a:off x="4703" y="8970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82" name="Rectangles 81"/>
            <p:cNvSpPr/>
            <p:nvPr/>
          </p:nvSpPr>
          <p:spPr>
            <a:xfrm>
              <a:off x="4703" y="9209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83" name="Rectangles 82"/>
            <p:cNvSpPr/>
            <p:nvPr/>
          </p:nvSpPr>
          <p:spPr>
            <a:xfrm>
              <a:off x="4703" y="9447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Process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212" name="Straight Arrow Connector 211"/>
          <p:cNvCxnSpPr>
            <a:stCxn id="351" idx="3"/>
            <a:endCxn id="214" idx="2"/>
          </p:cNvCxnSpPr>
          <p:nvPr/>
        </p:nvCxnSpPr>
        <p:spPr>
          <a:xfrm flipV="1">
            <a:off x="5796280" y="6490335"/>
            <a:ext cx="575310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/>
          <p:cNvSpPr/>
          <p:nvPr/>
        </p:nvSpPr>
        <p:spPr>
          <a:xfrm>
            <a:off x="6371448" y="63570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16" name="Straight Arrow Connector 215"/>
          <p:cNvCxnSpPr>
            <a:stCxn id="248" idx="2"/>
            <a:endCxn id="310" idx="0"/>
          </p:cNvCxnSpPr>
          <p:nvPr/>
        </p:nvCxnSpPr>
        <p:spPr>
          <a:xfrm>
            <a:off x="4406900" y="5838190"/>
            <a:ext cx="0" cy="4133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4332254" y="59302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44" name="Elbow Connector 243"/>
          <p:cNvCxnSpPr>
            <a:endCxn id="178" idx="1"/>
          </p:cNvCxnSpPr>
          <p:nvPr/>
        </p:nvCxnSpPr>
        <p:spPr>
          <a:xfrm flipV="1">
            <a:off x="2706370" y="2403475"/>
            <a:ext cx="5888990" cy="41275"/>
          </a:xfrm>
          <a:prstGeom prst="bentConnector3">
            <a:avLst>
              <a:gd name="adj1" fmla="val 2275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/>
          <p:cNvCxnSpPr>
            <a:stCxn id="177" idx="2"/>
          </p:cNvCxnSpPr>
          <p:nvPr/>
        </p:nvCxnSpPr>
        <p:spPr>
          <a:xfrm>
            <a:off x="9610725" y="2765425"/>
            <a:ext cx="2540" cy="20955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Flowchart: Decision 294"/>
          <p:cNvSpPr/>
          <p:nvPr/>
        </p:nvSpPr>
        <p:spPr>
          <a:xfrm>
            <a:off x="9281809" y="53170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96" name="Straight Arrow Connector 295"/>
          <p:cNvCxnSpPr>
            <a:stCxn id="295" idx="1"/>
            <a:endCxn id="270" idx="3"/>
          </p:cNvCxnSpPr>
          <p:nvPr/>
        </p:nvCxnSpPr>
        <p:spPr>
          <a:xfrm>
            <a:off x="9281795" y="5561330"/>
            <a:ext cx="2517140" cy="7620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11956421" y="554846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70" name="Flowchart: Terminator 269"/>
          <p:cNvSpPr/>
          <p:nvPr/>
        </p:nvSpPr>
        <p:spPr>
          <a:xfrm>
            <a:off x="11280110" y="55726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85" name="Flowchart: Terminator 84"/>
          <p:cNvSpPr/>
          <p:nvPr/>
        </p:nvSpPr>
        <p:spPr>
          <a:xfrm>
            <a:off x="4846320" y="2940685"/>
            <a:ext cx="55308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position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63" name="Group 62"/>
          <p:cNvGrpSpPr/>
          <p:nvPr/>
        </p:nvGrpSpPr>
        <p:grpSpPr>
          <a:xfrm rot="0">
            <a:off x="4855210" y="2514600"/>
            <a:ext cx="203200" cy="215900"/>
            <a:chOff x="8092" y="1237"/>
            <a:chExt cx="482" cy="524"/>
          </a:xfrm>
        </p:grpSpPr>
        <p:sp>
          <p:nvSpPr>
            <p:cNvPr id="64" name="Oval 63"/>
            <p:cNvSpPr/>
            <p:nvPr/>
          </p:nvSpPr>
          <p:spPr>
            <a:xfrm>
              <a:off x="8092" y="1237"/>
              <a:ext cx="482" cy="52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30" y="1345"/>
              <a:ext cx="444" cy="408"/>
            </a:xfrm>
            <a:prstGeom prst="rect">
              <a:avLst/>
            </a:prstGeom>
          </p:spPr>
        </p:pic>
      </p:grpSp>
      <p:cxnSp>
        <p:nvCxnSpPr>
          <p:cNvPr id="52" name="Straight Arrow Connector 51"/>
          <p:cNvCxnSpPr/>
          <p:nvPr/>
        </p:nvCxnSpPr>
        <p:spPr>
          <a:xfrm>
            <a:off x="9613265" y="3460115"/>
            <a:ext cx="1270" cy="4552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9171940" y="2974975"/>
            <a:ext cx="881380" cy="485140"/>
            <a:chOff x="12036" y="7556"/>
            <a:chExt cx="1388" cy="764"/>
          </a:xfrm>
        </p:grpSpPr>
        <p:sp>
          <p:nvSpPr>
            <p:cNvPr id="50" name="Flowchart: Decision 49"/>
            <p:cNvSpPr/>
            <p:nvPr/>
          </p:nvSpPr>
          <p:spPr>
            <a:xfrm>
              <a:off x="12207" y="7556"/>
              <a:ext cx="1047" cy="764"/>
            </a:xfrm>
            <a:prstGeom prst="flowChartDecision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  <a:scene3d>
                <a:camera prst="orthographicFront"/>
                <a:lightRig rig="threePt" dir="t"/>
              </a:scene3d>
            </a:bodyPr>
            <a:p>
              <a:pPr lvl="0" algn="ctr">
                <a:buClrTx/>
                <a:buSzTx/>
                <a:buFontTx/>
              </a:pPr>
              <a:endParaRPr lang="en-US" sz="5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12036" y="7736"/>
              <a:ext cx="1389" cy="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instrument</a:t>
              </a:r>
              <a:endParaRPr lang="en-US" sz="54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position?</a:t>
              </a:r>
              <a:endParaRPr lang="en-US" sz="540"/>
            </a:p>
          </p:txBody>
        </p:sp>
      </p:grpSp>
      <p:sp>
        <p:nvSpPr>
          <p:cNvPr id="67" name="Oval 66"/>
          <p:cNvSpPr/>
          <p:nvPr/>
        </p:nvSpPr>
        <p:spPr>
          <a:xfrm>
            <a:off x="9539498" y="448564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178" name="Flowchart: Terminator 177"/>
          <p:cNvSpPr/>
          <p:nvPr/>
        </p:nvSpPr>
        <p:spPr>
          <a:xfrm>
            <a:off x="8595360" y="2338705"/>
            <a:ext cx="54419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80" name="Flowchart: Decision 179"/>
          <p:cNvSpPr/>
          <p:nvPr/>
        </p:nvSpPr>
        <p:spPr>
          <a:xfrm>
            <a:off x="4070755" y="35337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83" name="Flowchart: Decision 182"/>
          <p:cNvSpPr/>
          <p:nvPr/>
        </p:nvSpPr>
        <p:spPr>
          <a:xfrm>
            <a:off x="5131435" y="354393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93" name="Flowchart: Terminator 192"/>
          <p:cNvSpPr/>
          <p:nvPr/>
        </p:nvSpPr>
        <p:spPr>
          <a:xfrm>
            <a:off x="6247430" y="37220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" name="Flowchart: Terminator 193"/>
          <p:cNvSpPr/>
          <p:nvPr/>
        </p:nvSpPr>
        <p:spPr>
          <a:xfrm>
            <a:off x="6247430" y="415635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7" name="Straight Arrow Connector 196"/>
          <p:cNvCxnSpPr>
            <a:stCxn id="183" idx="3"/>
            <a:endCxn id="193" idx="1"/>
          </p:cNvCxnSpPr>
          <p:nvPr/>
        </p:nvCxnSpPr>
        <p:spPr>
          <a:xfrm>
            <a:off x="5796280" y="3786505"/>
            <a:ext cx="450850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7126729" y="387308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5922135" y="369559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07" name="Elbow Connector 206"/>
          <p:cNvCxnSpPr>
            <a:stCxn id="183" idx="2"/>
            <a:endCxn id="194" idx="1"/>
          </p:cNvCxnSpPr>
          <p:nvPr/>
        </p:nvCxnSpPr>
        <p:spPr>
          <a:xfrm rot="5400000" flipV="1">
            <a:off x="5759768" y="3733483"/>
            <a:ext cx="191770" cy="782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val 207"/>
          <p:cNvSpPr/>
          <p:nvPr/>
        </p:nvSpPr>
        <p:spPr>
          <a:xfrm>
            <a:off x="5922135" y="414067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09" name="Elbow Connector 208"/>
          <p:cNvCxnSpPr>
            <a:stCxn id="194" idx="3"/>
            <a:endCxn id="205" idx="2"/>
          </p:cNvCxnSpPr>
          <p:nvPr/>
        </p:nvCxnSpPr>
        <p:spPr>
          <a:xfrm flipV="1">
            <a:off x="6765925" y="4006215"/>
            <a:ext cx="360680" cy="21463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lbow Connector 214"/>
          <p:cNvCxnSpPr>
            <a:stCxn id="193" idx="3"/>
            <a:endCxn id="205" idx="2"/>
          </p:cNvCxnSpPr>
          <p:nvPr/>
        </p:nvCxnSpPr>
        <p:spPr>
          <a:xfrm>
            <a:off x="6765925" y="3786505"/>
            <a:ext cx="360680" cy="21971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>
            <a:stCxn id="180" idx="3"/>
            <a:endCxn id="183" idx="1"/>
          </p:cNvCxnSpPr>
          <p:nvPr/>
        </p:nvCxnSpPr>
        <p:spPr>
          <a:xfrm>
            <a:off x="4735830" y="3778250"/>
            <a:ext cx="395605" cy="82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4833745" y="370702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43" name="Straight Arrow Connector 242"/>
          <p:cNvCxnSpPr>
            <a:stCxn id="369" idx="2"/>
            <a:endCxn id="248" idx="0"/>
          </p:cNvCxnSpPr>
          <p:nvPr/>
        </p:nvCxnSpPr>
        <p:spPr>
          <a:xfrm>
            <a:off x="4406900" y="4949190"/>
            <a:ext cx="0" cy="4006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Flowchart: Decision 247"/>
          <p:cNvSpPr/>
          <p:nvPr/>
        </p:nvSpPr>
        <p:spPr>
          <a:xfrm>
            <a:off x="4073930" y="53498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</a:t>
            </a: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65" name="Flowchart: Decision 264"/>
          <p:cNvSpPr/>
          <p:nvPr/>
        </p:nvSpPr>
        <p:spPr>
          <a:xfrm>
            <a:off x="5131435" y="536702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69" name="Flowchart: Terminator 268"/>
          <p:cNvSpPr/>
          <p:nvPr/>
        </p:nvSpPr>
        <p:spPr>
          <a:xfrm>
            <a:off x="6247430" y="597943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2" name="Oval 271"/>
          <p:cNvSpPr/>
          <p:nvPr/>
        </p:nvSpPr>
        <p:spPr>
          <a:xfrm>
            <a:off x="7126729" y="569616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77" name="Elbow Connector 276"/>
          <p:cNvCxnSpPr>
            <a:stCxn id="265" idx="2"/>
            <a:endCxn id="269" idx="1"/>
          </p:cNvCxnSpPr>
          <p:nvPr/>
        </p:nvCxnSpPr>
        <p:spPr>
          <a:xfrm rot="5400000" flipV="1">
            <a:off x="5759768" y="5556568"/>
            <a:ext cx="191770" cy="782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5922135" y="596375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86" name="Elbow Connector 285"/>
          <p:cNvCxnSpPr>
            <a:stCxn id="269" idx="3"/>
            <a:endCxn id="272" idx="2"/>
          </p:cNvCxnSpPr>
          <p:nvPr/>
        </p:nvCxnSpPr>
        <p:spPr>
          <a:xfrm flipV="1">
            <a:off x="6765925" y="5829300"/>
            <a:ext cx="360680" cy="21463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/>
          <p:cNvCxnSpPr>
            <a:stCxn id="265" idx="3"/>
            <a:endCxn id="375" idx="1"/>
          </p:cNvCxnSpPr>
          <p:nvPr/>
        </p:nvCxnSpPr>
        <p:spPr>
          <a:xfrm flipV="1">
            <a:off x="5796280" y="5608955"/>
            <a:ext cx="450850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/>
          <p:cNvCxnSpPr>
            <a:stCxn id="248" idx="3"/>
            <a:endCxn id="265" idx="1"/>
          </p:cNvCxnSpPr>
          <p:nvPr/>
        </p:nvCxnSpPr>
        <p:spPr>
          <a:xfrm>
            <a:off x="4739005" y="5594350"/>
            <a:ext cx="392430" cy="152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Oval 300"/>
          <p:cNvSpPr/>
          <p:nvPr/>
        </p:nvSpPr>
        <p:spPr>
          <a:xfrm>
            <a:off x="4833745" y="555551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73" name="Oval 272"/>
          <p:cNvSpPr/>
          <p:nvPr/>
        </p:nvSpPr>
        <p:spPr>
          <a:xfrm>
            <a:off x="5922135" y="551868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05" name="Elbow Connector 304"/>
          <p:cNvCxnSpPr/>
          <p:nvPr/>
        </p:nvCxnSpPr>
        <p:spPr>
          <a:xfrm rot="5400000">
            <a:off x="7951788" y="1670368"/>
            <a:ext cx="153035" cy="76327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Flowchart: Decision 309"/>
          <p:cNvSpPr/>
          <p:nvPr/>
        </p:nvSpPr>
        <p:spPr>
          <a:xfrm>
            <a:off x="4073930" y="62515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Hold?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28" name="Flowchart: Decision 327"/>
          <p:cNvSpPr/>
          <p:nvPr/>
        </p:nvSpPr>
        <p:spPr>
          <a:xfrm>
            <a:off x="6929755" y="624395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closed?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29" name="Flowchart: Terminator 328"/>
          <p:cNvSpPr/>
          <p:nvPr/>
        </p:nvSpPr>
        <p:spPr>
          <a:xfrm>
            <a:off x="8061625" y="642203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8" name="Straight Arrow Connector 337"/>
          <p:cNvCxnSpPr>
            <a:stCxn id="328" idx="3"/>
            <a:endCxn id="329" idx="1"/>
          </p:cNvCxnSpPr>
          <p:nvPr/>
        </p:nvCxnSpPr>
        <p:spPr>
          <a:xfrm>
            <a:off x="7594600" y="6486525"/>
            <a:ext cx="46672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Oval 338"/>
          <p:cNvSpPr/>
          <p:nvPr/>
        </p:nvSpPr>
        <p:spPr>
          <a:xfrm>
            <a:off x="8989858" y="657310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41" name="Oval 340"/>
          <p:cNvSpPr/>
          <p:nvPr/>
        </p:nvSpPr>
        <p:spPr>
          <a:xfrm>
            <a:off x="7695055" y="63956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45" name="Elbow Connector 344"/>
          <p:cNvCxnSpPr>
            <a:stCxn id="329" idx="3"/>
            <a:endCxn id="339" idx="2"/>
          </p:cNvCxnSpPr>
          <p:nvPr/>
        </p:nvCxnSpPr>
        <p:spPr>
          <a:xfrm>
            <a:off x="8580120" y="6486525"/>
            <a:ext cx="409575" cy="219710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Flowchart: Decision 350"/>
          <p:cNvSpPr/>
          <p:nvPr/>
        </p:nvSpPr>
        <p:spPr>
          <a:xfrm>
            <a:off x="5131435" y="624840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52" name="Flowchart: Terminator 351"/>
          <p:cNvSpPr/>
          <p:nvPr/>
        </p:nvSpPr>
        <p:spPr>
          <a:xfrm>
            <a:off x="8061625" y="68608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4" name="Elbow Connector 353"/>
          <p:cNvCxnSpPr/>
          <p:nvPr/>
        </p:nvCxnSpPr>
        <p:spPr>
          <a:xfrm rot="5400000" flipV="1">
            <a:off x="6648768" y="5548948"/>
            <a:ext cx="191770" cy="2560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Oval 354"/>
          <p:cNvSpPr/>
          <p:nvPr/>
        </p:nvSpPr>
        <p:spPr>
          <a:xfrm>
            <a:off x="5922135" y="684513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56" name="Elbow Connector 355"/>
          <p:cNvCxnSpPr>
            <a:stCxn id="352" idx="3"/>
            <a:endCxn id="339" idx="2"/>
          </p:cNvCxnSpPr>
          <p:nvPr/>
        </p:nvCxnSpPr>
        <p:spPr>
          <a:xfrm flipV="1">
            <a:off x="8580120" y="6706235"/>
            <a:ext cx="409575" cy="219075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/>
          <p:cNvCxnSpPr>
            <a:stCxn id="214" idx="6"/>
            <a:endCxn id="328" idx="1"/>
          </p:cNvCxnSpPr>
          <p:nvPr/>
        </p:nvCxnSpPr>
        <p:spPr>
          <a:xfrm flipV="1">
            <a:off x="6642735" y="6486525"/>
            <a:ext cx="287020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/>
          <p:cNvCxnSpPr>
            <a:stCxn id="310" idx="3"/>
            <a:endCxn id="351" idx="1"/>
          </p:cNvCxnSpPr>
          <p:nvPr/>
        </p:nvCxnSpPr>
        <p:spPr>
          <a:xfrm flipV="1">
            <a:off x="4739005" y="6490970"/>
            <a:ext cx="392430" cy="508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Oval 358"/>
          <p:cNvSpPr/>
          <p:nvPr/>
        </p:nvSpPr>
        <p:spPr>
          <a:xfrm>
            <a:off x="4833745" y="641149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60" name="Oval 359"/>
          <p:cNvSpPr/>
          <p:nvPr/>
        </p:nvSpPr>
        <p:spPr>
          <a:xfrm>
            <a:off x="5922135" y="640006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61" name="Straight Arrow Connector 360"/>
          <p:cNvCxnSpPr>
            <a:stCxn id="180" idx="2"/>
            <a:endCxn id="369" idx="0"/>
          </p:cNvCxnSpPr>
          <p:nvPr/>
        </p:nvCxnSpPr>
        <p:spPr>
          <a:xfrm>
            <a:off x="4403725" y="4022090"/>
            <a:ext cx="3175" cy="4387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Oval 361"/>
          <p:cNvSpPr/>
          <p:nvPr/>
        </p:nvSpPr>
        <p:spPr>
          <a:xfrm>
            <a:off x="4332254" y="50285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64" name="Oval 363"/>
          <p:cNvSpPr/>
          <p:nvPr/>
        </p:nvSpPr>
        <p:spPr>
          <a:xfrm>
            <a:off x="4833745" y="73227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66" name="Straight Arrow Connector 365"/>
          <p:cNvCxnSpPr>
            <a:stCxn id="369" idx="3"/>
            <a:endCxn id="368" idx="2"/>
          </p:cNvCxnSpPr>
          <p:nvPr/>
        </p:nvCxnSpPr>
        <p:spPr>
          <a:xfrm>
            <a:off x="4739005" y="4705350"/>
            <a:ext cx="577215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Oval 366"/>
          <p:cNvSpPr/>
          <p:nvPr/>
        </p:nvSpPr>
        <p:spPr>
          <a:xfrm>
            <a:off x="4821680" y="462142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68" name="Oval 367"/>
          <p:cNvSpPr/>
          <p:nvPr/>
        </p:nvSpPr>
        <p:spPr>
          <a:xfrm>
            <a:off x="5316344" y="457397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69" name="Flowchart: Decision 368"/>
          <p:cNvSpPr/>
          <p:nvPr/>
        </p:nvSpPr>
        <p:spPr>
          <a:xfrm>
            <a:off x="4073930" y="44608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0" name="Flowchart: Decision 369"/>
          <p:cNvSpPr/>
          <p:nvPr/>
        </p:nvSpPr>
        <p:spPr>
          <a:xfrm>
            <a:off x="4073930" y="715962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Queued?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71" name="Text Box 370"/>
          <p:cNvSpPr txBox="1"/>
          <p:nvPr/>
        </p:nvSpPr>
        <p:spPr>
          <a:xfrm>
            <a:off x="4129405" y="4624070"/>
            <a:ext cx="553720" cy="17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Canceled?</a:t>
            </a:r>
            <a:endParaRPr lang="en-US" sz="540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372" name="Straight Arrow Connector 371"/>
          <p:cNvCxnSpPr>
            <a:stCxn id="310" idx="2"/>
            <a:endCxn id="370" idx="0"/>
          </p:cNvCxnSpPr>
          <p:nvPr/>
        </p:nvCxnSpPr>
        <p:spPr>
          <a:xfrm>
            <a:off x="4406900" y="6739890"/>
            <a:ext cx="0" cy="4197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Oval 372"/>
          <p:cNvSpPr/>
          <p:nvPr/>
        </p:nvSpPr>
        <p:spPr>
          <a:xfrm>
            <a:off x="4341779" y="68446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247" name="Oval 246"/>
          <p:cNvSpPr/>
          <p:nvPr/>
        </p:nvSpPr>
        <p:spPr>
          <a:xfrm>
            <a:off x="4332254" y="41395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75" name="Flowchart: Terminator 374"/>
          <p:cNvSpPr/>
          <p:nvPr/>
        </p:nvSpPr>
        <p:spPr>
          <a:xfrm>
            <a:off x="6247430" y="554446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76" name="Elbow Connector 375"/>
          <p:cNvCxnSpPr>
            <a:stCxn id="375" idx="3"/>
            <a:endCxn id="272" idx="2"/>
          </p:cNvCxnSpPr>
          <p:nvPr/>
        </p:nvCxnSpPr>
        <p:spPr>
          <a:xfrm>
            <a:off x="6765925" y="5608955"/>
            <a:ext cx="360680" cy="22034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Text Box 438"/>
          <p:cNvSpPr txBox="1"/>
          <p:nvPr/>
        </p:nvSpPr>
        <p:spPr>
          <a:xfrm>
            <a:off x="4126230" y="3688080"/>
            <a:ext cx="553720" cy="17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Rejected</a:t>
            </a:r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6" name="Oval 5"/>
          <p:cNvSpPr/>
          <p:nvPr/>
        </p:nvSpPr>
        <p:spPr>
          <a:xfrm>
            <a:off x="6371448" y="76905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7" name="Flowchart: Decision 6"/>
          <p:cNvSpPr/>
          <p:nvPr/>
        </p:nvSpPr>
        <p:spPr>
          <a:xfrm>
            <a:off x="6929755" y="715835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8" name="Flowchart: Terminator 7"/>
          <p:cNvSpPr/>
          <p:nvPr/>
        </p:nvSpPr>
        <p:spPr>
          <a:xfrm>
            <a:off x="8061625" y="733643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Straight Arrow Connector 8"/>
          <p:cNvCxnSpPr>
            <a:stCxn id="7" idx="3"/>
            <a:endCxn id="8" idx="1"/>
          </p:cNvCxnSpPr>
          <p:nvPr/>
        </p:nvCxnSpPr>
        <p:spPr>
          <a:xfrm>
            <a:off x="7594600" y="7400925"/>
            <a:ext cx="46672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989858" y="748750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695055" y="73100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16" name="Elbow Connector 15"/>
          <p:cNvCxnSpPr>
            <a:stCxn id="8" idx="3"/>
            <a:endCxn id="10" idx="2"/>
          </p:cNvCxnSpPr>
          <p:nvPr/>
        </p:nvCxnSpPr>
        <p:spPr>
          <a:xfrm>
            <a:off x="8580120" y="7400925"/>
            <a:ext cx="409575" cy="219710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Decision 17"/>
          <p:cNvSpPr/>
          <p:nvPr/>
        </p:nvSpPr>
        <p:spPr>
          <a:xfrm>
            <a:off x="5134610" y="716280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9" name="Flowchart: Terminator 18"/>
          <p:cNvSpPr/>
          <p:nvPr/>
        </p:nvSpPr>
        <p:spPr>
          <a:xfrm>
            <a:off x="8061625" y="77752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" name="Elbow Connector 19"/>
          <p:cNvCxnSpPr>
            <a:stCxn id="7" idx="2"/>
            <a:endCxn id="19" idx="1"/>
          </p:cNvCxnSpPr>
          <p:nvPr/>
        </p:nvCxnSpPr>
        <p:spPr>
          <a:xfrm rot="5400000" flipV="1">
            <a:off x="7563803" y="7342188"/>
            <a:ext cx="196215" cy="79883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19" idx="3"/>
            <a:endCxn id="10" idx="2"/>
          </p:cNvCxnSpPr>
          <p:nvPr/>
        </p:nvCxnSpPr>
        <p:spPr>
          <a:xfrm flipV="1">
            <a:off x="8580120" y="7620635"/>
            <a:ext cx="409575" cy="219075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8" idx="3"/>
            <a:endCxn id="7" idx="1"/>
          </p:cNvCxnSpPr>
          <p:nvPr/>
        </p:nvCxnSpPr>
        <p:spPr>
          <a:xfrm flipV="1">
            <a:off x="5799455" y="7400925"/>
            <a:ext cx="113030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70" idx="3"/>
            <a:endCxn id="18" idx="1"/>
          </p:cNvCxnSpPr>
          <p:nvPr/>
        </p:nvCxnSpPr>
        <p:spPr>
          <a:xfrm>
            <a:off x="4739005" y="7404100"/>
            <a:ext cx="39560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36920" y="732589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695055" y="774429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922135" y="732075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3" name="Elbow Connector 32"/>
          <p:cNvCxnSpPr>
            <a:stCxn id="18" idx="2"/>
            <a:endCxn id="6" idx="2"/>
          </p:cNvCxnSpPr>
          <p:nvPr/>
        </p:nvCxnSpPr>
        <p:spPr>
          <a:xfrm rot="5400000" flipV="1">
            <a:off x="5831523" y="7283768"/>
            <a:ext cx="175895" cy="90424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22135" y="77291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84" name="Flowchart: Terminator 83"/>
          <p:cNvSpPr/>
          <p:nvPr/>
        </p:nvSpPr>
        <p:spPr>
          <a:xfrm>
            <a:off x="3486150" y="2781300"/>
            <a:ext cx="54419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281795" y="3915410"/>
            <a:ext cx="664845" cy="485140"/>
            <a:chOff x="12098" y="7556"/>
            <a:chExt cx="1047" cy="764"/>
          </a:xfrm>
        </p:grpSpPr>
        <p:sp>
          <p:nvSpPr>
            <p:cNvPr id="58" name="Flowchart: Decision 57"/>
            <p:cNvSpPr/>
            <p:nvPr/>
          </p:nvSpPr>
          <p:spPr>
            <a:xfrm>
              <a:off x="12098" y="7556"/>
              <a:ext cx="1047" cy="764"/>
            </a:xfrm>
            <a:prstGeom prst="flowChartDecision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  <a:scene3d>
                <a:camera prst="orthographicFront"/>
                <a:lightRig rig="threePt" dir="t"/>
              </a:scene3d>
            </a:bodyPr>
            <a:p>
              <a:pPr lvl="0" algn="ctr">
                <a:buClrTx/>
                <a:buSzTx/>
                <a:buFontTx/>
              </a:pPr>
              <a:endParaRPr lang="en-US" sz="5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61" name="Text Box 60"/>
            <p:cNvSpPr txBox="1"/>
            <p:nvPr/>
          </p:nvSpPr>
          <p:spPr>
            <a:xfrm>
              <a:off x="12180" y="7801"/>
              <a:ext cx="882" cy="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Order?</a:t>
              </a:r>
              <a:endParaRPr lang="en-US" sz="540"/>
            </a:p>
          </p:txBody>
        </p:sp>
      </p:grpSp>
      <p:sp>
        <p:nvSpPr>
          <p:cNvPr id="62" name="Oval 61"/>
          <p:cNvSpPr/>
          <p:nvPr/>
        </p:nvSpPr>
        <p:spPr>
          <a:xfrm>
            <a:off x="9540133" y="356044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68" name="Elbow Connector 67"/>
          <p:cNvCxnSpPr/>
          <p:nvPr/>
        </p:nvCxnSpPr>
        <p:spPr>
          <a:xfrm>
            <a:off x="9940925" y="4154170"/>
            <a:ext cx="1086485" cy="210820"/>
          </a:xfrm>
          <a:prstGeom prst="bentConnector3">
            <a:avLst>
              <a:gd name="adj1" fmla="val 50029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0702415" y="42848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0340" y="6645275"/>
            <a:ext cx="4495800" cy="222694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925" y="2140585"/>
            <a:ext cx="5619750" cy="211391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65" y="4335145"/>
            <a:ext cx="5640070" cy="216217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" y="2140585"/>
            <a:ext cx="5367020" cy="219646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55" y="2577465"/>
            <a:ext cx="4196080" cy="39306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8025" y="2470785"/>
            <a:ext cx="2371090" cy="26543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842135" y="2960370"/>
            <a:ext cx="2927985" cy="159385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842135" y="3166745"/>
            <a:ext cx="2927985" cy="159385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42135" y="3373120"/>
            <a:ext cx="2927985" cy="159385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005" y="3629660"/>
            <a:ext cx="4444365" cy="26479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895" y="3739515"/>
            <a:ext cx="3474720" cy="255270"/>
          </a:xfrm>
          <a:prstGeom prst="rect">
            <a:avLst/>
          </a:prstGeom>
        </p:spPr>
      </p:pic>
      <p:cxnSp>
        <p:nvCxnSpPr>
          <p:cNvPr id="46" name="Straight Connector 45"/>
          <p:cNvCxnSpPr>
            <a:stCxn id="44" idx="1"/>
          </p:cNvCxnSpPr>
          <p:nvPr/>
        </p:nvCxnSpPr>
        <p:spPr>
          <a:xfrm flipV="1">
            <a:off x="802005" y="3760470"/>
            <a:ext cx="4737100" cy="190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1ABA9A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" name="Group 34"/>
          <p:cNvGrpSpPr/>
          <p:nvPr/>
        </p:nvGrpSpPr>
        <p:grpSpPr>
          <a:xfrm>
            <a:off x="7480935" y="3858895"/>
            <a:ext cx="5524500" cy="2717800"/>
            <a:chOff x="10338" y="6495"/>
            <a:chExt cx="8700" cy="4280"/>
          </a:xfrm>
        </p:grpSpPr>
        <p:sp>
          <p:nvSpPr>
            <p:cNvPr id="15" name="Rectangles 14"/>
            <p:cNvSpPr/>
            <p:nvPr/>
          </p:nvSpPr>
          <p:spPr>
            <a:xfrm>
              <a:off x="10408" y="6495"/>
              <a:ext cx="8631" cy="428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7" name="Rectangles 16"/>
            <p:cNvSpPr/>
            <p:nvPr/>
          </p:nvSpPr>
          <p:spPr>
            <a:xfrm>
              <a:off x="10665" y="7062"/>
              <a:ext cx="8191" cy="2911"/>
            </a:xfrm>
            <a:prstGeom prst="rect">
              <a:avLst/>
            </a:prstGeom>
            <a:noFill/>
            <a:ln>
              <a:solidFill>
                <a:srgbClr val="FFC000"/>
              </a:solidFill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02" y="6495"/>
              <a:ext cx="8448" cy="56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8" y="10057"/>
              <a:ext cx="8578" cy="708"/>
            </a:xfrm>
            <a:prstGeom prst="rect">
              <a:avLst/>
            </a:prstGeom>
          </p:spPr>
        </p:pic>
        <p:sp>
          <p:nvSpPr>
            <p:cNvPr id="23" name="Rectangles 22"/>
            <p:cNvSpPr/>
            <p:nvPr/>
          </p:nvSpPr>
          <p:spPr>
            <a:xfrm>
              <a:off x="10865" y="7451"/>
              <a:ext cx="3648" cy="2058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24" name="Rectangles 23"/>
            <p:cNvSpPr/>
            <p:nvPr/>
          </p:nvSpPr>
          <p:spPr>
            <a:xfrm>
              <a:off x="14896" y="7472"/>
              <a:ext cx="3629" cy="2038"/>
            </a:xfrm>
            <a:prstGeom prst="rect">
              <a:avLst/>
            </a:prstGeom>
            <a:noFill/>
            <a:ln>
              <a:solidFill>
                <a:srgbClr val="C00000"/>
              </a:solidFill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10781" y="9609"/>
              <a:ext cx="4000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600">
                  <a:solidFill>
                    <a:schemeClr val="bg1">
                      <a:lumMod val="65000"/>
                    </a:schemeClr>
                  </a:solidFill>
                </a:rPr>
                <a:t>[Tab] Next </a:t>
              </a:r>
              <a:r>
                <a:rPr 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 [Shift-Tab] Previous </a:t>
              </a:r>
              <a:r>
                <a:rPr 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 [^S] Save | [Esc] Cancel</a:t>
              </a:r>
              <a:r>
                <a:rPr 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 </a:t>
              </a:r>
              <a:r>
                <a:rPr lang="en-US" sz="60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endParaRPr lang="en-US" sz="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10691" y="7115"/>
              <a:ext cx="2475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600">
                  <a:solidFill>
                    <a:srgbClr val="FFC000"/>
                  </a:solidFill>
                </a:rPr>
                <a:t>4. Configure Job options:</a:t>
              </a:r>
              <a:endParaRPr lang="en-US" sz="600">
                <a:solidFill>
                  <a:srgbClr val="FFC000"/>
                </a:solidFill>
              </a:endParaRPr>
            </a:p>
          </p:txBody>
        </p:sp>
        <p:sp>
          <p:nvSpPr>
            <p:cNvPr id="27" name="Text Box 26"/>
            <p:cNvSpPr txBox="1"/>
            <p:nvPr/>
          </p:nvSpPr>
          <p:spPr>
            <a:xfrm>
              <a:off x="10817" y="7464"/>
              <a:ext cx="3549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600">
                  <a:solidFill>
                    <a:srgbClr val="FFC000"/>
                  </a:solidFill>
                </a:rPr>
                <a:t>Long (Buyer):</a:t>
              </a:r>
              <a:endParaRPr lang="en-US" sz="600">
                <a:solidFill>
                  <a:srgbClr val="FFC000"/>
                </a:solidFill>
              </a:endParaRPr>
            </a:p>
          </p:txBody>
        </p:sp>
        <p:sp>
          <p:nvSpPr>
            <p:cNvPr id="28" name="Text Box 27"/>
            <p:cNvSpPr txBox="1"/>
            <p:nvPr/>
          </p:nvSpPr>
          <p:spPr>
            <a:xfrm>
              <a:off x="14822" y="7464"/>
              <a:ext cx="3549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600">
                  <a:solidFill>
                    <a:srgbClr val="FFC000"/>
                  </a:solidFill>
                </a:rPr>
                <a:t>Short (Seller):</a:t>
              </a:r>
              <a:endParaRPr lang="en-US" sz="600">
                <a:solidFill>
                  <a:srgbClr val="FFC000"/>
                </a:solidFill>
              </a:endParaRPr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14781" y="9282"/>
              <a:ext cx="4000" cy="2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500">
                  <a:solidFill>
                    <a:schemeClr val="bg1">
                      <a:lumMod val="65000"/>
                    </a:schemeClr>
                  </a:solidFill>
                </a:rPr>
                <a:t>[  ]  Same settings as Buyer </a:t>
              </a:r>
              <a:endParaRPr lang="en-US" sz="5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0" name="Text Box 29"/>
            <p:cNvSpPr txBox="1"/>
            <p:nvPr/>
          </p:nvSpPr>
          <p:spPr>
            <a:xfrm>
              <a:off x="14149" y="7115"/>
              <a:ext cx="4465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en-US" sz="600">
                  <a:solidFill>
                    <a:srgbClr val="FFC000"/>
                  </a:solidFill>
                </a:rPr>
                <a:t>Production BloFin Hedged XRP-USDT</a:t>
              </a:r>
              <a:endParaRPr lang="en-US" sz="600">
                <a:solidFill>
                  <a:srgbClr val="FFC000"/>
                </a:solidFill>
              </a:endParaRP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10526" y="7053"/>
              <a:ext cx="13" cy="3015"/>
            </a:xfrm>
            <a:prstGeom prst="lin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 w="9525" cap="flat" cmpd="sng" algn="ctr">
              <a:solidFill>
                <a:srgbClr val="7F8C8D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90" y="3244850"/>
            <a:ext cx="5554345" cy="12344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90" y="4606925"/>
            <a:ext cx="5398770" cy="180149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1012825" y="6569710"/>
            <a:ext cx="5480050" cy="2717800"/>
            <a:chOff x="2018" y="8953"/>
            <a:chExt cx="8630" cy="4280"/>
          </a:xfrm>
        </p:grpSpPr>
        <p:sp>
          <p:nvSpPr>
            <p:cNvPr id="8" name="Rectangles 7"/>
            <p:cNvSpPr/>
            <p:nvPr/>
          </p:nvSpPr>
          <p:spPr>
            <a:xfrm>
              <a:off x="2018" y="8953"/>
              <a:ext cx="8631" cy="428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5929" y="9052"/>
              <a:ext cx="1337" cy="27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sz="550">
                  <a:solidFill>
                    <a:srgbClr val="1195B6"/>
                  </a:solidFill>
                </a:rPr>
                <a:t>**** Job Menu ****</a:t>
              </a:r>
              <a:endParaRPr lang="en-US" sz="550">
                <a:solidFill>
                  <a:srgbClr val="1195B6"/>
                </a:solidFill>
              </a:endParaRPr>
            </a:p>
          </p:txBody>
        </p:sp>
        <p:sp>
          <p:nvSpPr>
            <p:cNvPr id="9" name="Rectangles 8"/>
            <p:cNvSpPr/>
            <p:nvPr/>
          </p:nvSpPr>
          <p:spPr>
            <a:xfrm>
              <a:off x="2103" y="9015"/>
              <a:ext cx="8460" cy="1283"/>
            </a:xfrm>
            <a:prstGeom prst="rect">
              <a:avLst/>
            </a:prstGeom>
            <a:noFill/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0" y="10402"/>
              <a:ext cx="8035" cy="1171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71" y="9255"/>
              <a:ext cx="7832" cy="914"/>
            </a:xfrm>
            <a:prstGeom prst="rect">
              <a:avLst/>
            </a:prstGeom>
          </p:spPr>
        </p:pic>
        <p:sp>
          <p:nvSpPr>
            <p:cNvPr id="12" name="Text Box 11"/>
            <p:cNvSpPr txBox="1"/>
            <p:nvPr/>
          </p:nvSpPr>
          <p:spPr>
            <a:xfrm>
              <a:off x="2655" y="11677"/>
              <a:ext cx="6191" cy="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550">
                  <a:solidFill>
                    <a:schemeClr val="bg1">
                      <a:lumMod val="75000"/>
                    </a:schemeClr>
                  </a:solidFill>
                </a:rPr>
                <a:t>add   rempve   delete   view  start/stop</a:t>
              </a:r>
              <a:endParaRPr lang="en-US" sz="55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" name="Diagram 8"/>
          <p:cNvGraphicFramePr/>
          <p:nvPr/>
        </p:nvGraphicFramePr>
        <p:xfrm>
          <a:off x="1345565" y="6073775"/>
          <a:ext cx="12047855" cy="273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9685" y="2393315"/>
            <a:ext cx="2420620" cy="38588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2383155"/>
            <a:ext cx="2442845" cy="38684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4590" y="2393315"/>
            <a:ext cx="2325370" cy="38588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80" y="2393950"/>
            <a:ext cx="2743835" cy="38582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1755" y="2393950"/>
            <a:ext cx="2423795" cy="29279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5079911" y="7412997"/>
            <a:ext cx="8313013" cy="3366811"/>
            <a:chOff x="-2443" y="13208"/>
            <a:chExt cx="19272" cy="11525"/>
          </a:xfrm>
        </p:grpSpPr>
        <p:sp>
          <p:nvSpPr>
            <p:cNvPr id="6" name="Rectangles 5"/>
            <p:cNvSpPr/>
            <p:nvPr/>
          </p:nvSpPr>
          <p:spPr>
            <a:xfrm>
              <a:off x="-2443" y="13208"/>
              <a:ext cx="19271" cy="4906"/>
            </a:xfrm>
            <a:prstGeom prst="rect">
              <a:avLst/>
            </a:prstGeom>
            <a:solidFill>
              <a:srgbClr val="252525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2134" y="13588"/>
              <a:ext cx="18653" cy="414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81" y="13638"/>
              <a:ext cx="248" cy="4096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6237" y="23472"/>
              <a:ext cx="3445" cy="1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900">
                  <a:solidFill>
                    <a:schemeClr val="bg1">
                      <a:lumMod val="65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[</a:t>
              </a:r>
              <a:r>
                <a:rPr lang="en-US" sz="900" b="1">
                  <a:solidFill>
                    <a:schemeClr val="bg1"/>
                  </a:solidFill>
                  <a:latin typeface="DejaVu Sans Mono" panose="020B0609030804020204" charset="0"/>
                  <a:cs typeface="DejaVu Sans Mono" panose="020B0609030804020204" charset="0"/>
                </a:rPr>
                <a:t>pg-up|dn</a:t>
              </a:r>
              <a:r>
                <a:rPr lang="en-US" sz="900">
                  <a:solidFill>
                    <a:schemeClr val="bg1">
                      <a:lumMod val="65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] scroll  [</a:t>
              </a:r>
              <a:r>
                <a:rPr lang="en-US" sz="900" b="1">
                  <a:solidFill>
                    <a:schemeClr val="bg1"/>
                  </a:solidFill>
                  <a:latin typeface="DejaVu Sans Mono" panose="020B0609030804020204" charset="0"/>
                  <a:cs typeface="DejaVu Sans Mono" panose="020B0609030804020204" charset="0"/>
                </a:rPr>
                <a:t>esc</a:t>
              </a:r>
              <a:r>
                <a:rPr lang="en-US" sz="900">
                  <a:solidFill>
                    <a:schemeClr val="bg1">
                      <a:lumMod val="65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] back </a:t>
              </a:r>
              <a:endParaRPr lang="en-US" sz="900">
                <a:solidFill>
                  <a:schemeClr val="bg1">
                    <a:lumMod val="65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09015" y="1745615"/>
            <a:ext cx="10494645" cy="2430780"/>
            <a:chOff x="3505" y="4407"/>
            <a:chExt cx="16527" cy="382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5" y="4407"/>
              <a:ext cx="8179" cy="3828"/>
            </a:xfrm>
            <a:prstGeom prst="rect">
              <a:avLst/>
            </a:prstGeom>
          </p:spPr>
        </p:pic>
        <p:grpSp>
          <p:nvGrpSpPr>
            <p:cNvPr id="20" name="Group 19"/>
            <p:cNvGrpSpPr/>
            <p:nvPr/>
          </p:nvGrpSpPr>
          <p:grpSpPr>
            <a:xfrm>
              <a:off x="11854" y="4407"/>
              <a:ext cx="8178" cy="3828"/>
              <a:chOff x="11854" y="4407"/>
              <a:chExt cx="8178" cy="3828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54" y="4407"/>
                <a:ext cx="8179" cy="382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00" y="7892"/>
                <a:ext cx="2268" cy="155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61" y="5066"/>
                <a:ext cx="6435" cy="646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62" y="5709"/>
                <a:ext cx="6365" cy="944"/>
              </a:xfrm>
              <a:prstGeom prst="rect">
                <a:avLst/>
              </a:prstGeom>
            </p:spPr>
          </p:pic>
          <p:grpSp>
            <p:nvGrpSpPr>
              <p:cNvPr id="19" name="Group 18"/>
              <p:cNvGrpSpPr/>
              <p:nvPr/>
            </p:nvGrpSpPr>
            <p:grpSpPr>
              <a:xfrm>
                <a:off x="18170" y="4750"/>
                <a:ext cx="1619" cy="204"/>
                <a:chOff x="18062" y="5170"/>
                <a:chExt cx="1619" cy="204"/>
              </a:xfrm>
            </p:grpSpPr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27" y="5170"/>
                  <a:ext cx="1454" cy="166"/>
                </a:xfrm>
                <a:prstGeom prst="rect">
                  <a:avLst/>
                </a:prstGeom>
              </p:spPr>
            </p:pic>
            <p:pic>
              <p:nvPicPr>
                <p:cNvPr id="18" name="Picture 17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062" y="5182"/>
                  <a:ext cx="165" cy="193"/>
                </a:xfrm>
                <a:prstGeom prst="rect">
                  <a:avLst/>
                </a:prstGeom>
              </p:spPr>
            </p:pic>
          </p:grpSp>
        </p:grp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362" y="5214"/>
              <a:ext cx="6434" cy="1976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9657" y="5464"/>
              <a:ext cx="132" cy="148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676" y="6869"/>
              <a:ext cx="120" cy="81"/>
            </a:xfrm>
            <a:prstGeom prst="rect">
              <a:avLst/>
            </a:prstGeom>
          </p:spPr>
        </p:pic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45" y="4303395"/>
            <a:ext cx="5193665" cy="243078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6310630" y="4303395"/>
            <a:ext cx="5193030" cy="2430780"/>
            <a:chOff x="11854" y="4407"/>
            <a:chExt cx="8178" cy="3828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54" y="4407"/>
              <a:ext cx="8179" cy="382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00" y="7892"/>
              <a:ext cx="2268" cy="155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61" y="5066"/>
              <a:ext cx="6435" cy="646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62" y="5709"/>
              <a:ext cx="6365" cy="944"/>
            </a:xfrm>
            <a:prstGeom prst="rect">
              <a:avLst/>
            </a:prstGeom>
          </p:spPr>
        </p:pic>
        <p:grpSp>
          <p:nvGrpSpPr>
            <p:cNvPr id="31" name="Group 30"/>
            <p:cNvGrpSpPr/>
            <p:nvPr/>
          </p:nvGrpSpPr>
          <p:grpSpPr>
            <a:xfrm>
              <a:off x="18170" y="4750"/>
              <a:ext cx="1619" cy="204"/>
              <a:chOff x="18062" y="5170"/>
              <a:chExt cx="1619" cy="204"/>
            </a:xfrm>
          </p:grpSpPr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27" y="5170"/>
                <a:ext cx="1454" cy="166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62" y="5182"/>
                <a:ext cx="165" cy="19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9" name="Group 58"/>
          <p:cNvGrpSpPr/>
          <p:nvPr/>
        </p:nvGrpSpPr>
        <p:grpSpPr>
          <a:xfrm>
            <a:off x="5824855" y="3072765"/>
            <a:ext cx="2540000" cy="368300"/>
            <a:chOff x="14590" y="6286"/>
            <a:chExt cx="4000" cy="580"/>
          </a:xfrm>
        </p:grpSpPr>
        <p:sp>
          <p:nvSpPr>
            <p:cNvPr id="53" name="Text Box 52"/>
            <p:cNvSpPr txBox="1"/>
            <p:nvPr/>
          </p:nvSpPr>
          <p:spPr>
            <a:xfrm>
              <a:off x="14590" y="6286"/>
              <a:ext cx="4000" cy="580"/>
            </a:xfrm>
            <a:prstGeom prst="rect">
              <a:avLst/>
            </a:prstGeom>
            <a:solidFill>
              <a:srgbClr val="181818"/>
            </a:solidFill>
          </p:spPr>
          <p:txBody>
            <a:bodyPr wrap="square" rtlCol="0" anchor="t">
              <a:spAutoFit/>
            </a:bodyPr>
            <a:p>
              <a:r>
                <a:rPr lang="en-US"/>
                <a:t>ᯤ</a:t>
              </a:r>
              <a:endParaRPr lang="en-US"/>
            </a:p>
          </p:txBody>
        </p:sp>
        <p:sp>
          <p:nvSpPr>
            <p:cNvPr id="22" name="Rectangles 21"/>
            <p:cNvSpPr/>
            <p:nvPr/>
          </p:nvSpPr>
          <p:spPr>
            <a:xfrm>
              <a:off x="14855" y="6407"/>
              <a:ext cx="1152" cy="312"/>
            </a:xfrm>
            <a:prstGeom prst="rect">
              <a:avLst/>
            </a:prstGeom>
            <a:solidFill>
              <a:srgbClr val="181818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tx1"/>
                </a:solidFill>
                <a:effectLst/>
                <a:latin typeface="DejaVu Sans Mono" panose="020B0609030804020204" charset="0"/>
                <a:ea typeface="SimSun" pitchFamily="2" charset="-122"/>
                <a:cs typeface="DejaVu Sans Mono" panose="020B0609030804020204" charset="0"/>
              </a:endParaRPr>
            </a:p>
          </p:txBody>
        </p:sp>
        <p:sp>
          <p:nvSpPr>
            <p:cNvPr id="23" name="Rectangles 22"/>
            <p:cNvSpPr/>
            <p:nvPr/>
          </p:nvSpPr>
          <p:spPr>
            <a:xfrm>
              <a:off x="16063" y="6407"/>
              <a:ext cx="1152" cy="312"/>
            </a:xfrm>
            <a:prstGeom prst="rect">
              <a:avLst/>
            </a:prstGeom>
            <a:solidFill>
              <a:srgbClr val="181818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tx1"/>
                </a:solidFill>
                <a:effectLst/>
                <a:latin typeface="DejaVu Sans Mono" panose="020B0609030804020204" charset="0"/>
                <a:ea typeface="SimSun" pitchFamily="2" charset="-122"/>
                <a:cs typeface="DejaVu Sans Mono" panose="020B0609030804020204" charset="0"/>
              </a:endParaRPr>
            </a:p>
          </p:txBody>
        </p:sp>
        <p:sp>
          <p:nvSpPr>
            <p:cNvPr id="24" name="Rectangles 23"/>
            <p:cNvSpPr/>
            <p:nvPr/>
          </p:nvSpPr>
          <p:spPr>
            <a:xfrm>
              <a:off x="17264" y="6407"/>
              <a:ext cx="1152" cy="31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tx1"/>
                </a:solidFill>
                <a:effectLst/>
                <a:latin typeface="DejaVu Sans Mono" panose="020B0609030804020204" charset="0"/>
                <a:ea typeface="SimSun" pitchFamily="2" charset="-122"/>
                <a:cs typeface="DejaVu Sans Mono" panose="020B0609030804020204" charset="0"/>
              </a:endParaRPr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14790" y="6430"/>
              <a:ext cx="996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600" u="sng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A</a:t>
              </a:r>
              <a:r>
                <a:rPr lang="en-US" sz="600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ccount</a:t>
              </a:r>
              <a:endParaRPr lang="en-US" sz="600">
                <a:solidFill>
                  <a:schemeClr val="bg2">
                    <a:lumMod val="5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sp>
          <p:nvSpPr>
            <p:cNvPr id="36" name="Text Box 35"/>
            <p:cNvSpPr txBox="1"/>
            <p:nvPr/>
          </p:nvSpPr>
          <p:spPr>
            <a:xfrm>
              <a:off x="16012" y="6430"/>
              <a:ext cx="996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600" u="sng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S</a:t>
              </a:r>
              <a:r>
                <a:rPr lang="en-US" sz="600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ymbol</a:t>
              </a:r>
              <a:endParaRPr lang="en-US" sz="600">
                <a:solidFill>
                  <a:schemeClr val="bg2">
                    <a:lumMod val="5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sp>
          <p:nvSpPr>
            <p:cNvPr id="37" name="Text Box 36"/>
            <p:cNvSpPr txBox="1"/>
            <p:nvPr/>
          </p:nvSpPr>
          <p:spPr>
            <a:xfrm>
              <a:off x="17267" y="6430"/>
              <a:ext cx="963" cy="28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p>
              <a:r>
                <a:rPr lang="en-US" sz="600" b="1" u="sng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E</a:t>
              </a:r>
              <a:r>
                <a:rPr lang="en-US" sz="600" b="1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nabled</a:t>
              </a:r>
              <a:endParaRPr lang="en-US" sz="600" b="1">
                <a:solidFill>
                  <a:schemeClr val="bg2">
                    <a:lumMod val="5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59" y="6490"/>
              <a:ext cx="178" cy="156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854" y="6498"/>
              <a:ext cx="178" cy="156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260" y="6490"/>
              <a:ext cx="178" cy="156"/>
            </a:xfrm>
            <a:prstGeom prst="rect">
              <a:avLst/>
            </a:prstGeom>
          </p:spPr>
        </p:pic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865" y="3539490"/>
            <a:ext cx="5714365" cy="1305560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3745865" y="4975860"/>
            <a:ext cx="5735320" cy="2454910"/>
            <a:chOff x="11820" y="8550"/>
            <a:chExt cx="9032" cy="3866"/>
          </a:xfrm>
        </p:grpSpPr>
        <p:grpSp>
          <p:nvGrpSpPr>
            <p:cNvPr id="61" name="Group 60"/>
            <p:cNvGrpSpPr/>
            <p:nvPr/>
          </p:nvGrpSpPr>
          <p:grpSpPr>
            <a:xfrm>
              <a:off x="11820" y="8550"/>
              <a:ext cx="9032" cy="3866"/>
              <a:chOff x="5498" y="6040"/>
              <a:chExt cx="9032" cy="3866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8" y="6040"/>
                <a:ext cx="9033" cy="3867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76" y="6474"/>
                <a:ext cx="2935" cy="179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6" y="9296"/>
                <a:ext cx="2935" cy="179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3" y="7201"/>
                <a:ext cx="3525" cy="215"/>
              </a:xfrm>
              <a:prstGeom prst="rect">
                <a:avLst/>
              </a:prstGeom>
            </p:spPr>
          </p:pic>
          <p:sp>
            <p:nvSpPr>
              <p:cNvPr id="43" name="Text Box 42"/>
              <p:cNvSpPr txBox="1"/>
              <p:nvPr/>
            </p:nvSpPr>
            <p:spPr>
              <a:xfrm>
                <a:off x="8236" y="7164"/>
                <a:ext cx="996" cy="289"/>
              </a:xfrm>
              <a:prstGeom prst="rect">
                <a:avLst/>
              </a:prstGeom>
              <a:solidFill>
                <a:srgbClr val="181818"/>
              </a:solidFill>
            </p:spPr>
            <p:txBody>
              <a:bodyPr wrap="square" rtlCol="0">
                <a:spAutoFit/>
              </a:bodyPr>
              <a:p>
                <a:r>
                  <a:rPr lang="en-US" sz="600" b="1">
                    <a:solidFill>
                      <a:srgbClr val="0070C0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SYMBOL</a:t>
                </a:r>
                <a:endParaRPr lang="en-US" sz="600" b="1">
                  <a:solidFill>
                    <a:srgbClr val="0070C0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sp>
            <p:nvSpPr>
              <p:cNvPr id="44" name="Text Box 43"/>
              <p:cNvSpPr txBox="1"/>
              <p:nvPr/>
            </p:nvSpPr>
            <p:spPr>
              <a:xfrm>
                <a:off x="9475" y="7164"/>
                <a:ext cx="996" cy="289"/>
              </a:xfrm>
              <a:prstGeom prst="rect">
                <a:avLst/>
              </a:prstGeom>
              <a:solidFill>
                <a:srgbClr val="181818"/>
              </a:solidFill>
            </p:spPr>
            <p:txBody>
              <a:bodyPr wrap="square" rtlCol="0">
                <a:spAutoFit/>
              </a:bodyPr>
              <a:p>
                <a:r>
                  <a:rPr lang="en-US" sz="600" b="1">
                    <a:solidFill>
                      <a:srgbClr val="0070C0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TYPE</a:t>
                </a:r>
                <a:endParaRPr lang="en-US" sz="600" b="1">
                  <a:solidFill>
                    <a:srgbClr val="0070C0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sp>
            <p:nvSpPr>
              <p:cNvPr id="45" name="Text Box 44"/>
              <p:cNvSpPr txBox="1"/>
              <p:nvPr/>
            </p:nvSpPr>
            <p:spPr>
              <a:xfrm>
                <a:off x="10415" y="7164"/>
                <a:ext cx="996" cy="289"/>
              </a:xfrm>
              <a:prstGeom prst="rect">
                <a:avLst/>
              </a:prstGeom>
              <a:solidFill>
                <a:srgbClr val="181818"/>
              </a:solidFill>
            </p:spPr>
            <p:txBody>
              <a:bodyPr wrap="square" rtlCol="0">
                <a:spAutoFit/>
              </a:bodyPr>
              <a:p>
                <a:r>
                  <a:rPr lang="en-US" sz="600" b="1">
                    <a:solidFill>
                      <a:srgbClr val="0070C0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ACCOUNT</a:t>
                </a:r>
                <a:endParaRPr lang="en-US" sz="600" b="1">
                  <a:solidFill>
                    <a:srgbClr val="0070C0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sp>
            <p:nvSpPr>
              <p:cNvPr id="46" name="Text Box 45"/>
              <p:cNvSpPr txBox="1"/>
              <p:nvPr/>
            </p:nvSpPr>
            <p:spPr>
              <a:xfrm>
                <a:off x="11395" y="7164"/>
                <a:ext cx="996" cy="289"/>
              </a:xfrm>
              <a:prstGeom prst="rect">
                <a:avLst/>
              </a:prstGeom>
              <a:solidFill>
                <a:srgbClr val="181818"/>
              </a:solidFill>
            </p:spPr>
            <p:txBody>
              <a:bodyPr wrap="square" rtlCol="0">
                <a:spAutoFit/>
              </a:bodyPr>
              <a:p>
                <a:r>
                  <a:rPr lang="en-US" sz="600" b="1">
                    <a:solidFill>
                      <a:srgbClr val="0070C0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STATUS</a:t>
                </a:r>
                <a:endParaRPr lang="en-US" sz="600" b="1">
                  <a:solidFill>
                    <a:srgbClr val="0070C0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17" y="9619"/>
                <a:ext cx="1090" cy="222"/>
              </a:xfrm>
              <a:prstGeom prst="rect">
                <a:avLst/>
              </a:prstGeom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7" y="9296"/>
                <a:ext cx="2935" cy="179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45" y="7213"/>
                <a:ext cx="189" cy="142"/>
              </a:xfrm>
              <a:prstGeom prst="rect">
                <a:avLst/>
              </a:prstGeom>
            </p:spPr>
          </p:pic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20" y="7213"/>
                <a:ext cx="189" cy="142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35" y="7213"/>
                <a:ext cx="189" cy="142"/>
              </a:xfrm>
              <a:prstGeom prst="rect">
                <a:avLst/>
              </a:prstGeom>
            </p:spPr>
          </p:pic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49" y="7213"/>
                <a:ext cx="189" cy="142"/>
              </a:xfrm>
              <a:prstGeom prst="rect">
                <a:avLst/>
              </a:prstGeom>
            </p:spPr>
          </p:pic>
        </p:grp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15346" y="9741"/>
              <a:ext cx="85" cy="144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18561" y="9749"/>
              <a:ext cx="85" cy="144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8">
              <a:alphaModFix amt="67000"/>
            </a:blip>
            <a:stretch>
              <a:fillRect/>
            </a:stretch>
          </p:blipFill>
          <p:spPr>
            <a:xfrm>
              <a:off x="16257" y="9735"/>
              <a:ext cx="194" cy="168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8">
              <a:alphaModFix amt="67000"/>
            </a:blip>
            <a:stretch>
              <a:fillRect/>
            </a:stretch>
          </p:blipFill>
          <p:spPr>
            <a:xfrm>
              <a:off x="15167" y="9719"/>
              <a:ext cx="194" cy="168"/>
            </a:xfrm>
            <a:prstGeom prst="rect">
              <a:avLst/>
            </a:prstGeom>
          </p:spPr>
        </p:pic>
        <p:sp>
          <p:nvSpPr>
            <p:cNvPr id="67" name="Text Box 66"/>
            <p:cNvSpPr txBox="1"/>
            <p:nvPr/>
          </p:nvSpPr>
          <p:spPr>
            <a:xfrm>
              <a:off x="20140" y="8881"/>
              <a:ext cx="389" cy="3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800">
                  <a:solidFill>
                    <a:schemeClr val="bg1"/>
                  </a:solidFill>
                </a:rPr>
                <a:t>≡</a:t>
              </a:r>
              <a:endParaRPr lang="en-US" sz="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1" name="Picture 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" y="5881370"/>
            <a:ext cx="9109710" cy="292671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64920" y="1808480"/>
            <a:ext cx="9067800" cy="3996055"/>
            <a:chOff x="689" y="8888"/>
            <a:chExt cx="14280" cy="629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9" y="8888"/>
              <a:ext cx="14280" cy="6293"/>
            </a:xfrm>
            <a:prstGeom prst="rect">
              <a:avLst/>
            </a:prstGeom>
          </p:spPr>
        </p:pic>
        <p:grpSp>
          <p:nvGrpSpPr>
            <p:cNvPr id="74" name="Group 73"/>
            <p:cNvGrpSpPr/>
            <p:nvPr/>
          </p:nvGrpSpPr>
          <p:grpSpPr>
            <a:xfrm>
              <a:off x="4981" y="11225"/>
              <a:ext cx="6924" cy="2840"/>
              <a:chOff x="4750" y="5465"/>
              <a:chExt cx="6924" cy="2840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4750" y="5465"/>
                <a:ext cx="6925" cy="2841"/>
                <a:chOff x="4750" y="5465"/>
                <a:chExt cx="6925" cy="3096"/>
              </a:xfrm>
            </p:grpSpPr>
            <p:sp>
              <p:nvSpPr>
                <p:cNvPr id="6" name="Rectangles 5"/>
                <p:cNvSpPr/>
                <p:nvPr/>
              </p:nvSpPr>
              <p:spPr>
                <a:xfrm>
                  <a:off x="4750" y="5465"/>
                  <a:ext cx="6925" cy="3096"/>
                </a:xfrm>
                <a:prstGeom prst="rect">
                  <a:avLst/>
                </a:prstGeom>
                <a:solidFill>
                  <a:srgbClr val="181818"/>
                </a:solidFill>
                <a:ln w="12700" cap="flat" cmpd="sng" algn="ctr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pic>
              <p:nvPicPr>
                <p:cNvPr id="10" name="Picture 9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70" y="7158"/>
                  <a:ext cx="2390" cy="179"/>
                </a:xfrm>
                <a:prstGeom prst="rect">
                  <a:avLst/>
                </a:prstGeom>
              </p:spPr>
            </p:pic>
            <p:cxnSp>
              <p:nvCxnSpPr>
                <p:cNvPr id="13" name="Straight Connector 12"/>
                <p:cNvCxnSpPr/>
                <p:nvPr/>
              </p:nvCxnSpPr>
              <p:spPr>
                <a:xfrm>
                  <a:off x="8128" y="5932"/>
                  <a:ext cx="0" cy="2525"/>
                </a:xfrm>
                <a:prstGeom prst="lin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12700" cap="flat" cmpd="sng" algn="ctr">
                  <a:solidFill>
                    <a:srgbClr val="26262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4812" y="5877"/>
                  <a:ext cx="6727" cy="20"/>
                </a:xfrm>
                <a:prstGeom prst="lin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12700" cap="flat" cmpd="sng" algn="ctr">
                  <a:solidFill>
                    <a:srgbClr val="26262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" name="Text Box 14"/>
                <p:cNvSpPr txBox="1"/>
                <p:nvPr/>
              </p:nvSpPr>
              <p:spPr>
                <a:xfrm>
                  <a:off x="7561" y="5551"/>
                  <a:ext cx="2537" cy="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sz="700">
                      <a:solidFill>
                        <a:srgbClr val="398BE5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Create User</a:t>
                  </a:r>
                  <a:endParaRPr lang="en-US" sz="700">
                    <a:solidFill>
                      <a:srgbClr val="398BE5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8300" y="5990"/>
                <a:ext cx="3043" cy="652"/>
                <a:chOff x="8300" y="5990"/>
                <a:chExt cx="3043" cy="652"/>
              </a:xfrm>
            </p:grpSpPr>
            <p:sp>
              <p:nvSpPr>
                <p:cNvPr id="28" name="Text Box 27"/>
                <p:cNvSpPr txBox="1"/>
                <p:nvPr/>
              </p:nvSpPr>
              <p:spPr>
                <a:xfrm>
                  <a:off x="8300" y="5990"/>
                  <a:ext cx="678" cy="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Title</a:t>
                  </a:r>
                  <a:endPara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39" name="Rounded Rectangle 38"/>
                <p:cNvSpPr/>
                <p:nvPr/>
              </p:nvSpPr>
              <p:spPr>
                <a:xfrm>
                  <a:off x="8423" y="6346"/>
                  <a:ext cx="2920" cy="296"/>
                </a:xfrm>
                <a:prstGeom prst="roundRect">
                  <a:avLst/>
                </a:prstGeom>
                <a:solidFill>
                  <a:srgbClr val="181818"/>
                </a:solidFill>
                <a:ln w="9525" cap="flat" cmpd="sng" algn="ctr">
                  <a:solidFill>
                    <a:srgbClr val="55555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grpSp>
            <p:nvGrpSpPr>
              <p:cNvPr id="42" name="Group 41"/>
              <p:cNvGrpSpPr/>
              <p:nvPr/>
            </p:nvGrpSpPr>
            <p:grpSpPr>
              <a:xfrm>
                <a:off x="4913" y="5990"/>
                <a:ext cx="3043" cy="652"/>
                <a:chOff x="8300" y="5990"/>
                <a:chExt cx="3043" cy="652"/>
              </a:xfrm>
            </p:grpSpPr>
            <p:sp>
              <p:nvSpPr>
                <p:cNvPr id="43" name="Text Box 42"/>
                <p:cNvSpPr txBox="1"/>
                <p:nvPr/>
              </p:nvSpPr>
              <p:spPr>
                <a:xfrm>
                  <a:off x="8300" y="5990"/>
                  <a:ext cx="756" cy="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E-Mail</a:t>
                  </a:r>
                  <a:endPara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44" name="Rounded Rectangle 43"/>
                <p:cNvSpPr/>
                <p:nvPr/>
              </p:nvSpPr>
              <p:spPr>
                <a:xfrm>
                  <a:off x="8423" y="6346"/>
                  <a:ext cx="2920" cy="296"/>
                </a:xfrm>
                <a:prstGeom prst="roundRect">
                  <a:avLst/>
                </a:prstGeom>
                <a:solidFill>
                  <a:srgbClr val="181818"/>
                </a:solidFill>
                <a:ln w="9525" cap="flat" cmpd="sng" algn="ctr">
                  <a:solidFill>
                    <a:srgbClr val="55555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4913" y="6677"/>
                <a:ext cx="3043" cy="652"/>
                <a:chOff x="8300" y="5990"/>
                <a:chExt cx="3043" cy="652"/>
              </a:xfrm>
            </p:grpSpPr>
            <p:sp>
              <p:nvSpPr>
                <p:cNvPr id="46" name="Text Box 45"/>
                <p:cNvSpPr txBox="1"/>
                <p:nvPr/>
              </p:nvSpPr>
              <p:spPr>
                <a:xfrm>
                  <a:off x="8300" y="5990"/>
                  <a:ext cx="912" cy="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Username</a:t>
                  </a:r>
                  <a:endPara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47" name="Rounded Rectangle 46"/>
                <p:cNvSpPr/>
                <p:nvPr/>
              </p:nvSpPr>
              <p:spPr>
                <a:xfrm>
                  <a:off x="8423" y="6346"/>
                  <a:ext cx="2920" cy="296"/>
                </a:xfrm>
                <a:prstGeom prst="roundRect">
                  <a:avLst/>
                </a:prstGeom>
                <a:solidFill>
                  <a:srgbClr val="181818"/>
                </a:solidFill>
                <a:ln w="9525" cap="flat" cmpd="sng" algn="ctr">
                  <a:solidFill>
                    <a:srgbClr val="55555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4913" y="7364"/>
                <a:ext cx="3043" cy="652"/>
                <a:chOff x="8300" y="5990"/>
                <a:chExt cx="3043" cy="652"/>
              </a:xfrm>
            </p:grpSpPr>
            <p:sp>
              <p:nvSpPr>
                <p:cNvPr id="49" name="Text Box 48"/>
                <p:cNvSpPr txBox="1"/>
                <p:nvPr/>
              </p:nvSpPr>
              <p:spPr>
                <a:xfrm>
                  <a:off x="8300" y="5990"/>
                  <a:ext cx="756" cy="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Status</a:t>
                  </a:r>
                  <a:endPara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50" name="Rounded Rectangle 49"/>
                <p:cNvSpPr/>
                <p:nvPr/>
              </p:nvSpPr>
              <p:spPr>
                <a:xfrm>
                  <a:off x="8423" y="6346"/>
                  <a:ext cx="2920" cy="296"/>
                </a:xfrm>
                <a:prstGeom prst="roundRect">
                  <a:avLst/>
                </a:prstGeom>
                <a:solidFill>
                  <a:srgbClr val="181818"/>
                </a:solidFill>
                <a:ln w="9525" cap="flat" cmpd="sng" algn="ctr">
                  <a:solidFill>
                    <a:srgbClr val="55555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grpSp>
            <p:nvGrpSpPr>
              <p:cNvPr id="67" name="Group 66"/>
              <p:cNvGrpSpPr/>
              <p:nvPr/>
            </p:nvGrpSpPr>
            <p:grpSpPr>
              <a:xfrm>
                <a:off x="8300" y="6677"/>
                <a:ext cx="3042" cy="652"/>
                <a:chOff x="8300" y="6693"/>
                <a:chExt cx="3042" cy="652"/>
              </a:xfrm>
            </p:grpSpPr>
            <p:grpSp>
              <p:nvGrpSpPr>
                <p:cNvPr id="51" name="Group 50"/>
                <p:cNvGrpSpPr/>
                <p:nvPr/>
              </p:nvGrpSpPr>
              <p:grpSpPr>
                <a:xfrm>
                  <a:off x="8300" y="6693"/>
                  <a:ext cx="622" cy="652"/>
                  <a:chOff x="8300" y="5990"/>
                  <a:chExt cx="622" cy="652"/>
                </a:xfrm>
              </p:grpSpPr>
              <p:sp>
                <p:nvSpPr>
                  <p:cNvPr id="52" name="Text Box 51"/>
                  <p:cNvSpPr txBox="1"/>
                  <p:nvPr/>
                </p:nvSpPr>
                <p:spPr>
                  <a:xfrm>
                    <a:off x="8300" y="5990"/>
                    <a:ext cx="600" cy="3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p>
                    <a:r>
                      <a:rPr lang="en-US" sz="650" b="1">
                        <a:solidFill>
                          <a:srgbClr val="7B7B7B"/>
                        </a:solidFill>
                        <a:latin typeface="DejaVu Sans Mono" panose="020B0609030804020204" charset="0"/>
                        <a:cs typeface="DejaVu Sans Mono" panose="020B0609030804020204" charset="0"/>
                      </a:rPr>
                      <a:t>Rank</a:t>
                    </a:r>
                    <a:endPara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endParaRPr>
                  </a:p>
                </p:txBody>
              </p:sp>
              <p:sp>
                <p:nvSpPr>
                  <p:cNvPr id="53" name="Rounded Rectangle 52"/>
                  <p:cNvSpPr/>
                  <p:nvPr/>
                </p:nvSpPr>
                <p:spPr>
                  <a:xfrm>
                    <a:off x="8423" y="6346"/>
                    <a:ext cx="499" cy="296"/>
                  </a:xfrm>
                  <a:prstGeom prst="roundRect">
                    <a:avLst/>
                  </a:prstGeom>
                  <a:solidFill>
                    <a:srgbClr val="181818"/>
                  </a:solidFill>
                  <a:ln w="9525" cap="flat" cmpd="sng" algn="ctr">
                    <a:solidFill>
                      <a:srgbClr val="555555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1440" tIns="45720" rIns="91440" bIns="45720" numCol="1" anchor="ctr" anchorCtr="0" compatLnSpc="1"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latin typeface="Arial" panose="02080604020202020204" pitchFamily="34" charset="0"/>
                      <a:ea typeface="SimSun" pitchFamily="2" charset="-122"/>
                    </a:endParaRPr>
                  </a:p>
                </p:txBody>
              </p:sp>
            </p:grpSp>
            <p:grpSp>
              <p:nvGrpSpPr>
                <p:cNvPr id="54" name="Group 53"/>
                <p:cNvGrpSpPr/>
                <p:nvPr/>
              </p:nvGrpSpPr>
              <p:grpSpPr>
                <a:xfrm>
                  <a:off x="9094" y="6693"/>
                  <a:ext cx="2249" cy="652"/>
                  <a:chOff x="9094" y="5346"/>
                  <a:chExt cx="2249" cy="652"/>
                </a:xfrm>
              </p:grpSpPr>
              <p:sp>
                <p:nvSpPr>
                  <p:cNvPr id="55" name="Text Box 54"/>
                  <p:cNvSpPr txBox="1"/>
                  <p:nvPr/>
                </p:nvSpPr>
                <p:spPr>
                  <a:xfrm>
                    <a:off x="9094" y="5346"/>
                    <a:ext cx="1224" cy="3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p>
                    <a:r>
                      <a:rPr lang="en-US" sz="650" b="1">
                        <a:solidFill>
                          <a:srgbClr val="7B7B7B"/>
                        </a:solidFill>
                        <a:latin typeface="DejaVu Sans Mono" panose="020B0609030804020204" charset="0"/>
                        <a:cs typeface="DejaVu Sans Mono" panose="020B0609030804020204" charset="0"/>
                      </a:rPr>
                      <a:t>Avatar/Image</a:t>
                    </a:r>
                    <a:endPara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endParaRPr>
                  </a:p>
                </p:txBody>
              </p:sp>
              <p:sp>
                <p:nvSpPr>
                  <p:cNvPr id="56" name="Rounded Rectangle 55"/>
                  <p:cNvSpPr/>
                  <p:nvPr/>
                </p:nvSpPr>
                <p:spPr>
                  <a:xfrm>
                    <a:off x="9217" y="5702"/>
                    <a:ext cx="2126" cy="296"/>
                  </a:xfrm>
                  <a:prstGeom prst="roundRect">
                    <a:avLst/>
                  </a:prstGeom>
                  <a:solidFill>
                    <a:srgbClr val="181818"/>
                  </a:solidFill>
                  <a:ln w="9525" cap="flat" cmpd="sng" algn="ctr">
                    <a:solidFill>
                      <a:srgbClr val="555555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1440" tIns="45720" rIns="91440" bIns="45720" numCol="1" anchor="ctr" anchorCtr="0" compatLnSpc="1"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latin typeface="Arial" panose="02080604020202020204" pitchFamily="34" charset="0"/>
                      <a:ea typeface="SimSun" pitchFamily="2" charset="-122"/>
                    </a:endParaRPr>
                  </a:p>
                </p:txBody>
              </p:sp>
            </p:grpSp>
          </p:grpSp>
          <p:grpSp>
            <p:nvGrpSpPr>
              <p:cNvPr id="68" name="Group 67"/>
              <p:cNvGrpSpPr/>
              <p:nvPr/>
            </p:nvGrpSpPr>
            <p:grpSpPr>
              <a:xfrm>
                <a:off x="8408" y="7716"/>
                <a:ext cx="3003" cy="308"/>
                <a:chOff x="8408" y="7716"/>
                <a:chExt cx="3003" cy="308"/>
              </a:xfrm>
            </p:grpSpPr>
            <p:grpSp>
              <p:nvGrpSpPr>
                <p:cNvPr id="63" name="Group 62"/>
                <p:cNvGrpSpPr/>
                <p:nvPr/>
              </p:nvGrpSpPr>
              <p:grpSpPr>
                <a:xfrm>
                  <a:off x="8408" y="7716"/>
                  <a:ext cx="1440" cy="302"/>
                  <a:chOff x="8408" y="7721"/>
                  <a:chExt cx="1440" cy="302"/>
                </a:xfrm>
              </p:grpSpPr>
              <p:sp>
                <p:nvSpPr>
                  <p:cNvPr id="57" name="Rectangles 56"/>
                  <p:cNvSpPr/>
                  <p:nvPr/>
                </p:nvSpPr>
                <p:spPr>
                  <a:xfrm>
                    <a:off x="8408" y="7721"/>
                    <a:ext cx="1440" cy="302"/>
                  </a:xfrm>
                  <a:prstGeom prst="rect">
                    <a:avLst/>
                  </a:prstGeom>
                  <a:noFill/>
                  <a:ln w="22225" cap="flat" cmpd="sng" algn="ctr">
                    <a:solidFill>
                      <a:srgbClr val="555555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1440" tIns="45720" rIns="91440" bIns="45720" numCol="1" anchor="ctr" anchorCtr="0" compatLnSpc="1"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80604020202020204" pitchFamily="34" charset="0"/>
                      <a:ea typeface="SimSun" pitchFamily="2" charset="-122"/>
                    </a:endParaRPr>
                  </a:p>
                </p:txBody>
              </p:sp>
              <p:sp>
                <p:nvSpPr>
                  <p:cNvPr id="60" name="Text Box 59"/>
                  <p:cNvSpPr txBox="1"/>
                  <p:nvPr/>
                </p:nvSpPr>
                <p:spPr>
                  <a:xfrm>
                    <a:off x="8750" y="7722"/>
                    <a:ext cx="756" cy="3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p>
                    <a:r>
                      <a:rPr lang="en-US" sz="650" b="1">
                        <a:solidFill>
                          <a:srgbClr val="7B7B7B"/>
                        </a:solidFill>
                        <a:latin typeface="DejaVu Sans Mono" panose="020B0609030804020204" charset="0"/>
                        <a:cs typeface="DejaVu Sans Mono" panose="020B0609030804020204" charset="0"/>
                      </a:rPr>
                      <a:t>Cancel</a:t>
                    </a:r>
                    <a:endPara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endParaRPr>
                  </a:p>
                </p:txBody>
              </p:sp>
            </p:grpSp>
            <p:grpSp>
              <p:nvGrpSpPr>
                <p:cNvPr id="62" name="Group 61"/>
                <p:cNvGrpSpPr/>
                <p:nvPr/>
              </p:nvGrpSpPr>
              <p:grpSpPr>
                <a:xfrm>
                  <a:off x="9971" y="7716"/>
                  <a:ext cx="1440" cy="308"/>
                  <a:chOff x="9971" y="7716"/>
                  <a:chExt cx="1440" cy="308"/>
                </a:xfrm>
              </p:grpSpPr>
              <p:sp>
                <p:nvSpPr>
                  <p:cNvPr id="58" name="Rectangles 57"/>
                  <p:cNvSpPr/>
                  <p:nvPr/>
                </p:nvSpPr>
                <p:spPr>
                  <a:xfrm>
                    <a:off x="9971" y="7722"/>
                    <a:ext cx="1440" cy="302"/>
                  </a:xfrm>
                  <a:prstGeom prst="rect">
                    <a:avLst/>
                  </a:prstGeom>
                  <a:noFill/>
                  <a:ln w="22225" cap="flat" cmpd="sng" algn="ctr">
                    <a:solidFill>
                      <a:srgbClr val="555555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1440" tIns="45720" rIns="91440" bIns="45720" numCol="1" anchor="ctr" anchorCtr="0" compatLnSpc="1"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80604020202020204" pitchFamily="34" charset="0"/>
                      <a:ea typeface="SimSun" pitchFamily="2" charset="-122"/>
                    </a:endParaRPr>
                  </a:p>
                </p:txBody>
              </p:sp>
              <p:sp>
                <p:nvSpPr>
                  <p:cNvPr id="61" name="Text Box 60"/>
                  <p:cNvSpPr txBox="1"/>
                  <p:nvPr/>
                </p:nvSpPr>
                <p:spPr>
                  <a:xfrm>
                    <a:off x="10391" y="7716"/>
                    <a:ext cx="600" cy="3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p>
                    <a:r>
                      <a:rPr lang="en-US" sz="650" b="1">
                        <a:solidFill>
                          <a:srgbClr val="7B7B7B"/>
                        </a:solidFill>
                        <a:latin typeface="DejaVu Sans Mono" panose="020B0609030804020204" charset="0"/>
                        <a:cs typeface="DejaVu Sans Mono" panose="020B0609030804020204" charset="0"/>
                      </a:rPr>
                      <a:t>Save</a:t>
                    </a:r>
                    <a:endPara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endParaRPr>
                  </a:p>
                </p:txBody>
              </p:sp>
            </p:grpSp>
          </p:grpSp>
          <p:pic>
            <p:nvPicPr>
              <p:cNvPr id="64" name="Picture 6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2" y="7752"/>
                <a:ext cx="133" cy="191"/>
              </a:xfrm>
              <a:prstGeom prst="rect">
                <a:avLst/>
              </a:prstGeom>
            </p:spPr>
          </p:pic>
          <p:sp>
            <p:nvSpPr>
              <p:cNvPr id="65" name="Text Box 64"/>
              <p:cNvSpPr txBox="1"/>
              <p:nvPr/>
            </p:nvSpPr>
            <p:spPr>
              <a:xfrm>
                <a:off x="5248" y="7716"/>
                <a:ext cx="1380" cy="3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Reset Password</a:t>
                </a:r>
                <a:endParaRPr lang="en-US" sz="650" b="1">
                  <a:solidFill>
                    <a:srgbClr val="7B7B7B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0" y="7330"/>
                <a:ext cx="2256" cy="340"/>
              </a:xfrm>
              <a:prstGeom prst="rect">
                <a:avLst/>
              </a:prstGeom>
            </p:spPr>
          </p:pic>
        </p:grpSp>
        <p:pic>
          <p:nvPicPr>
            <p:cNvPr id="71" name="Picture 7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352" y="9387"/>
              <a:ext cx="330" cy="218"/>
            </a:xfrm>
            <a:prstGeom prst="rect">
              <a:avLst/>
            </a:prstGeom>
          </p:spPr>
        </p:pic>
        <p:sp>
          <p:nvSpPr>
            <p:cNvPr id="73" name="Rounded Rectangle 72"/>
            <p:cNvSpPr/>
            <p:nvPr/>
          </p:nvSpPr>
          <p:spPr>
            <a:xfrm>
              <a:off x="2906" y="9287"/>
              <a:ext cx="11833" cy="5528"/>
            </a:xfrm>
            <a:prstGeom prst="roundRect">
              <a:avLst>
                <a:gd name="adj" fmla="val 580"/>
              </a:avLst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1446530" y="6748780"/>
            <a:ext cx="2386965" cy="466090"/>
            <a:chOff x="2072" y="10530"/>
            <a:chExt cx="3759" cy="734"/>
          </a:xfrm>
        </p:grpSpPr>
        <p:grpSp>
          <p:nvGrpSpPr>
            <p:cNvPr id="110" name="Group 109"/>
            <p:cNvGrpSpPr/>
            <p:nvPr/>
          </p:nvGrpSpPr>
          <p:grpSpPr>
            <a:xfrm>
              <a:off x="2103" y="10530"/>
              <a:ext cx="3728" cy="735"/>
              <a:chOff x="2076" y="10742"/>
              <a:chExt cx="3728" cy="735"/>
            </a:xfrm>
          </p:grpSpPr>
          <p:grpSp>
            <p:nvGrpSpPr>
              <p:cNvPr id="109" name="Group 108"/>
              <p:cNvGrpSpPr/>
              <p:nvPr/>
            </p:nvGrpSpPr>
            <p:grpSpPr>
              <a:xfrm>
                <a:off x="2183" y="11119"/>
                <a:ext cx="3621" cy="358"/>
                <a:chOff x="2183" y="11119"/>
                <a:chExt cx="3621" cy="358"/>
              </a:xfrm>
            </p:grpSpPr>
            <p:sp>
              <p:nvSpPr>
                <p:cNvPr id="103" name="Text Box 102"/>
                <p:cNvSpPr txBox="1"/>
                <p:nvPr/>
              </p:nvSpPr>
              <p:spPr>
                <a:xfrm>
                  <a:off x="2707" y="11138"/>
                  <a:ext cx="3082" cy="3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>
                    <a:buClrTx/>
                    <a:buSzTx/>
                    <a:buFontTx/>
                  </a:pPr>
                  <a:r>
                    <a:rPr lang="en-US" sz="650" b="1" i="1">
                      <a:solidFill>
                        <a:srgbClr val="555555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Use ↑↓ to select</a:t>
                  </a:r>
                  <a:endParaRPr lang="en-US" sz="650" b="1" i="1">
                    <a:solidFill>
                      <a:srgbClr val="555555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104" name="Rounded Rectangle 103"/>
                <p:cNvSpPr/>
                <p:nvPr/>
              </p:nvSpPr>
              <p:spPr>
                <a:xfrm>
                  <a:off x="2680" y="11119"/>
                  <a:ext cx="3125" cy="359"/>
                </a:xfrm>
                <a:prstGeom prst="roundRect">
                  <a:avLst>
                    <a:gd name="adj" fmla="val 8077"/>
                  </a:avLst>
                </a:prstGeom>
                <a:noFill/>
                <a:ln w="9525" cap="rnd" cmpd="sng" algn="ctr">
                  <a:solidFill>
                    <a:srgbClr val="00B0F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81818"/>
                      </a:solidFill>
                    </a14:hiddenFill>
                  </a:ext>
                </a:extLst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sp>
              <p:nvSpPr>
                <p:cNvPr id="105" name="Rounded Rectangle 104"/>
                <p:cNvSpPr/>
                <p:nvPr/>
              </p:nvSpPr>
              <p:spPr>
                <a:xfrm>
                  <a:off x="2183" y="11119"/>
                  <a:ext cx="394" cy="359"/>
                </a:xfrm>
                <a:prstGeom prst="roundRect">
                  <a:avLst>
                    <a:gd name="adj" fmla="val 8077"/>
                  </a:avLst>
                </a:prstGeom>
                <a:noFill/>
                <a:ln w="9525" cap="rnd" cmpd="sng" algn="ctr">
                  <a:solidFill>
                    <a:srgbClr val="00B0F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81818"/>
                      </a:solidFill>
                    </a14:hiddenFill>
                  </a:ext>
                </a:extLst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sp>
              <p:nvSpPr>
                <p:cNvPr id="107" name="Isosceles Triangle 106"/>
                <p:cNvSpPr/>
                <p:nvPr/>
              </p:nvSpPr>
              <p:spPr>
                <a:xfrm rot="10800000">
                  <a:off x="2318" y="11243"/>
                  <a:ext cx="120" cy="120"/>
                </a:xfrm>
                <a:prstGeom prst="triangle">
                  <a:avLst/>
                </a:prstGeom>
                <a:solidFill>
                  <a:srgbClr val="398BE5"/>
                </a:solidFill>
                <a:ln w="9525" cap="flat" cmpd="sng" algn="ctr">
                  <a:solidFill>
                    <a:srgbClr val="1195B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sp>
            <p:nvSpPr>
              <p:cNvPr id="108" name="Text Box 107"/>
              <p:cNvSpPr txBox="1"/>
              <p:nvPr/>
            </p:nvSpPr>
            <p:spPr>
              <a:xfrm>
                <a:off x="2076" y="10742"/>
                <a:ext cx="678" cy="3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650" b="1">
                    <a:solidFill>
                      <a:srgbClr val="398BE5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Title</a:t>
                </a:r>
                <a:endParaRPr lang="en-US" sz="650" b="1">
                  <a:solidFill>
                    <a:srgbClr val="398BE5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</p:grpSp>
        <p:sp>
          <p:nvSpPr>
            <p:cNvPr id="111" name="Isosceles Triangle 110"/>
            <p:cNvSpPr/>
            <p:nvPr/>
          </p:nvSpPr>
          <p:spPr>
            <a:xfrm rot="5400000">
              <a:off x="2072" y="10624"/>
              <a:ext cx="120" cy="120"/>
            </a:xfrm>
            <a:prstGeom prst="triangle">
              <a:avLst/>
            </a:prstGeom>
            <a:solidFill>
              <a:srgbClr val="398BE5"/>
            </a:solidFill>
            <a:ln w="9525" cap="flat" cmpd="sng" algn="ctr">
              <a:solidFill>
                <a:srgbClr val="398BE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</p:grpSp>
      <p:grpSp>
        <p:nvGrpSpPr>
          <p:cNvPr id="192" name="Group 191"/>
          <p:cNvGrpSpPr/>
          <p:nvPr/>
        </p:nvGrpSpPr>
        <p:grpSpPr>
          <a:xfrm>
            <a:off x="1446530" y="6134100"/>
            <a:ext cx="2367280" cy="466725"/>
            <a:chOff x="2255" y="9588"/>
            <a:chExt cx="3728" cy="735"/>
          </a:xfrm>
        </p:grpSpPr>
        <p:sp>
          <p:nvSpPr>
            <p:cNvPr id="116" name="Text Box 115"/>
            <p:cNvSpPr txBox="1"/>
            <p:nvPr/>
          </p:nvSpPr>
          <p:spPr>
            <a:xfrm>
              <a:off x="2886" y="9984"/>
              <a:ext cx="3082" cy="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sz="650" b="1" i="1">
                  <a:solidFill>
                    <a:srgbClr val="555555"/>
                  </a:solidFill>
                  <a:latin typeface="DejaVu Sans Mono" panose="020B0609030804020204" charset="0"/>
                  <a:cs typeface="DejaVu Sans Mono" panose="020B0609030804020204" charset="0"/>
                </a:rPr>
                <a:t>Use ↑↓ to select</a:t>
              </a:r>
              <a:endPara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2859" y="9965"/>
              <a:ext cx="3125" cy="359"/>
            </a:xfrm>
            <a:prstGeom prst="roundRect">
              <a:avLst>
                <a:gd name="adj" fmla="val 8077"/>
              </a:avLst>
            </a:prstGeom>
            <a:noFill/>
            <a:ln w="9525" cap="rnd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2362" y="9965"/>
              <a:ext cx="394" cy="359"/>
            </a:xfrm>
            <a:prstGeom prst="roundRect">
              <a:avLst>
                <a:gd name="adj" fmla="val 8077"/>
              </a:avLst>
            </a:prstGeom>
            <a:noFill/>
            <a:ln w="9525" cap="rnd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19" name="Isosceles Triangle 118"/>
            <p:cNvSpPr/>
            <p:nvPr/>
          </p:nvSpPr>
          <p:spPr>
            <a:xfrm rot="10800000">
              <a:off x="2497" y="10089"/>
              <a:ext cx="120" cy="120"/>
            </a:xfrm>
            <a:prstGeom prst="triangle">
              <a:avLst/>
            </a:prstGeom>
            <a:solidFill>
              <a:srgbClr val="555555"/>
            </a:solidFill>
            <a:ln w="9525" cap="flat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20" name="Text Box 119"/>
            <p:cNvSpPr txBox="1"/>
            <p:nvPr/>
          </p:nvSpPr>
          <p:spPr>
            <a:xfrm>
              <a:off x="2255" y="9588"/>
              <a:ext cx="678" cy="3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650" b="1">
                  <a:solidFill>
                    <a:srgbClr val="555555"/>
                  </a:solidFill>
                  <a:latin typeface="DejaVu Sans Mono" panose="020B0609030804020204" charset="0"/>
                  <a:cs typeface="DejaVu Sans Mono" panose="020B0609030804020204" charset="0"/>
                </a:rPr>
                <a:t>Title</a:t>
              </a:r>
              <a:endPara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1446530" y="7362825"/>
            <a:ext cx="2367915" cy="467360"/>
            <a:chOff x="2297" y="11502"/>
            <a:chExt cx="3729" cy="736"/>
          </a:xfrm>
        </p:grpSpPr>
        <p:sp>
          <p:nvSpPr>
            <p:cNvPr id="122" name="Text Box 121"/>
            <p:cNvSpPr txBox="1"/>
            <p:nvPr/>
          </p:nvSpPr>
          <p:spPr>
            <a:xfrm>
              <a:off x="2928" y="11898"/>
              <a:ext cx="3082" cy="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sz="650" b="1">
                  <a:solidFill>
                    <a:srgbClr val="555555"/>
                  </a:solidFill>
                  <a:latin typeface="DejaVu Sans Mono" panose="020B0609030804020204" charset="0"/>
                  <a:cs typeface="DejaVu Sans Mono" panose="020B0609030804020204" charset="0"/>
                </a:rPr>
                <a:t>Administrator</a:t>
              </a:r>
              <a:endPara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2901" y="11879"/>
              <a:ext cx="3125" cy="359"/>
            </a:xfrm>
            <a:prstGeom prst="roundRect">
              <a:avLst>
                <a:gd name="adj" fmla="val 8077"/>
              </a:avLst>
            </a:prstGeom>
            <a:noFill/>
            <a:ln w="9525" cap="rnd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2404" y="11879"/>
              <a:ext cx="394" cy="359"/>
            </a:xfrm>
            <a:prstGeom prst="roundRect">
              <a:avLst>
                <a:gd name="adj" fmla="val 8077"/>
              </a:avLst>
            </a:prstGeom>
            <a:noFill/>
            <a:ln w="9525" cap="rnd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25" name="Isosceles Triangle 124"/>
            <p:cNvSpPr/>
            <p:nvPr/>
          </p:nvSpPr>
          <p:spPr>
            <a:xfrm rot="10800000">
              <a:off x="2539" y="12003"/>
              <a:ext cx="120" cy="120"/>
            </a:xfrm>
            <a:prstGeom prst="triangle">
              <a:avLst/>
            </a:prstGeom>
            <a:solidFill>
              <a:srgbClr val="555555"/>
            </a:solidFill>
            <a:ln w="9525" cap="flat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26" name="Text Box 125"/>
            <p:cNvSpPr txBox="1"/>
            <p:nvPr/>
          </p:nvSpPr>
          <p:spPr>
            <a:xfrm>
              <a:off x="2297" y="11502"/>
              <a:ext cx="678" cy="3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650" b="1">
                  <a:solidFill>
                    <a:srgbClr val="555555"/>
                  </a:solidFill>
                  <a:latin typeface="DejaVu Sans Mono" panose="020B0609030804020204" charset="0"/>
                  <a:cs typeface="DejaVu Sans Mono" panose="020B0609030804020204" charset="0"/>
                </a:rPr>
                <a:t>Title</a:t>
              </a:r>
              <a:endPara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1446530" y="7978140"/>
            <a:ext cx="2387600" cy="467360"/>
            <a:chOff x="2072" y="10530"/>
            <a:chExt cx="3760" cy="736"/>
          </a:xfrm>
        </p:grpSpPr>
        <p:grpSp>
          <p:nvGrpSpPr>
            <p:cNvPr id="129" name="Group 128"/>
            <p:cNvGrpSpPr/>
            <p:nvPr/>
          </p:nvGrpSpPr>
          <p:grpSpPr>
            <a:xfrm>
              <a:off x="2103" y="10530"/>
              <a:ext cx="3729" cy="736"/>
              <a:chOff x="2076" y="10742"/>
              <a:chExt cx="3729" cy="736"/>
            </a:xfrm>
          </p:grpSpPr>
          <p:grpSp>
            <p:nvGrpSpPr>
              <p:cNvPr id="130" name="Group 129"/>
              <p:cNvGrpSpPr/>
              <p:nvPr/>
            </p:nvGrpSpPr>
            <p:grpSpPr>
              <a:xfrm>
                <a:off x="2183" y="11119"/>
                <a:ext cx="3622" cy="359"/>
                <a:chOff x="2183" y="11119"/>
                <a:chExt cx="3622" cy="359"/>
              </a:xfrm>
            </p:grpSpPr>
            <p:sp>
              <p:nvSpPr>
                <p:cNvPr id="131" name="Text Box 130"/>
                <p:cNvSpPr txBox="1"/>
                <p:nvPr/>
              </p:nvSpPr>
              <p:spPr>
                <a:xfrm>
                  <a:off x="2707" y="11138"/>
                  <a:ext cx="3082" cy="3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>
                    <a:buClrTx/>
                    <a:buSzTx/>
                    <a:buFontTx/>
                  </a:pPr>
                  <a:r>
                    <a:rPr lang="en-US" sz="650" b="1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Administrator</a:t>
                  </a:r>
                  <a:endParaRPr lang="en-US" sz="650" b="1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132" name="Rounded Rectangle 131"/>
                <p:cNvSpPr/>
                <p:nvPr/>
              </p:nvSpPr>
              <p:spPr>
                <a:xfrm>
                  <a:off x="2680" y="11119"/>
                  <a:ext cx="3125" cy="359"/>
                </a:xfrm>
                <a:prstGeom prst="roundRect">
                  <a:avLst>
                    <a:gd name="adj" fmla="val 8077"/>
                  </a:avLst>
                </a:prstGeom>
                <a:noFill/>
                <a:ln w="9525" cap="rnd" cmpd="sng" algn="ctr">
                  <a:solidFill>
                    <a:srgbClr val="00B0F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81818"/>
                      </a:solidFill>
                    </a14:hiddenFill>
                  </a:ext>
                </a:extLst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sp>
              <p:nvSpPr>
                <p:cNvPr id="133" name="Rounded Rectangle 132"/>
                <p:cNvSpPr/>
                <p:nvPr/>
              </p:nvSpPr>
              <p:spPr>
                <a:xfrm>
                  <a:off x="2183" y="11119"/>
                  <a:ext cx="394" cy="359"/>
                </a:xfrm>
                <a:prstGeom prst="roundRect">
                  <a:avLst>
                    <a:gd name="adj" fmla="val 8077"/>
                  </a:avLst>
                </a:prstGeom>
                <a:noFill/>
                <a:ln w="9525" cap="rnd" cmpd="sng" algn="ctr">
                  <a:solidFill>
                    <a:srgbClr val="00B0F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81818"/>
                      </a:solidFill>
                    </a14:hiddenFill>
                  </a:ext>
                </a:extLst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sp>
              <p:nvSpPr>
                <p:cNvPr id="134" name="Isosceles Triangle 133"/>
                <p:cNvSpPr/>
                <p:nvPr/>
              </p:nvSpPr>
              <p:spPr>
                <a:xfrm rot="10800000">
                  <a:off x="2318" y="11243"/>
                  <a:ext cx="120" cy="120"/>
                </a:xfrm>
                <a:prstGeom prst="triangle">
                  <a:avLst/>
                </a:prstGeom>
                <a:solidFill>
                  <a:srgbClr val="398BE5"/>
                </a:solidFill>
                <a:ln w="9525" cap="flat" cmpd="sng" algn="ctr">
                  <a:solidFill>
                    <a:srgbClr val="1195B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sp>
            <p:nvSpPr>
              <p:cNvPr id="135" name="Text Box 134"/>
              <p:cNvSpPr txBox="1"/>
              <p:nvPr/>
            </p:nvSpPr>
            <p:spPr>
              <a:xfrm>
                <a:off x="2076" y="10742"/>
                <a:ext cx="678" cy="3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650" b="1">
                    <a:solidFill>
                      <a:srgbClr val="398BE5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Title</a:t>
                </a:r>
                <a:endParaRPr lang="en-US" sz="650" b="1">
                  <a:solidFill>
                    <a:srgbClr val="398BE5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</p:grpSp>
        <p:sp>
          <p:nvSpPr>
            <p:cNvPr id="136" name="Isosceles Triangle 135"/>
            <p:cNvSpPr/>
            <p:nvPr/>
          </p:nvSpPr>
          <p:spPr>
            <a:xfrm rot="5400000">
              <a:off x="2072" y="10624"/>
              <a:ext cx="120" cy="120"/>
            </a:xfrm>
            <a:prstGeom prst="triangle">
              <a:avLst/>
            </a:prstGeom>
            <a:solidFill>
              <a:srgbClr val="398BE5"/>
            </a:solidFill>
            <a:ln w="9525" cap="flat" cmpd="sng" algn="ctr">
              <a:solidFill>
                <a:srgbClr val="398BE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</p:grpSp>
      <p:sp>
        <p:nvSpPr>
          <p:cNvPr id="140" name="Text Box 139"/>
          <p:cNvSpPr txBox="1"/>
          <p:nvPr/>
        </p:nvSpPr>
        <p:spPr>
          <a:xfrm>
            <a:off x="4594860" y="7021195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Use ↑↓ to select</a:t>
            </a:r>
            <a:endParaRPr lang="en-US" sz="650" b="1" i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41" name="Rounded Rectangle 140"/>
          <p:cNvSpPr/>
          <p:nvPr/>
        </p:nvSpPr>
        <p:spPr>
          <a:xfrm>
            <a:off x="4398645" y="7009130"/>
            <a:ext cx="2308225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43" name="Isosceles Triangle 142"/>
          <p:cNvSpPr/>
          <p:nvPr/>
        </p:nvSpPr>
        <p:spPr>
          <a:xfrm rot="10800000">
            <a:off x="4485640" y="7087870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44" name="Text Box 143"/>
          <p:cNvSpPr txBox="1"/>
          <p:nvPr/>
        </p:nvSpPr>
        <p:spPr>
          <a:xfrm>
            <a:off x="4336415" y="6769735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398BE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398BE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45" name="Isosceles Triangle 144"/>
          <p:cNvSpPr/>
          <p:nvPr/>
        </p:nvSpPr>
        <p:spPr>
          <a:xfrm rot="5400000">
            <a:off x="4316730" y="6829425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398BE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46" name="Text Box 145"/>
          <p:cNvSpPr txBox="1"/>
          <p:nvPr/>
        </p:nvSpPr>
        <p:spPr>
          <a:xfrm>
            <a:off x="4594860" y="6406515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Use ↑↓ to select</a:t>
            </a:r>
            <a:endParaRPr lang="en-US" sz="650" b="1" i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4398645" y="6394450"/>
            <a:ext cx="2265680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49" name="Isosceles Triangle 148"/>
          <p:cNvSpPr/>
          <p:nvPr/>
        </p:nvSpPr>
        <p:spPr>
          <a:xfrm rot="10800000">
            <a:off x="4485640" y="6473190"/>
            <a:ext cx="76200" cy="76200"/>
          </a:xfrm>
          <a:prstGeom prst="triangle">
            <a:avLst/>
          </a:prstGeom>
          <a:solidFill>
            <a:srgbClr val="555555"/>
          </a:solidFill>
          <a:ln w="9525" cap="flat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50" name="Text Box 149"/>
          <p:cNvSpPr txBox="1"/>
          <p:nvPr/>
        </p:nvSpPr>
        <p:spPr>
          <a:xfrm>
            <a:off x="4316730" y="6155055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52" name="Text Box 151"/>
          <p:cNvSpPr txBox="1"/>
          <p:nvPr/>
        </p:nvSpPr>
        <p:spPr>
          <a:xfrm>
            <a:off x="4594860" y="7636510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53" name="Rounded Rectangle 152"/>
          <p:cNvSpPr/>
          <p:nvPr/>
        </p:nvSpPr>
        <p:spPr>
          <a:xfrm>
            <a:off x="4398645" y="7624445"/>
            <a:ext cx="2303780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55" name="Isosceles Triangle 154"/>
          <p:cNvSpPr/>
          <p:nvPr/>
        </p:nvSpPr>
        <p:spPr>
          <a:xfrm rot="10800000">
            <a:off x="4485640" y="7703185"/>
            <a:ext cx="76200" cy="76200"/>
          </a:xfrm>
          <a:prstGeom prst="triangle">
            <a:avLst/>
          </a:prstGeom>
          <a:solidFill>
            <a:srgbClr val="555555"/>
          </a:solidFill>
          <a:ln w="9525" cap="flat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56" name="Text Box 155"/>
          <p:cNvSpPr txBox="1"/>
          <p:nvPr/>
        </p:nvSpPr>
        <p:spPr>
          <a:xfrm>
            <a:off x="4316730" y="7385050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60" name="Text Box 159"/>
          <p:cNvSpPr txBox="1"/>
          <p:nvPr/>
        </p:nvSpPr>
        <p:spPr>
          <a:xfrm>
            <a:off x="4594860" y="8251825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6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61" name="Rounded Rectangle 160"/>
          <p:cNvSpPr/>
          <p:nvPr/>
        </p:nvSpPr>
        <p:spPr>
          <a:xfrm>
            <a:off x="4398645" y="8239760"/>
            <a:ext cx="2312035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3" name="Isosceles Triangle 162"/>
          <p:cNvSpPr/>
          <p:nvPr/>
        </p:nvSpPr>
        <p:spPr>
          <a:xfrm rot="10800000">
            <a:off x="4485640" y="8318500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4" name="Text Box 163"/>
          <p:cNvSpPr txBox="1"/>
          <p:nvPr/>
        </p:nvSpPr>
        <p:spPr>
          <a:xfrm>
            <a:off x="4336415" y="8000365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398BE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398BE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65" name="Isosceles Triangle 164"/>
          <p:cNvSpPr/>
          <p:nvPr/>
        </p:nvSpPr>
        <p:spPr>
          <a:xfrm rot="5400000">
            <a:off x="4316730" y="8060055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398BE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9" name="Text Box 168"/>
          <p:cNvSpPr txBox="1"/>
          <p:nvPr/>
        </p:nvSpPr>
        <p:spPr>
          <a:xfrm>
            <a:off x="7584440" y="7021830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Use ↑↓ to select</a:t>
            </a:r>
            <a:endParaRPr lang="en-US" sz="650" b="1" i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70" name="Rounded Rectangle 169"/>
          <p:cNvSpPr/>
          <p:nvPr/>
        </p:nvSpPr>
        <p:spPr>
          <a:xfrm>
            <a:off x="7314565" y="7009765"/>
            <a:ext cx="2308225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1" name="Isosceles Triangle 170"/>
          <p:cNvSpPr/>
          <p:nvPr/>
        </p:nvSpPr>
        <p:spPr>
          <a:xfrm rot="10800000">
            <a:off x="7408545" y="7088505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2" name="Text Box 171"/>
          <p:cNvSpPr txBox="1"/>
          <p:nvPr/>
        </p:nvSpPr>
        <p:spPr>
          <a:xfrm>
            <a:off x="7254875" y="6770370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398BE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398BE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73" name="Isosceles Triangle 172"/>
          <p:cNvSpPr/>
          <p:nvPr/>
        </p:nvSpPr>
        <p:spPr>
          <a:xfrm rot="5400000">
            <a:off x="7235190" y="6830060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398BE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4" name="Text Box 173"/>
          <p:cNvSpPr txBox="1"/>
          <p:nvPr/>
        </p:nvSpPr>
        <p:spPr>
          <a:xfrm>
            <a:off x="7584440" y="6407150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Use ↑↓ to select</a:t>
            </a:r>
            <a:endParaRPr lang="en-US" sz="650" b="1" i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7347585" y="6395085"/>
            <a:ext cx="2265680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6" name="Isosceles Triangle 175"/>
          <p:cNvSpPr/>
          <p:nvPr/>
        </p:nvSpPr>
        <p:spPr>
          <a:xfrm rot="10800000">
            <a:off x="7439660" y="6473825"/>
            <a:ext cx="76200" cy="76200"/>
          </a:xfrm>
          <a:prstGeom prst="triangle">
            <a:avLst/>
          </a:prstGeom>
          <a:solidFill>
            <a:srgbClr val="555555"/>
          </a:solidFill>
          <a:ln w="9525" cap="flat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7" name="Text Box 176"/>
          <p:cNvSpPr txBox="1"/>
          <p:nvPr/>
        </p:nvSpPr>
        <p:spPr>
          <a:xfrm>
            <a:off x="7245350" y="6155690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79" name="Text Box 178"/>
          <p:cNvSpPr txBox="1"/>
          <p:nvPr/>
        </p:nvSpPr>
        <p:spPr>
          <a:xfrm>
            <a:off x="7584440" y="7637145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80" name="Rounded Rectangle 179"/>
          <p:cNvSpPr/>
          <p:nvPr/>
        </p:nvSpPr>
        <p:spPr>
          <a:xfrm>
            <a:off x="7309485" y="7625080"/>
            <a:ext cx="2303780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81" name="Isosceles Triangle 180"/>
          <p:cNvSpPr/>
          <p:nvPr/>
        </p:nvSpPr>
        <p:spPr>
          <a:xfrm rot="10800000">
            <a:off x="7399020" y="7703820"/>
            <a:ext cx="76200" cy="76200"/>
          </a:xfrm>
          <a:prstGeom prst="triangle">
            <a:avLst/>
          </a:prstGeom>
          <a:solidFill>
            <a:srgbClr val="555555"/>
          </a:solidFill>
          <a:ln w="9525" cap="flat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82" name="Text Box 181"/>
          <p:cNvSpPr txBox="1"/>
          <p:nvPr/>
        </p:nvSpPr>
        <p:spPr>
          <a:xfrm>
            <a:off x="7245350" y="7385685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86" name="Text Box 185"/>
          <p:cNvSpPr txBox="1"/>
          <p:nvPr/>
        </p:nvSpPr>
        <p:spPr>
          <a:xfrm>
            <a:off x="7584440" y="8252460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6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87" name="Rounded Rectangle 186"/>
          <p:cNvSpPr/>
          <p:nvPr/>
        </p:nvSpPr>
        <p:spPr>
          <a:xfrm>
            <a:off x="7310755" y="8240395"/>
            <a:ext cx="2312035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88" name="Isosceles Triangle 187"/>
          <p:cNvSpPr/>
          <p:nvPr/>
        </p:nvSpPr>
        <p:spPr>
          <a:xfrm rot="10800000">
            <a:off x="7408545" y="8319135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89" name="Text Box 188"/>
          <p:cNvSpPr txBox="1"/>
          <p:nvPr/>
        </p:nvSpPr>
        <p:spPr>
          <a:xfrm>
            <a:off x="7254875" y="8001000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398BE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398BE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90" name="Isosceles Triangle 189"/>
          <p:cNvSpPr/>
          <p:nvPr/>
        </p:nvSpPr>
        <p:spPr>
          <a:xfrm rot="5400000">
            <a:off x="7235190" y="8060690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398BE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95" name="Straight Connector 194"/>
          <p:cNvCxnSpPr/>
          <p:nvPr/>
        </p:nvCxnSpPr>
        <p:spPr>
          <a:xfrm>
            <a:off x="7572375" y="7052310"/>
            <a:ext cx="0" cy="13081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Straight Connector 196"/>
          <p:cNvCxnSpPr/>
          <p:nvPr/>
        </p:nvCxnSpPr>
        <p:spPr>
          <a:xfrm>
            <a:off x="7564120" y="8279765"/>
            <a:ext cx="0" cy="13081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Straight Connector 198"/>
          <p:cNvCxnSpPr/>
          <p:nvPr/>
        </p:nvCxnSpPr>
        <p:spPr>
          <a:xfrm>
            <a:off x="7584440" y="7672705"/>
            <a:ext cx="0" cy="13081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46464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Straight Connector 199"/>
          <p:cNvCxnSpPr/>
          <p:nvPr/>
        </p:nvCxnSpPr>
        <p:spPr>
          <a:xfrm>
            <a:off x="7584440" y="6443980"/>
            <a:ext cx="0" cy="13081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46464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3" name="Picture 2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515" y="3816985"/>
            <a:ext cx="6913245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" name="Picture 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8440" y="5861050"/>
            <a:ext cx="5888990" cy="32092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30120"/>
            <a:ext cx="5489575" cy="2135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361815"/>
            <a:ext cx="4683760" cy="34163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1705" y="4213225"/>
            <a:ext cx="2374265" cy="48323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370" y="4206558"/>
            <a:ext cx="306133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97730" y="4206558"/>
            <a:ext cx="114109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8" name="Straight Arrow Connector 17"/>
          <p:cNvCxnSpPr>
            <a:endCxn id="15" idx="2"/>
          </p:cNvCxnSpPr>
          <p:nvPr/>
        </p:nvCxnSpPr>
        <p:spPr>
          <a:xfrm flipV="1">
            <a:off x="1511935" y="4389755"/>
            <a:ext cx="439420" cy="5111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" name="Straight Arrow Connector 18"/>
          <p:cNvCxnSpPr>
            <a:stCxn id="24" idx="0"/>
          </p:cNvCxnSpPr>
          <p:nvPr/>
        </p:nvCxnSpPr>
        <p:spPr>
          <a:xfrm flipV="1">
            <a:off x="3103880" y="4384040"/>
            <a:ext cx="950595" cy="51181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" name="Straight Arrow Connector 19"/>
          <p:cNvCxnSpPr>
            <a:endCxn id="17" idx="2"/>
          </p:cNvCxnSpPr>
          <p:nvPr/>
        </p:nvCxnSpPr>
        <p:spPr>
          <a:xfrm flipV="1">
            <a:off x="5006975" y="4389755"/>
            <a:ext cx="261620" cy="53276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" name="Text Box 21"/>
          <p:cNvSpPr txBox="1"/>
          <p:nvPr/>
        </p:nvSpPr>
        <p:spPr>
          <a:xfrm>
            <a:off x="4736465" y="4210050"/>
            <a:ext cx="1141730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pg 1 of 1 | 1 / 1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555365" y="4206558"/>
            <a:ext cx="106235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699510" y="4210050"/>
            <a:ext cx="829945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graphicFrame>
        <p:nvGraphicFramePr>
          <p:cNvPr id="24" name="Table 23"/>
          <p:cNvGraphicFramePr/>
          <p:nvPr/>
        </p:nvGraphicFramePr>
        <p:xfrm>
          <a:off x="353695" y="4895850"/>
          <a:ext cx="5499735" cy="106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45"/>
                <a:gridCol w="1833245"/>
                <a:gridCol w="18332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Center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Right</a:t>
                      </a:r>
                      <a:endParaRPr lang="en-US" sz="12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/>
                        <a:t>Dynamic based on RBAC rules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/>
                        <a:t>Session.user title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/>
                        <a:t>pg (if more than 1) |</a:t>
                      </a:r>
                      <a:endParaRPr lang="en-US" sz="1000"/>
                    </a:p>
                    <a:p>
                      <a:pPr>
                        <a:buNone/>
                      </a:pPr>
                      <a:r>
                        <a:rPr lang="en-US" sz="1000"/>
                        <a:t>index  /  total</a:t>
                      </a: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5" y="2226310"/>
            <a:ext cx="5649595" cy="198056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4955" y="4206240"/>
            <a:ext cx="4840605" cy="35496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7745" y="4070985"/>
            <a:ext cx="2374265" cy="48323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1113770" y="4064318"/>
            <a:ext cx="114109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30" name="Straight Arrow Connector 29"/>
          <p:cNvCxnSpPr>
            <a:endCxn id="28" idx="2"/>
          </p:cNvCxnSpPr>
          <p:nvPr/>
        </p:nvCxnSpPr>
        <p:spPr>
          <a:xfrm flipV="1">
            <a:off x="7615555" y="4247515"/>
            <a:ext cx="439420" cy="5111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Straight Arrow Connector 30"/>
          <p:cNvCxnSpPr>
            <a:stCxn id="36" idx="0"/>
            <a:endCxn id="35" idx="2"/>
          </p:cNvCxnSpPr>
          <p:nvPr/>
        </p:nvCxnSpPr>
        <p:spPr>
          <a:xfrm flipV="1">
            <a:off x="9519920" y="4243705"/>
            <a:ext cx="833120" cy="50990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" name="Straight Arrow Connector 31"/>
          <p:cNvCxnSpPr>
            <a:endCxn id="29" idx="2"/>
          </p:cNvCxnSpPr>
          <p:nvPr/>
        </p:nvCxnSpPr>
        <p:spPr>
          <a:xfrm flipV="1">
            <a:off x="11423015" y="4247515"/>
            <a:ext cx="261620" cy="53276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3" name="Text Box 32"/>
          <p:cNvSpPr txBox="1"/>
          <p:nvPr/>
        </p:nvSpPr>
        <p:spPr>
          <a:xfrm>
            <a:off x="11152505" y="4067810"/>
            <a:ext cx="1141730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pg 1 of 1 | 1 / 1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538335" y="4064635"/>
            <a:ext cx="149542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9937750" y="4067810"/>
            <a:ext cx="829945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graphicFrame>
        <p:nvGraphicFramePr>
          <p:cNvPr id="36" name="Table 35"/>
          <p:cNvGraphicFramePr/>
          <p:nvPr/>
        </p:nvGraphicFramePr>
        <p:xfrm>
          <a:off x="6769735" y="4753610"/>
          <a:ext cx="5499735" cy="106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45"/>
                <a:gridCol w="1833245"/>
                <a:gridCol w="18332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Center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Right</a:t>
                      </a:r>
                      <a:endParaRPr lang="en-US" sz="12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225" y="4069080"/>
            <a:ext cx="2768600" cy="15113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652260" y="4064635"/>
            <a:ext cx="2805430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137275"/>
            <a:ext cx="5649595" cy="198056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117205"/>
            <a:ext cx="4840605" cy="354965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3630" y="7981950"/>
            <a:ext cx="2374265" cy="483235"/>
          </a:xfrm>
          <a:prstGeom prst="rect">
            <a:avLst/>
          </a:prstGeom>
        </p:spPr>
      </p:pic>
      <p:cxnSp>
        <p:nvCxnSpPr>
          <p:cNvPr id="51" name="Straight Arrow Connector 50"/>
          <p:cNvCxnSpPr>
            <a:endCxn id="57" idx="2"/>
          </p:cNvCxnSpPr>
          <p:nvPr/>
        </p:nvCxnSpPr>
        <p:spPr>
          <a:xfrm flipH="1" flipV="1">
            <a:off x="1268730" y="8168640"/>
            <a:ext cx="149860" cy="51879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2" name="Straight Arrow Connector 51"/>
          <p:cNvCxnSpPr/>
          <p:nvPr/>
        </p:nvCxnSpPr>
        <p:spPr>
          <a:xfrm flipV="1">
            <a:off x="5167630" y="8158480"/>
            <a:ext cx="257810" cy="51181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3" name="Text Box 52"/>
          <p:cNvSpPr txBox="1"/>
          <p:nvPr/>
        </p:nvSpPr>
        <p:spPr>
          <a:xfrm>
            <a:off x="4893310" y="7978775"/>
            <a:ext cx="1141730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pg 1 of 1 | 1 / 1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55" name="Text Box 54"/>
          <p:cNvSpPr txBox="1"/>
          <p:nvPr/>
        </p:nvSpPr>
        <p:spPr>
          <a:xfrm>
            <a:off x="3282315" y="7983855"/>
            <a:ext cx="829945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Viewer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graphicFrame>
        <p:nvGraphicFramePr>
          <p:cNvPr id="56" name="Table 55"/>
          <p:cNvGraphicFramePr/>
          <p:nvPr/>
        </p:nvGraphicFramePr>
        <p:xfrm>
          <a:off x="392430" y="8659495"/>
          <a:ext cx="5617845" cy="72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615"/>
                <a:gridCol w="1872615"/>
                <a:gridCol w="1872615"/>
              </a:tblGrid>
              <a:tr h="353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Center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Right</a:t>
                      </a:r>
                      <a:endParaRPr lang="en-US" sz="1200"/>
                    </a:p>
                  </a:txBody>
                  <a:tcPr anchor="ctr" anchorCtr="0"/>
                </a:tc>
              </a:tr>
              <a:tr h="372745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Rounded Rectangle 57"/>
          <p:cNvSpPr/>
          <p:nvPr/>
        </p:nvSpPr>
        <p:spPr>
          <a:xfrm>
            <a:off x="4908550" y="7982268"/>
            <a:ext cx="106235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367030" y="7991475"/>
            <a:ext cx="2768600" cy="151130"/>
            <a:chOff x="10630" y="8521"/>
            <a:chExt cx="4360" cy="238"/>
          </a:xfrm>
        </p:grpSpPr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30" y="8521"/>
              <a:ext cx="4360" cy="238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08" y="8526"/>
              <a:ext cx="1683" cy="212"/>
            </a:xfrm>
            <a:prstGeom prst="rect">
              <a:avLst/>
            </a:prstGeom>
          </p:spPr>
        </p:pic>
      </p:grpSp>
      <p:pic>
        <p:nvPicPr>
          <p:cNvPr id="62" name="Picture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940" y="7985760"/>
            <a:ext cx="1142365" cy="14224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393065" y="7985760"/>
            <a:ext cx="1751330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254885" y="7985760"/>
            <a:ext cx="252793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63" name="Straight Arrow Connector 62"/>
          <p:cNvCxnSpPr>
            <a:stCxn id="56" idx="0"/>
            <a:endCxn id="54" idx="2"/>
          </p:cNvCxnSpPr>
          <p:nvPr/>
        </p:nvCxnSpPr>
        <p:spPr>
          <a:xfrm flipV="1">
            <a:off x="3201670" y="8168640"/>
            <a:ext cx="317500" cy="49085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64" name="Picture 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955" y="5861685"/>
            <a:ext cx="5789295" cy="288544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11216640" y="8652510"/>
            <a:ext cx="1179830" cy="109728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69" name="Straight Arrow Connector 68"/>
          <p:cNvCxnSpPr>
            <a:endCxn id="67" idx="2"/>
          </p:cNvCxnSpPr>
          <p:nvPr/>
        </p:nvCxnSpPr>
        <p:spPr>
          <a:xfrm flipV="1">
            <a:off x="7340600" y="8762365"/>
            <a:ext cx="439420" cy="5111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0" name="Straight Arrow Connector 69"/>
          <p:cNvCxnSpPr>
            <a:stCxn id="75" idx="0"/>
          </p:cNvCxnSpPr>
          <p:nvPr/>
        </p:nvCxnSpPr>
        <p:spPr>
          <a:xfrm flipV="1">
            <a:off x="9375140" y="8829675"/>
            <a:ext cx="950595" cy="51181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" name="Straight Arrow Connector 70"/>
          <p:cNvCxnSpPr>
            <a:endCxn id="68" idx="2"/>
          </p:cNvCxnSpPr>
          <p:nvPr/>
        </p:nvCxnSpPr>
        <p:spPr>
          <a:xfrm flipV="1">
            <a:off x="11544935" y="8762365"/>
            <a:ext cx="261620" cy="53276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2" name="Text Box 71"/>
          <p:cNvSpPr txBox="1"/>
          <p:nvPr/>
        </p:nvSpPr>
        <p:spPr>
          <a:xfrm>
            <a:off x="11255375" y="8625205"/>
            <a:ext cx="1141730" cy="1606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en-US" sz="4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pg 1 of 1 | 1 / 1</a:t>
            </a:r>
            <a:endParaRPr lang="en-US" sz="4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74" name="Text Box 73"/>
          <p:cNvSpPr txBox="1"/>
          <p:nvPr/>
        </p:nvSpPr>
        <p:spPr>
          <a:xfrm>
            <a:off x="9738360" y="8625205"/>
            <a:ext cx="829945" cy="1606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4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4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graphicFrame>
        <p:nvGraphicFramePr>
          <p:cNvPr id="75" name="Table 74"/>
          <p:cNvGraphicFramePr/>
          <p:nvPr/>
        </p:nvGraphicFramePr>
        <p:xfrm>
          <a:off x="6624955" y="9341485"/>
          <a:ext cx="5499735" cy="106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45"/>
                <a:gridCol w="1833245"/>
                <a:gridCol w="18332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Center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Right</a:t>
                      </a:r>
                      <a:endParaRPr lang="en-US" sz="12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8" name="Text Box 77"/>
          <p:cNvSpPr txBox="1"/>
          <p:nvPr/>
        </p:nvSpPr>
        <p:spPr>
          <a:xfrm>
            <a:off x="6568440" y="8634095"/>
            <a:ext cx="2500630" cy="160655"/>
          </a:xfrm>
          <a:prstGeom prst="rect">
            <a:avLst/>
          </a:prstGeom>
          <a:solidFill>
            <a:srgbClr val="181818"/>
          </a:solidFill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[</a:t>
            </a:r>
            <a:r>
              <a:rPr lang="en-US" sz="450" b="1">
                <a:solidFill>
                  <a:schemeClr val="bg1"/>
                </a:solidFill>
                <a:latin typeface="DejaVu Sans Mono" panose="020B0609030804020204" charset="0"/>
                <a:cs typeface="DejaVu Sans Mono" panose="020B0609030804020204" charset="0"/>
              </a:rPr>
              <a:t>tab|return</a:t>
            </a: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] Next  [</a:t>
            </a:r>
            <a:r>
              <a:rPr lang="en-US" sz="450" b="1">
                <a:solidFill>
                  <a:schemeClr val="bg1"/>
                </a:solidFill>
                <a:latin typeface="DejaVu Sans Mono" panose="020B0609030804020204" charset="0"/>
                <a:cs typeface="DejaVu Sans Mono" panose="020B0609030804020204" charset="0"/>
              </a:rPr>
              <a:t>shift-tab</a:t>
            </a: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] Previous  [</a:t>
            </a:r>
            <a:r>
              <a:rPr lang="en-US" sz="450" b="1">
                <a:solidFill>
                  <a:schemeClr val="bg1"/>
                </a:solidFill>
                <a:latin typeface="DejaVu Sans Mono" panose="020B0609030804020204" charset="0"/>
                <a:cs typeface="DejaVu Sans Mono" panose="020B0609030804020204" charset="0"/>
              </a:rPr>
              <a:t>esc</a:t>
            </a: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] Back  [</a:t>
            </a:r>
            <a:r>
              <a:rPr lang="en-US" sz="450" b="1">
                <a:solidFill>
                  <a:schemeClr val="bg1"/>
                </a:solidFill>
                <a:latin typeface="DejaVu Sans Mono" panose="020B0609030804020204" charset="0"/>
                <a:cs typeface="DejaVu Sans Mono" panose="020B0609030804020204" charset="0"/>
              </a:rPr>
              <a:t>^q</a:t>
            </a: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] Logout</a:t>
            </a:r>
            <a:endParaRPr lang="en-US" sz="450" b="1">
              <a:solidFill>
                <a:srgbClr val="606060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641465" y="8652510"/>
            <a:ext cx="2277110" cy="10985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8990330" y="8652510"/>
            <a:ext cx="2162175" cy="10985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ectangles 18"/>
          <p:cNvSpPr/>
          <p:nvPr/>
        </p:nvSpPr>
        <p:spPr>
          <a:xfrm>
            <a:off x="11567160" y="8366760"/>
            <a:ext cx="3694430" cy="848360"/>
          </a:xfrm>
          <a:prstGeom prst="rect">
            <a:avLst/>
          </a:prstGeom>
          <a:solidFill>
            <a:srgbClr val="18181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" y="1623060"/>
            <a:ext cx="3452495" cy="11645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" y="2900680"/>
            <a:ext cx="3452495" cy="11677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" y="4181475"/>
            <a:ext cx="3452495" cy="11296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305" y="2174875"/>
            <a:ext cx="9832340" cy="270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185" y="4181475"/>
            <a:ext cx="7806690" cy="1759585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8853805" y="4749800"/>
            <a:ext cx="1346200" cy="233045"/>
          </a:xfrm>
          <a:prstGeom prst="rect">
            <a:avLst/>
          </a:prstGeom>
          <a:noFill/>
          <a:ln w="222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646295" y="3164205"/>
            <a:ext cx="1346200" cy="233045"/>
          </a:xfrm>
          <a:prstGeom prst="rect">
            <a:avLst/>
          </a:prstGeom>
          <a:noFill/>
          <a:ln w="222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853805" y="5470525"/>
            <a:ext cx="1346200" cy="23304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686935" y="3740150"/>
            <a:ext cx="1346200" cy="23304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3" name="Straight Arrow Connector 12"/>
          <p:cNvCxnSpPr>
            <a:stCxn id="9" idx="1"/>
            <a:endCxn id="10" idx="3"/>
          </p:cNvCxnSpPr>
          <p:nvPr/>
        </p:nvCxnSpPr>
        <p:spPr>
          <a:xfrm flipH="1" flipV="1">
            <a:off x="5992495" y="3281045"/>
            <a:ext cx="2861310" cy="158559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" name="Straight Arrow Connector 13"/>
          <p:cNvCxnSpPr>
            <a:stCxn id="11" idx="1"/>
            <a:endCxn id="12" idx="3"/>
          </p:cNvCxnSpPr>
          <p:nvPr/>
        </p:nvCxnSpPr>
        <p:spPr>
          <a:xfrm flipH="1" flipV="1">
            <a:off x="6033135" y="3856990"/>
            <a:ext cx="2820670" cy="17303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7" name="Rectangles 16"/>
          <p:cNvSpPr/>
          <p:nvPr/>
        </p:nvSpPr>
        <p:spPr>
          <a:xfrm>
            <a:off x="14918055" y="8411845"/>
            <a:ext cx="120650" cy="11430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636395" y="6257925"/>
            <a:ext cx="12557760" cy="7175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546860" y="7084695"/>
            <a:ext cx="12633325" cy="128206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8150225"/>
            <a:ext cx="5356860" cy="85852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2155" y="8718550"/>
            <a:ext cx="6349365" cy="1179195"/>
          </a:xfrm>
          <a:prstGeom prst="rect">
            <a:avLst/>
          </a:prstGeom>
        </p:spPr>
      </p:pic>
      <p:sp>
        <p:nvSpPr>
          <p:cNvPr id="18" name="Rectangles 17"/>
          <p:cNvSpPr/>
          <p:nvPr/>
        </p:nvSpPr>
        <p:spPr>
          <a:xfrm>
            <a:off x="1270" y="6301105"/>
            <a:ext cx="572135" cy="34417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270" y="7419340"/>
            <a:ext cx="572135" cy="53467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658620" y="8150225"/>
            <a:ext cx="572135" cy="53467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5356860" y="8743950"/>
            <a:ext cx="918210" cy="65786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490720" y="2051685"/>
            <a:ext cx="8162290" cy="2135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83305" y="3088640"/>
            <a:ext cx="7349490" cy="25628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65" y="4662805"/>
            <a:ext cx="7095490" cy="3032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1435735"/>
            <a:ext cx="4324350" cy="34404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250" y="3990340"/>
            <a:ext cx="4438015" cy="11709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470" y="4725035"/>
            <a:ext cx="4878705" cy="16402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1800" y="7061835"/>
            <a:ext cx="7947025" cy="1659255"/>
          </a:xfrm>
          <a:prstGeom prst="rect">
            <a:avLst/>
          </a:prstGeom>
        </p:spPr>
      </p:pic>
      <p:sp>
        <p:nvSpPr>
          <p:cNvPr id="28" name="Rectangles 27"/>
          <p:cNvSpPr/>
          <p:nvPr/>
        </p:nvSpPr>
        <p:spPr>
          <a:xfrm>
            <a:off x="6305550" y="7333615"/>
            <a:ext cx="918210" cy="65786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808595" y="7350760"/>
            <a:ext cx="918210" cy="65786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8390" y="8881745"/>
            <a:ext cx="6633210" cy="145415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>
            <a:off x="12080240" y="9203690"/>
            <a:ext cx="627380" cy="61468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030" y="1696085"/>
            <a:ext cx="8049895" cy="2085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" y="3987800"/>
            <a:ext cx="8049895" cy="12052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30" y="5749290"/>
            <a:ext cx="8154035" cy="2965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5" name="Group 164"/>
          <p:cNvGrpSpPr/>
          <p:nvPr/>
        </p:nvGrpSpPr>
        <p:grpSpPr>
          <a:xfrm>
            <a:off x="6873875" y="6372225"/>
            <a:ext cx="778510" cy="1923415"/>
            <a:chOff x="8333" y="8022"/>
            <a:chExt cx="1226" cy="3029"/>
          </a:xfrm>
        </p:grpSpPr>
        <p:grpSp>
          <p:nvGrpSpPr>
            <p:cNvPr id="160" name="Group 159"/>
            <p:cNvGrpSpPr/>
            <p:nvPr/>
          </p:nvGrpSpPr>
          <p:grpSpPr>
            <a:xfrm rot="0">
              <a:off x="8333" y="8022"/>
              <a:ext cx="673" cy="526"/>
              <a:chOff x="16290" y="4518"/>
              <a:chExt cx="748" cy="584"/>
            </a:xfrm>
          </p:grpSpPr>
          <p:pic>
            <p:nvPicPr>
              <p:cNvPr id="161" name="Picture 160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62" name="Oval 16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63" name="Picture 16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9" y="8445"/>
              <a:ext cx="1060" cy="26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37" name="Text Box 336"/>
          <p:cNvSpPr txBox="1"/>
          <p:nvPr/>
        </p:nvSpPr>
        <p:spPr>
          <a:xfrm>
            <a:off x="9187180" y="391033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App Request Submit Flow</a:t>
            </a:r>
            <a:endParaRPr lang="en-US" sz="900"/>
          </a:p>
          <a:p>
            <a:r>
              <a:rPr lang="en-US" sz="900"/>
              <a:t>08/13/2025</a:t>
            </a:r>
            <a:endParaRPr lang="en-US" sz="900"/>
          </a:p>
        </p:txBody>
      </p:sp>
      <p:cxnSp>
        <p:nvCxnSpPr>
          <p:cNvPr id="4" name="Straight Arrow Connector 3"/>
          <p:cNvCxnSpPr>
            <a:stCxn id="201" idx="2"/>
            <a:endCxn id="29" idx="0"/>
          </p:cNvCxnSpPr>
          <p:nvPr/>
        </p:nvCxnSpPr>
        <p:spPr>
          <a:xfrm>
            <a:off x="5775325" y="4937125"/>
            <a:ext cx="635" cy="3740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/>
          <p:cNvCxnSpPr>
            <a:endCxn id="5" idx="1"/>
          </p:cNvCxnSpPr>
          <p:nvPr/>
        </p:nvCxnSpPr>
        <p:spPr>
          <a:xfrm flipV="1">
            <a:off x="4610100" y="4719320"/>
            <a:ext cx="635000" cy="6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5556113" y="420624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20" name="Straight Arrow Connector 19"/>
          <p:cNvCxnSpPr>
            <a:stCxn id="17" idx="2"/>
            <a:endCxn id="5" idx="0"/>
          </p:cNvCxnSpPr>
          <p:nvPr/>
        </p:nvCxnSpPr>
        <p:spPr>
          <a:xfrm flipH="1">
            <a:off x="5775325" y="4425950"/>
            <a:ext cx="635" cy="2286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945" y="4095750"/>
            <a:ext cx="1123950" cy="16192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9" name="Flowchart: Decision 28"/>
          <p:cNvSpPr/>
          <p:nvPr/>
        </p:nvSpPr>
        <p:spPr>
          <a:xfrm>
            <a:off x="5443147" y="531114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id?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" name="Flowchart: Decision 29"/>
          <p:cNvSpPr/>
          <p:nvPr/>
        </p:nvSpPr>
        <p:spPr>
          <a:xfrm>
            <a:off x="7512685" y="530923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1" name="Straight Arrow Connector 30"/>
          <p:cNvCxnSpPr>
            <a:stCxn id="29" idx="2"/>
            <a:endCxn id="63" idx="0"/>
          </p:cNvCxnSpPr>
          <p:nvPr/>
        </p:nvCxnSpPr>
        <p:spPr>
          <a:xfrm flipH="1">
            <a:off x="5775325" y="5796280"/>
            <a:ext cx="635" cy="4800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701558" y="593534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4" name="Flowchart: Decision 33"/>
          <p:cNvSpPr/>
          <p:nvPr/>
        </p:nvSpPr>
        <p:spPr>
          <a:xfrm>
            <a:off x="5443147" y="673735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5" name="Straight Arrow Connector 54"/>
          <p:cNvCxnSpPr>
            <a:stCxn id="30" idx="3"/>
            <a:endCxn id="148" idx="1"/>
          </p:cNvCxnSpPr>
          <p:nvPr/>
        </p:nvCxnSpPr>
        <p:spPr>
          <a:xfrm flipV="1">
            <a:off x="8177530" y="5531485"/>
            <a:ext cx="471805" cy="203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287385" y="5471795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7" name="Group 196"/>
          <p:cNvGrpSpPr/>
          <p:nvPr/>
        </p:nvGrpSpPr>
        <p:grpSpPr>
          <a:xfrm>
            <a:off x="5245344" y="6276340"/>
            <a:ext cx="1060450" cy="285750"/>
            <a:chOff x="8264" y="9884"/>
            <a:chExt cx="1670" cy="4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3" name="Rectangles 62"/>
            <p:cNvSpPr/>
            <p:nvPr/>
          </p:nvSpPr>
          <p:spPr>
            <a:xfrm>
              <a:off x="8264" y="988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64" name="Rectangles 63"/>
            <p:cNvSpPr/>
            <p:nvPr/>
          </p:nvSpPr>
          <p:spPr>
            <a:xfrm>
              <a:off x="8264" y="1013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65" name="Flowchart: Terminator 64"/>
          <p:cNvSpPr/>
          <p:nvPr/>
        </p:nvSpPr>
        <p:spPr>
          <a:xfrm>
            <a:off x="4818380" y="642112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request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flipV="1">
            <a:off x="4331335" y="6496685"/>
            <a:ext cx="487045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29" idx="3"/>
            <a:endCxn id="30" idx="1"/>
          </p:cNvCxnSpPr>
          <p:nvPr/>
        </p:nvCxnSpPr>
        <p:spPr>
          <a:xfrm flipV="1">
            <a:off x="6108065" y="5551805"/>
            <a:ext cx="140462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472555" y="5473700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78" name="Straight Arrow Connector 77"/>
          <p:cNvCxnSpPr>
            <a:stCxn id="64" idx="2"/>
            <a:endCxn id="34" idx="0"/>
          </p:cNvCxnSpPr>
          <p:nvPr/>
        </p:nvCxnSpPr>
        <p:spPr>
          <a:xfrm>
            <a:off x="5775325" y="6562090"/>
            <a:ext cx="635" cy="175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3743960" y="5728970"/>
            <a:ext cx="781050" cy="2398395"/>
            <a:chOff x="3393" y="7555"/>
            <a:chExt cx="1230" cy="3777"/>
          </a:xfrm>
        </p:grpSpPr>
        <p:grpSp>
          <p:nvGrpSpPr>
            <p:cNvPr id="79" name="Group 78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80" name="Picture 79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81" name="Oval 8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84" name="Straight Arrow Connector 83"/>
          <p:cNvCxnSpPr>
            <a:stCxn id="30" idx="2"/>
            <a:endCxn id="94" idx="0"/>
          </p:cNvCxnSpPr>
          <p:nvPr/>
        </p:nvCxnSpPr>
        <p:spPr>
          <a:xfrm>
            <a:off x="7845425" y="5794375"/>
            <a:ext cx="3810" cy="13341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768483" y="61601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8" name="Flowchart: Decision 87"/>
          <p:cNvSpPr/>
          <p:nvPr/>
        </p:nvSpPr>
        <p:spPr>
          <a:xfrm>
            <a:off x="8843010" y="599630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9" name="Straight Arrow Connector 88"/>
          <p:cNvCxnSpPr>
            <a:stCxn id="34" idx="3"/>
            <a:endCxn id="93" idx="1"/>
          </p:cNvCxnSpPr>
          <p:nvPr/>
        </p:nvCxnSpPr>
        <p:spPr>
          <a:xfrm flipV="1">
            <a:off x="6108065" y="6972300"/>
            <a:ext cx="41846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224163" y="689991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93" name="Flowchart: Terminator 92"/>
          <p:cNvSpPr/>
          <p:nvPr/>
        </p:nvSpPr>
        <p:spPr>
          <a:xfrm>
            <a:off x="6526530" y="689991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Flowchart: Terminator 93"/>
          <p:cNvSpPr/>
          <p:nvPr/>
        </p:nvSpPr>
        <p:spPr>
          <a:xfrm>
            <a:off x="7609840" y="712851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Flowchart: Terminator 97"/>
          <p:cNvSpPr/>
          <p:nvPr/>
        </p:nvSpPr>
        <p:spPr>
          <a:xfrm>
            <a:off x="6548120" y="784352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98" name="Group 197"/>
          <p:cNvGrpSpPr/>
          <p:nvPr/>
        </p:nvGrpSpPr>
        <p:grpSpPr>
          <a:xfrm>
            <a:off x="8649335" y="5466715"/>
            <a:ext cx="1060450" cy="288925"/>
            <a:chOff x="13621" y="8609"/>
            <a:chExt cx="1670" cy="45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48" name="Rectangles 147"/>
            <p:cNvSpPr/>
            <p:nvPr/>
          </p:nvSpPr>
          <p:spPr>
            <a:xfrm>
              <a:off x="13621" y="8609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Insert</a:t>
              </a:r>
              <a:endParaRPr lang="en-US" sz="720"/>
            </a:p>
          </p:txBody>
        </p:sp>
        <p:sp>
          <p:nvSpPr>
            <p:cNvPr id="149" name="Rectangles 148"/>
            <p:cNvSpPr/>
            <p:nvPr/>
          </p:nvSpPr>
          <p:spPr>
            <a:xfrm>
              <a:off x="13621" y="886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151" name="Flowchart: Terminator 150"/>
          <p:cNvSpPr/>
          <p:nvPr/>
        </p:nvSpPr>
        <p:spPr>
          <a:xfrm>
            <a:off x="9681210" y="5624195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2" name="Straight Arrow Connector 151"/>
          <p:cNvCxnSpPr>
            <a:stCxn id="149" idx="2"/>
            <a:endCxn id="88" idx="0"/>
          </p:cNvCxnSpPr>
          <p:nvPr/>
        </p:nvCxnSpPr>
        <p:spPr>
          <a:xfrm flipH="1">
            <a:off x="9175750" y="5755640"/>
            <a:ext cx="3810" cy="2406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stCxn id="88" idx="1"/>
            <a:endCxn id="85" idx="6"/>
          </p:cNvCxnSpPr>
          <p:nvPr/>
        </p:nvCxnSpPr>
        <p:spPr>
          <a:xfrm flipH="1">
            <a:off x="7916545" y="6238875"/>
            <a:ext cx="92646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51" idx="3"/>
          </p:cNvCxnSpPr>
          <p:nvPr/>
        </p:nvCxnSpPr>
        <p:spPr>
          <a:xfrm flipH="1">
            <a:off x="10181590" y="5692140"/>
            <a:ext cx="33274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88" idx="2"/>
          </p:cNvCxnSpPr>
          <p:nvPr/>
        </p:nvCxnSpPr>
        <p:spPr>
          <a:xfrm flipH="1">
            <a:off x="9171305" y="648144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9101348" y="660908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69" name="Flowchart: Decision 168"/>
          <p:cNvSpPr/>
          <p:nvPr/>
        </p:nvSpPr>
        <p:spPr>
          <a:xfrm>
            <a:off x="8845550" y="695007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72" name="Group 171"/>
          <p:cNvGrpSpPr/>
          <p:nvPr/>
        </p:nvGrpSpPr>
        <p:grpSpPr>
          <a:xfrm>
            <a:off x="10408920" y="4363085"/>
            <a:ext cx="781050" cy="2398395"/>
            <a:chOff x="3393" y="7555"/>
            <a:chExt cx="1230" cy="3777"/>
          </a:xfrm>
        </p:grpSpPr>
        <p:grpSp>
          <p:nvGrpSpPr>
            <p:cNvPr id="173" name="Group 172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174" name="Picture 173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75" name="Oval 174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76" name="Picture 17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77" name="Picture 17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81" name="Straight Arrow Connector 180"/>
          <p:cNvCxnSpPr>
            <a:stCxn id="169" idx="2"/>
            <a:endCxn id="184" idx="0"/>
          </p:cNvCxnSpPr>
          <p:nvPr/>
        </p:nvCxnSpPr>
        <p:spPr>
          <a:xfrm flipH="1">
            <a:off x="9173210" y="7435215"/>
            <a:ext cx="5080" cy="4298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9103253" y="75444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9" name="Group 198"/>
          <p:cNvGrpSpPr/>
          <p:nvPr/>
        </p:nvGrpSpPr>
        <p:grpSpPr>
          <a:xfrm>
            <a:off x="8642985" y="7865110"/>
            <a:ext cx="1060450" cy="282575"/>
            <a:chOff x="13611" y="12386"/>
            <a:chExt cx="1670" cy="4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84" name="Rectangles 183"/>
            <p:cNvSpPr/>
            <p:nvPr/>
          </p:nvSpPr>
          <p:spPr>
            <a:xfrm>
              <a:off x="13611" y="12386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</a:t>
              </a:r>
              <a:endParaRPr lang="en-US" sz="720"/>
            </a:p>
          </p:txBody>
        </p:sp>
        <p:sp>
          <p:nvSpPr>
            <p:cNvPr id="185" name="Rectangles 184"/>
            <p:cNvSpPr/>
            <p:nvPr/>
          </p:nvSpPr>
          <p:spPr>
            <a:xfrm>
              <a:off x="13611" y="12628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Cancels</a:t>
              </a:r>
              <a:endParaRPr lang="en-US" sz="720"/>
            </a:p>
          </p:txBody>
        </p:sp>
      </p:grpSp>
      <p:sp>
        <p:nvSpPr>
          <p:cNvPr id="190" name="Flowchart: Terminator 189"/>
          <p:cNvSpPr/>
          <p:nvPr/>
        </p:nvSpPr>
        <p:spPr>
          <a:xfrm>
            <a:off x="7609840" y="7982585"/>
            <a:ext cx="478790" cy="18542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cancel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Straight Arrow Connector 191"/>
          <p:cNvCxnSpPr>
            <a:stCxn id="185" idx="1"/>
            <a:endCxn id="190" idx="3"/>
          </p:cNvCxnSpPr>
          <p:nvPr/>
        </p:nvCxnSpPr>
        <p:spPr>
          <a:xfrm flipH="1" flipV="1">
            <a:off x="8088630" y="8075295"/>
            <a:ext cx="554355" cy="82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stCxn id="190" idx="0"/>
            <a:endCxn id="94" idx="2"/>
          </p:cNvCxnSpPr>
          <p:nvPr/>
        </p:nvCxnSpPr>
        <p:spPr>
          <a:xfrm flipV="1">
            <a:off x="7849235" y="7272655"/>
            <a:ext cx="0" cy="7099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owchart: Terminator 193"/>
          <p:cNvSpPr/>
          <p:nvPr/>
        </p:nvSpPr>
        <p:spPr>
          <a:xfrm>
            <a:off x="9681210" y="800608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6" name="Straight Arrow Connector 195"/>
          <p:cNvCxnSpPr>
            <a:stCxn id="151" idx="2"/>
            <a:endCxn id="194" idx="0"/>
          </p:cNvCxnSpPr>
          <p:nvPr/>
        </p:nvCxnSpPr>
        <p:spPr>
          <a:xfrm>
            <a:off x="9931400" y="5768340"/>
            <a:ext cx="0" cy="22377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/>
          <p:cNvGrpSpPr/>
          <p:nvPr/>
        </p:nvGrpSpPr>
        <p:grpSpPr>
          <a:xfrm>
            <a:off x="5245344" y="4654550"/>
            <a:ext cx="1060450" cy="281940"/>
            <a:chOff x="8271" y="7330"/>
            <a:chExt cx="1670" cy="44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Rectangles 4"/>
            <p:cNvSpPr/>
            <p:nvPr/>
          </p:nvSpPr>
          <p:spPr>
            <a:xfrm>
              <a:off x="8271" y="7330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01" name="Rectangles 200"/>
            <p:cNvSpPr/>
            <p:nvPr/>
          </p:nvSpPr>
          <p:spPr>
            <a:xfrm>
              <a:off x="8271" y="757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Request</a:t>
              </a:r>
              <a:endParaRPr lang="en-US" sz="720"/>
            </a:p>
          </p:txBody>
        </p:sp>
      </p:grpSp>
      <p:cxnSp>
        <p:nvCxnSpPr>
          <p:cNvPr id="204" name="Straight Arrow Connector 203"/>
          <p:cNvCxnSpPr/>
          <p:nvPr/>
        </p:nvCxnSpPr>
        <p:spPr>
          <a:xfrm flipH="1">
            <a:off x="5771515" y="720788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5701558" y="733552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06" name="Flowchart: Decision 205"/>
          <p:cNvSpPr/>
          <p:nvPr/>
        </p:nvSpPr>
        <p:spPr>
          <a:xfrm>
            <a:off x="5443147" y="767651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07" name="Straight Arrow Connector 206"/>
          <p:cNvCxnSpPr>
            <a:stCxn id="206" idx="3"/>
            <a:endCxn id="98" idx="1"/>
          </p:cNvCxnSpPr>
          <p:nvPr/>
        </p:nvCxnSpPr>
        <p:spPr>
          <a:xfrm flipV="1">
            <a:off x="6108065" y="7915910"/>
            <a:ext cx="440055" cy="31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24163" y="783336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9009380" y="5269230"/>
            <a:ext cx="1724660" cy="112649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239895" y="6641465"/>
            <a:ext cx="1085850" cy="1445895"/>
            <a:chOff x="6677" y="10459"/>
            <a:chExt cx="1710" cy="2277"/>
          </a:xfrm>
        </p:grpSpPr>
        <p:pic>
          <p:nvPicPr>
            <p:cNvPr id="241" name="Picture 24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13" y="10886"/>
              <a:ext cx="1575" cy="185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72" name="Group 271"/>
            <p:cNvGrpSpPr/>
            <p:nvPr/>
          </p:nvGrpSpPr>
          <p:grpSpPr>
            <a:xfrm rot="0">
              <a:off x="6677" y="10459"/>
              <a:ext cx="673" cy="526"/>
              <a:chOff x="16290" y="4518"/>
              <a:chExt cx="748" cy="584"/>
            </a:xfrm>
          </p:grpSpPr>
          <p:pic>
            <p:nvPicPr>
              <p:cNvPr id="273" name="Picture 27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74" name="Oval 27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75" name="Picture 27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</p:grpSp>
      <p:sp>
        <p:nvSpPr>
          <p:cNvPr id="22" name="Flowchart: Decision 21"/>
          <p:cNvSpPr/>
          <p:nvPr/>
        </p:nvSpPr>
        <p:spPr>
          <a:xfrm>
            <a:off x="6346595" y="690958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677978" y="6563360"/>
            <a:ext cx="1905" cy="32575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" name="Group 232"/>
          <p:cNvGrpSpPr/>
          <p:nvPr/>
        </p:nvGrpSpPr>
        <p:grpSpPr>
          <a:xfrm>
            <a:off x="8458835" y="5320030"/>
            <a:ext cx="1210945" cy="630555"/>
            <a:chOff x="13321" y="8378"/>
            <a:chExt cx="1907" cy="993"/>
          </a:xfrm>
        </p:grpSpPr>
        <p:sp>
          <p:nvSpPr>
            <p:cNvPr id="31" name="Rectangles 30"/>
            <p:cNvSpPr/>
            <p:nvPr/>
          </p:nvSpPr>
          <p:spPr>
            <a:xfrm>
              <a:off x="13558" y="869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sp>
          <p:nvSpPr>
            <p:cNvPr id="32" name="Rectangles 31"/>
            <p:cNvSpPr/>
            <p:nvPr/>
          </p:nvSpPr>
          <p:spPr>
            <a:xfrm>
              <a:off x="13558" y="8933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34" name="Rectangles 33"/>
            <p:cNvSpPr/>
            <p:nvPr/>
          </p:nvSpPr>
          <p:spPr>
            <a:xfrm>
              <a:off x="13558" y="9169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  <p:grpSp>
          <p:nvGrpSpPr>
            <p:cNvPr id="139" name="Group 138"/>
            <p:cNvGrpSpPr/>
            <p:nvPr/>
          </p:nvGrpSpPr>
          <p:grpSpPr>
            <a:xfrm rot="0">
              <a:off x="13321" y="8378"/>
              <a:ext cx="427" cy="394"/>
              <a:chOff x="1264" y="991"/>
              <a:chExt cx="854" cy="770"/>
            </a:xfrm>
          </p:grpSpPr>
          <p:pic>
            <p:nvPicPr>
              <p:cNvPr id="140" name="Picture 13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141" name="Picture 1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557" y="8695"/>
              <a:ext cx="338" cy="135"/>
            </a:xfrm>
            <a:prstGeom prst="rect">
              <a:avLst/>
            </a:prstGeom>
          </p:spPr>
        </p:pic>
      </p:grpSp>
      <p:cxnSp>
        <p:nvCxnSpPr>
          <p:cNvPr id="38" name="Straight Arrow Connector 37"/>
          <p:cNvCxnSpPr/>
          <p:nvPr/>
        </p:nvCxnSpPr>
        <p:spPr>
          <a:xfrm>
            <a:off x="9669780" y="5737225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9670415" y="4517390"/>
            <a:ext cx="751840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7" idx="3"/>
          </p:cNvCxnSpPr>
          <p:nvPr/>
        </p:nvCxnSpPr>
        <p:spPr>
          <a:xfrm flipH="1">
            <a:off x="10096500" y="5885180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>
            <a:off x="8458200" y="4249420"/>
            <a:ext cx="1212850" cy="479425"/>
            <a:chOff x="13320" y="6692"/>
            <a:chExt cx="1910" cy="755"/>
          </a:xfrm>
        </p:grpSpPr>
        <p:sp>
          <p:nvSpPr>
            <p:cNvPr id="8" name="Rectangles 7"/>
            <p:cNvSpPr/>
            <p:nvPr/>
          </p:nvSpPr>
          <p:spPr>
            <a:xfrm>
              <a:off x="13560" y="701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Websocket</a:t>
              </a:r>
              <a:endParaRPr lang="en-US" sz="720">
                <a:sym typeface="+mn-ea"/>
              </a:endParaRPr>
            </a:p>
          </p:txBody>
        </p:sp>
        <p:sp>
          <p:nvSpPr>
            <p:cNvPr id="9" name="Rectangles 8"/>
            <p:cNvSpPr/>
            <p:nvPr/>
          </p:nvSpPr>
          <p:spPr>
            <a:xfrm>
              <a:off x="13560" y="7245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Message</a:t>
              </a:r>
              <a:endParaRPr lang="en-US" sz="720">
                <a:sym typeface="+mn-ea"/>
              </a:endParaRPr>
            </a:p>
          </p:txBody>
        </p:sp>
        <p:grpSp>
          <p:nvGrpSpPr>
            <p:cNvPr id="96" name="Group 95"/>
            <p:cNvGrpSpPr/>
            <p:nvPr/>
          </p:nvGrpSpPr>
          <p:grpSpPr>
            <a:xfrm rot="0">
              <a:off x="13320" y="6692"/>
              <a:ext cx="572" cy="452"/>
              <a:chOff x="12459" y="1283"/>
              <a:chExt cx="636" cy="502"/>
            </a:xfrm>
          </p:grpSpPr>
          <p:pic>
            <p:nvPicPr>
              <p:cNvPr id="93" name="Picture 9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59" y="1283"/>
                <a:ext cx="475" cy="351"/>
              </a:xfrm>
              <a:prstGeom prst="rect">
                <a:avLst/>
              </a:prstGeom>
            </p:spPr>
          </p:pic>
          <p:pic>
            <p:nvPicPr>
              <p:cNvPr id="94" name="Picture 9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70" y="1402"/>
                <a:ext cx="252" cy="318"/>
              </a:xfrm>
              <a:prstGeom prst="rect">
                <a:avLst/>
              </a:prstGeom>
            </p:spPr>
          </p:pic>
          <p:pic>
            <p:nvPicPr>
              <p:cNvPr id="95" name="Picture 9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21" y="1635"/>
                <a:ext cx="375" cy="150"/>
              </a:xfrm>
              <a:prstGeom prst="rect">
                <a:avLst/>
              </a:prstGeom>
            </p:spPr>
          </p:pic>
        </p:grpSp>
      </p:grpSp>
      <p:cxnSp>
        <p:nvCxnSpPr>
          <p:cNvPr id="175" name="Straight Arrow Connector 174"/>
          <p:cNvCxnSpPr>
            <a:stCxn id="22" idx="1"/>
            <a:endCxn id="25" idx="3"/>
          </p:cNvCxnSpPr>
          <p:nvPr/>
        </p:nvCxnSpPr>
        <p:spPr>
          <a:xfrm flipH="1">
            <a:off x="5728335" y="7153910"/>
            <a:ext cx="618490" cy="762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6000643" y="706865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37" name="Text Box 336"/>
          <p:cNvSpPr txBox="1"/>
          <p:nvPr/>
        </p:nvSpPr>
        <p:spPr>
          <a:xfrm>
            <a:off x="9853930" y="296291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Positions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7650" y="5400040"/>
            <a:ext cx="1473200" cy="15005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7650" y="3528695"/>
            <a:ext cx="1472565" cy="154368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5" name="Flowchart: Terminator 24"/>
          <p:cNvSpPr/>
          <p:nvPr/>
        </p:nvSpPr>
        <p:spPr>
          <a:xfrm>
            <a:off x="5243195" y="7094220"/>
            <a:ext cx="485140" cy="13398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Flowchart: Terminator 81"/>
          <p:cNvSpPr/>
          <p:nvPr/>
        </p:nvSpPr>
        <p:spPr>
          <a:xfrm>
            <a:off x="7165975" y="5777865"/>
            <a:ext cx="679450" cy="20955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api positions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" name="Elbow Connector 26"/>
          <p:cNvCxnSpPr>
            <a:stCxn id="54" idx="3"/>
            <a:endCxn id="33" idx="3"/>
          </p:cNvCxnSpPr>
          <p:nvPr/>
        </p:nvCxnSpPr>
        <p:spPr>
          <a:xfrm>
            <a:off x="7209155" y="6054090"/>
            <a:ext cx="511175" cy="159385"/>
          </a:xfrm>
          <a:prstGeom prst="bentConnector3">
            <a:avLst>
              <a:gd name="adj1" fmla="val 1465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Group 229"/>
          <p:cNvGrpSpPr/>
          <p:nvPr/>
        </p:nvGrpSpPr>
        <p:grpSpPr>
          <a:xfrm>
            <a:off x="6148705" y="5838190"/>
            <a:ext cx="1060450" cy="730250"/>
            <a:chOff x="9683" y="9194"/>
            <a:chExt cx="1670" cy="1150"/>
          </a:xfrm>
        </p:grpSpPr>
        <p:sp>
          <p:nvSpPr>
            <p:cNvPr id="52" name="Rectangles 51"/>
            <p:cNvSpPr/>
            <p:nvPr/>
          </p:nvSpPr>
          <p:spPr>
            <a:xfrm>
              <a:off x="9683" y="9194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54" name="Rectangles 53"/>
            <p:cNvSpPr/>
            <p:nvPr/>
          </p:nvSpPr>
          <p:spPr>
            <a:xfrm>
              <a:off x="9683" y="943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55" name="Rectangles 54"/>
            <p:cNvSpPr/>
            <p:nvPr/>
          </p:nvSpPr>
          <p:spPr>
            <a:xfrm>
              <a:off x="9683" y="990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5" name="Rectangles 4"/>
            <p:cNvSpPr/>
            <p:nvPr/>
          </p:nvSpPr>
          <p:spPr>
            <a:xfrm>
              <a:off x="9683" y="9669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Published</a:t>
              </a:r>
              <a:endParaRPr lang="en-US" sz="720">
                <a:sym typeface="+mn-ea"/>
              </a:endParaRPr>
            </a:p>
          </p:txBody>
        </p:sp>
        <p:sp>
          <p:nvSpPr>
            <p:cNvPr id="28" name="Rectangles 27"/>
            <p:cNvSpPr/>
            <p:nvPr/>
          </p:nvSpPr>
          <p:spPr>
            <a:xfrm>
              <a:off x="9683" y="1014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Compare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33" name="Flowchart: Terminator 32"/>
          <p:cNvSpPr/>
          <p:nvPr/>
        </p:nvSpPr>
        <p:spPr>
          <a:xfrm>
            <a:off x="7166610" y="614870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9" name="Elbow Connector 38"/>
          <p:cNvCxnSpPr>
            <a:stCxn id="54" idx="1"/>
            <a:endCxn id="319" idx="3"/>
          </p:cNvCxnSpPr>
          <p:nvPr/>
        </p:nvCxnSpPr>
        <p:spPr>
          <a:xfrm rot="10800000">
            <a:off x="5704205" y="5231130"/>
            <a:ext cx="444500" cy="82296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Elbow Connector 245"/>
          <p:cNvCxnSpPr>
            <a:stCxn id="22" idx="2"/>
            <a:endCxn id="247" idx="3"/>
          </p:cNvCxnSpPr>
          <p:nvPr/>
        </p:nvCxnSpPr>
        <p:spPr>
          <a:xfrm rot="5400000">
            <a:off x="6083300" y="7012940"/>
            <a:ext cx="210820" cy="98171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Terminator 246"/>
          <p:cNvSpPr/>
          <p:nvPr/>
        </p:nvSpPr>
        <p:spPr>
          <a:xfrm>
            <a:off x="5253355" y="7544435"/>
            <a:ext cx="44450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6041283" y="752903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267" name="Elbow Connector 266"/>
          <p:cNvCxnSpPr>
            <a:stCxn id="241" idx="0"/>
            <a:endCxn id="238" idx="2"/>
          </p:cNvCxnSpPr>
          <p:nvPr/>
        </p:nvCxnSpPr>
        <p:spPr>
          <a:xfrm rot="16200000">
            <a:off x="5178425" y="6070600"/>
            <a:ext cx="489585" cy="119380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/>
          <p:cNvGrpSpPr/>
          <p:nvPr/>
        </p:nvGrpSpPr>
        <p:grpSpPr>
          <a:xfrm>
            <a:off x="6148705" y="4611370"/>
            <a:ext cx="1060450" cy="276860"/>
            <a:chOff x="9683" y="7262"/>
            <a:chExt cx="1670" cy="436"/>
          </a:xfrm>
        </p:grpSpPr>
        <p:sp>
          <p:nvSpPr>
            <p:cNvPr id="313" name="Rectangles 312"/>
            <p:cNvSpPr/>
            <p:nvPr/>
          </p:nvSpPr>
          <p:spPr>
            <a:xfrm>
              <a:off x="9683" y="726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315" name="Rectangles 314"/>
            <p:cNvSpPr/>
            <p:nvPr/>
          </p:nvSpPr>
          <p:spPr>
            <a:xfrm>
              <a:off x="9683" y="7496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316" name="Straight Arrow Connector 315"/>
          <p:cNvCxnSpPr>
            <a:endCxn id="329" idx="3"/>
          </p:cNvCxnSpPr>
          <p:nvPr/>
        </p:nvCxnSpPr>
        <p:spPr>
          <a:xfrm flipH="1" flipV="1">
            <a:off x="7805420" y="4662805"/>
            <a:ext cx="80518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Elbow Connector 323"/>
          <p:cNvCxnSpPr>
            <a:stCxn id="315" idx="1"/>
            <a:endCxn id="319" idx="3"/>
          </p:cNvCxnSpPr>
          <p:nvPr/>
        </p:nvCxnSpPr>
        <p:spPr>
          <a:xfrm rot="10800000" flipV="1">
            <a:off x="5704205" y="4824730"/>
            <a:ext cx="444500" cy="40640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Flowchart: Terminator 328"/>
          <p:cNvSpPr/>
          <p:nvPr/>
        </p:nvSpPr>
        <p:spPr>
          <a:xfrm>
            <a:off x="7089140" y="4551045"/>
            <a:ext cx="716280" cy="22352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wss message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3" name="Straight Arrow Connector 332"/>
          <p:cNvCxnSpPr/>
          <p:nvPr/>
        </p:nvCxnSpPr>
        <p:spPr>
          <a:xfrm flipH="1" flipV="1">
            <a:off x="7845425" y="5882640"/>
            <a:ext cx="763905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83" idx="0"/>
            <a:endCxn id="34" idx="2"/>
          </p:cNvCxnSpPr>
          <p:nvPr/>
        </p:nvCxnSpPr>
        <p:spPr>
          <a:xfrm flipH="1" flipV="1">
            <a:off x="9139555" y="5951220"/>
            <a:ext cx="1270" cy="68516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234" name="Group 233"/>
          <p:cNvGrpSpPr/>
          <p:nvPr/>
        </p:nvGrpSpPr>
        <p:grpSpPr>
          <a:xfrm>
            <a:off x="8921115" y="6485890"/>
            <a:ext cx="554355" cy="368935"/>
            <a:chOff x="14049" y="10214"/>
            <a:chExt cx="873" cy="581"/>
          </a:xfrm>
        </p:grpSpPr>
        <p:sp>
          <p:nvSpPr>
            <p:cNvPr id="83" name="Flowchart: Off-page Connector 82"/>
            <p:cNvSpPr/>
            <p:nvPr/>
          </p:nvSpPr>
          <p:spPr>
            <a:xfrm>
              <a:off x="14049" y="1045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position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14602" y="10214"/>
              <a:ext cx="320" cy="340"/>
              <a:chOff x="8092" y="1237"/>
              <a:chExt cx="482" cy="524"/>
            </a:xfrm>
          </p:grpSpPr>
          <p:sp>
            <p:nvSpPr>
              <p:cNvPr id="101" name="Oval 100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99" name="Picture 98"/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sp>
        <p:nvSpPr>
          <p:cNvPr id="7" name="Flowchart: Terminator 6"/>
          <p:cNvSpPr/>
          <p:nvPr/>
        </p:nvSpPr>
        <p:spPr>
          <a:xfrm>
            <a:off x="9542780" y="582231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8" name="Flowchart: Terminator 237"/>
          <p:cNvSpPr/>
          <p:nvPr/>
        </p:nvSpPr>
        <p:spPr>
          <a:xfrm>
            <a:off x="5743575" y="629412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281170" y="3948430"/>
            <a:ext cx="1099820" cy="2291080"/>
            <a:chOff x="6742" y="6218"/>
            <a:chExt cx="1732" cy="3608"/>
          </a:xfrm>
        </p:grpSpPr>
        <p:grpSp>
          <p:nvGrpSpPr>
            <p:cNvPr id="268" name="Group 267"/>
            <p:cNvGrpSpPr/>
            <p:nvPr/>
          </p:nvGrpSpPr>
          <p:grpSpPr>
            <a:xfrm rot="0">
              <a:off x="6742" y="6218"/>
              <a:ext cx="673" cy="526"/>
              <a:chOff x="16290" y="4518"/>
              <a:chExt cx="748" cy="584"/>
            </a:xfrm>
          </p:grpSpPr>
          <p:pic>
            <p:nvPicPr>
              <p:cNvPr id="269" name="Picture 26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70" name="Oval 26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71" name="Picture 27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39" name="Picture 23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08" y="6640"/>
              <a:ext cx="1566" cy="318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9" name="Flowchart: Terminator 318"/>
          <p:cNvSpPr/>
          <p:nvPr/>
        </p:nvSpPr>
        <p:spPr>
          <a:xfrm>
            <a:off x="5203190" y="5166360"/>
            <a:ext cx="50101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10021570" y="4538345"/>
            <a:ext cx="1948815" cy="25019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2" name="Flowchart: Decision 21"/>
          <p:cNvSpPr/>
          <p:nvPr/>
        </p:nvSpPr>
        <p:spPr>
          <a:xfrm>
            <a:off x="3572280" y="534176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9845675" y="570166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845675" y="585470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Import</a:t>
            </a:r>
            <a:endParaRPr lang="en-US" sz="720">
              <a:sym typeface="+mn-ea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45675" y="600456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 Active</a:t>
            </a:r>
            <a:endParaRPr lang="en-US" sz="720">
              <a:sym typeface="+mn-ea"/>
            </a:endParaRPr>
          </a:p>
        </p:txBody>
      </p:sp>
      <p:grpSp>
        <p:nvGrpSpPr>
          <p:cNvPr id="44" name="Group 43"/>
          <p:cNvGrpSpPr/>
          <p:nvPr/>
        </p:nvGrpSpPr>
        <p:grpSpPr>
          <a:xfrm rot="0">
            <a:off x="9695180" y="5497195"/>
            <a:ext cx="364490" cy="286385"/>
            <a:chOff x="13321" y="8378"/>
            <a:chExt cx="574" cy="451"/>
          </a:xfrm>
        </p:grpSpPr>
        <p:grpSp>
          <p:nvGrpSpPr>
            <p:cNvPr id="139" name="Group 138"/>
            <p:cNvGrpSpPr/>
            <p:nvPr/>
          </p:nvGrpSpPr>
          <p:grpSpPr>
            <a:xfrm rot="0">
              <a:off x="13321" y="8378"/>
              <a:ext cx="427" cy="394"/>
              <a:chOff x="1264" y="991"/>
              <a:chExt cx="854" cy="770"/>
            </a:xfrm>
          </p:grpSpPr>
          <p:pic>
            <p:nvPicPr>
              <p:cNvPr id="140" name="Picture 13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141" name="Picture 1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57" y="8695"/>
              <a:ext cx="338" cy="135"/>
            </a:xfrm>
            <a:prstGeom prst="rect">
              <a:avLst/>
            </a:prstGeom>
          </p:spPr>
        </p:pic>
      </p:grpSp>
      <p:cxnSp>
        <p:nvCxnSpPr>
          <p:cNvPr id="38" name="Straight Arrow Connector 37"/>
          <p:cNvCxnSpPr/>
          <p:nvPr/>
        </p:nvCxnSpPr>
        <p:spPr>
          <a:xfrm>
            <a:off x="10906125" y="5919470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7" idx="3"/>
          </p:cNvCxnSpPr>
          <p:nvPr/>
        </p:nvCxnSpPr>
        <p:spPr>
          <a:xfrm flipH="1">
            <a:off x="11332845" y="6067425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22" idx="1"/>
            <a:endCxn id="25" idx="3"/>
          </p:cNvCxnSpPr>
          <p:nvPr/>
        </p:nvCxnSpPr>
        <p:spPr>
          <a:xfrm flipH="1">
            <a:off x="2954020" y="5586095"/>
            <a:ext cx="618490" cy="762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3226328" y="550084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37" name="Text Box 336"/>
          <p:cNvSpPr txBox="1"/>
          <p:nvPr/>
        </p:nvSpPr>
        <p:spPr>
          <a:xfrm>
            <a:off x="10734040" y="237617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 Instrument Positions Flow</a:t>
            </a:r>
            <a:endParaRPr lang="en-US" sz="900"/>
          </a:p>
          <a:p>
            <a:r>
              <a:rPr lang="en-US" sz="900"/>
              <a:t>011/20/2025</a:t>
            </a:r>
            <a:endParaRPr lang="en-US" sz="900"/>
          </a:p>
        </p:txBody>
      </p:sp>
      <p:sp>
        <p:nvSpPr>
          <p:cNvPr id="25" name="Flowchart: Terminator 24"/>
          <p:cNvSpPr/>
          <p:nvPr/>
        </p:nvSpPr>
        <p:spPr>
          <a:xfrm>
            <a:off x="2468880" y="5526405"/>
            <a:ext cx="485140" cy="13398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6" name="Elbow Connector 245"/>
          <p:cNvCxnSpPr>
            <a:stCxn id="22" idx="2"/>
            <a:endCxn id="247" idx="3"/>
          </p:cNvCxnSpPr>
          <p:nvPr/>
        </p:nvCxnSpPr>
        <p:spPr>
          <a:xfrm rot="5400000">
            <a:off x="3308985" y="5445125"/>
            <a:ext cx="210820" cy="98171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Terminator 246"/>
          <p:cNvSpPr/>
          <p:nvPr/>
        </p:nvSpPr>
        <p:spPr>
          <a:xfrm>
            <a:off x="2479040" y="5976620"/>
            <a:ext cx="44450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3266968" y="59612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grpSp>
        <p:nvGrpSpPr>
          <p:cNvPr id="231" name="Group 230"/>
          <p:cNvGrpSpPr/>
          <p:nvPr/>
        </p:nvGrpSpPr>
        <p:grpSpPr>
          <a:xfrm>
            <a:off x="7549515" y="5360035"/>
            <a:ext cx="1060450" cy="276860"/>
            <a:chOff x="9683" y="7262"/>
            <a:chExt cx="1670" cy="436"/>
          </a:xfrm>
        </p:grpSpPr>
        <p:sp>
          <p:nvSpPr>
            <p:cNvPr id="313" name="Rectangles 312"/>
            <p:cNvSpPr/>
            <p:nvPr/>
          </p:nvSpPr>
          <p:spPr>
            <a:xfrm>
              <a:off x="9683" y="726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315" name="Rectangles 314"/>
            <p:cNvSpPr/>
            <p:nvPr/>
          </p:nvSpPr>
          <p:spPr>
            <a:xfrm>
              <a:off x="9683" y="7496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316" name="Straight Arrow Connector 315"/>
          <p:cNvCxnSpPr>
            <a:endCxn id="329" idx="3"/>
          </p:cNvCxnSpPr>
          <p:nvPr/>
        </p:nvCxnSpPr>
        <p:spPr>
          <a:xfrm flipH="1" flipV="1">
            <a:off x="9569450" y="4818380"/>
            <a:ext cx="277495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Flowchart: Terminator 328"/>
          <p:cNvSpPr/>
          <p:nvPr/>
        </p:nvSpPr>
        <p:spPr>
          <a:xfrm>
            <a:off x="8931275" y="4743450"/>
            <a:ext cx="638175" cy="1498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instruments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3" name="Straight Arrow Connector 332"/>
          <p:cNvCxnSpPr>
            <a:endCxn id="29" idx="3"/>
          </p:cNvCxnSpPr>
          <p:nvPr/>
        </p:nvCxnSpPr>
        <p:spPr>
          <a:xfrm flipH="1" flipV="1">
            <a:off x="9569450" y="6066790"/>
            <a:ext cx="276225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Terminator 6"/>
          <p:cNvSpPr/>
          <p:nvPr/>
        </p:nvSpPr>
        <p:spPr>
          <a:xfrm>
            <a:off x="10779125" y="600456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9865" y="5661660"/>
            <a:ext cx="1386840" cy="17437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21" name="Straight Arrow Connector 20"/>
          <p:cNvCxnSpPr/>
          <p:nvPr/>
        </p:nvCxnSpPr>
        <p:spPr>
          <a:xfrm>
            <a:off x="10907395" y="4669155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6" idx="3"/>
          </p:cNvCxnSpPr>
          <p:nvPr/>
        </p:nvCxnSpPr>
        <p:spPr>
          <a:xfrm flipH="1">
            <a:off x="11334115" y="4817110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Terminator 28"/>
          <p:cNvSpPr/>
          <p:nvPr/>
        </p:nvSpPr>
        <p:spPr>
          <a:xfrm>
            <a:off x="8931275" y="5991860"/>
            <a:ext cx="638175" cy="1498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leverages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" name="Straight Arrow Connector 29"/>
          <p:cNvCxnSpPr>
            <a:endCxn id="14" idx="0"/>
          </p:cNvCxnSpPr>
          <p:nvPr/>
        </p:nvCxnSpPr>
        <p:spPr>
          <a:xfrm flipH="1">
            <a:off x="10377170" y="3857625"/>
            <a:ext cx="1270" cy="44132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10158730" y="3488055"/>
            <a:ext cx="554355" cy="368935"/>
            <a:chOff x="14049" y="10214"/>
            <a:chExt cx="873" cy="581"/>
          </a:xfrm>
        </p:grpSpPr>
        <p:sp>
          <p:nvSpPr>
            <p:cNvPr id="36" name="Flowchart: Off-page Connector 35"/>
            <p:cNvSpPr/>
            <p:nvPr/>
          </p:nvSpPr>
          <p:spPr>
            <a:xfrm>
              <a:off x="14049" y="1045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import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14602" y="10214"/>
              <a:ext cx="320" cy="340"/>
              <a:chOff x="8092" y="1237"/>
              <a:chExt cx="482" cy="524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cxnSp>
        <p:nvCxnSpPr>
          <p:cNvPr id="42" name="Straight Arrow Connector 41"/>
          <p:cNvCxnSpPr/>
          <p:nvPr/>
        </p:nvCxnSpPr>
        <p:spPr>
          <a:xfrm flipH="1">
            <a:off x="10375900" y="4883150"/>
            <a:ext cx="1270" cy="81851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Flowchart: Terminator 42"/>
          <p:cNvSpPr/>
          <p:nvPr/>
        </p:nvSpPr>
        <p:spPr>
          <a:xfrm>
            <a:off x="10099040" y="526923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6" name="Elbow Connector 45"/>
          <p:cNvCxnSpPr>
            <a:stCxn id="329" idx="1"/>
            <a:endCxn id="313" idx="3"/>
          </p:cNvCxnSpPr>
          <p:nvPr/>
        </p:nvCxnSpPr>
        <p:spPr>
          <a:xfrm rot="10800000" flipV="1">
            <a:off x="8609965" y="4818380"/>
            <a:ext cx="321310" cy="60642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29" idx="1"/>
            <a:endCxn id="313" idx="3"/>
          </p:cNvCxnSpPr>
          <p:nvPr/>
        </p:nvCxnSpPr>
        <p:spPr>
          <a:xfrm rot="10800000">
            <a:off x="8609965" y="5424805"/>
            <a:ext cx="321310" cy="64198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9865" y="3696335"/>
            <a:ext cx="2194560" cy="19253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63" name="Group 62"/>
          <p:cNvGrpSpPr/>
          <p:nvPr/>
        </p:nvGrpSpPr>
        <p:grpSpPr>
          <a:xfrm>
            <a:off x="5627370" y="5518150"/>
            <a:ext cx="1140460" cy="1892935"/>
            <a:chOff x="5941" y="7341"/>
            <a:chExt cx="1796" cy="2981"/>
          </a:xfrm>
        </p:grpSpPr>
        <p:grpSp>
          <p:nvGrpSpPr>
            <p:cNvPr id="49" name="Group 48"/>
            <p:cNvGrpSpPr/>
            <p:nvPr/>
          </p:nvGrpSpPr>
          <p:grpSpPr>
            <a:xfrm rot="0">
              <a:off x="5941" y="7341"/>
              <a:ext cx="673" cy="526"/>
              <a:chOff x="16290" y="4518"/>
              <a:chExt cx="748" cy="584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51" name="Oval 5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07" y="7760"/>
              <a:ext cx="1630" cy="2562"/>
            </a:xfrm>
            <a:prstGeom prst="rect">
              <a:avLst/>
            </a:prstGeom>
          </p:spPr>
        </p:pic>
      </p:grpSp>
      <p:grpSp>
        <p:nvGrpSpPr>
          <p:cNvPr id="74" name="Group 73"/>
          <p:cNvGrpSpPr/>
          <p:nvPr/>
        </p:nvGrpSpPr>
        <p:grpSpPr>
          <a:xfrm>
            <a:off x="5627370" y="3310255"/>
            <a:ext cx="958850" cy="2153920"/>
            <a:chOff x="9117" y="4298"/>
            <a:chExt cx="1510" cy="3392"/>
          </a:xfrm>
        </p:grpSpPr>
        <p:grpSp>
          <p:nvGrpSpPr>
            <p:cNvPr id="73" name="Group 72"/>
            <p:cNvGrpSpPr/>
            <p:nvPr/>
          </p:nvGrpSpPr>
          <p:grpSpPr>
            <a:xfrm>
              <a:off x="9117" y="4298"/>
              <a:ext cx="674" cy="526"/>
              <a:chOff x="9117" y="4298"/>
              <a:chExt cx="674" cy="526"/>
            </a:xfrm>
          </p:grpSpPr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17" y="4516"/>
                <a:ext cx="271" cy="308"/>
              </a:xfrm>
              <a:prstGeom prst="rect">
                <a:avLst/>
              </a:prstGeom>
            </p:spPr>
          </p:pic>
          <p:sp>
            <p:nvSpPr>
              <p:cNvPr id="61" name="Oval 60"/>
              <p:cNvSpPr/>
              <p:nvPr/>
            </p:nvSpPr>
            <p:spPr>
              <a:xfrm>
                <a:off x="9367" y="4361"/>
                <a:ext cx="350" cy="3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83" y="4298"/>
                <a:ext cx="508" cy="467"/>
              </a:xfrm>
              <a:prstGeom prst="rect">
                <a:avLst/>
              </a:prstGeom>
            </p:spPr>
          </p:pic>
        </p:grpSp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83" y="4720"/>
              <a:ext cx="1345" cy="2970"/>
            </a:xfrm>
            <a:prstGeom prst="rect">
              <a:avLst/>
            </a:prstGeom>
          </p:spPr>
        </p:pic>
      </p:grpSp>
      <p:grpSp>
        <p:nvGrpSpPr>
          <p:cNvPr id="76" name="Group 75"/>
          <p:cNvGrpSpPr/>
          <p:nvPr/>
        </p:nvGrpSpPr>
        <p:grpSpPr>
          <a:xfrm>
            <a:off x="9695180" y="4091940"/>
            <a:ext cx="1212215" cy="790575"/>
            <a:chOff x="15268" y="6444"/>
            <a:chExt cx="1909" cy="1245"/>
          </a:xfrm>
        </p:grpSpPr>
        <p:sp>
          <p:nvSpPr>
            <p:cNvPr id="14" name="Rectangles 13"/>
            <p:cNvSpPr/>
            <p:nvPr/>
          </p:nvSpPr>
          <p:spPr>
            <a:xfrm>
              <a:off x="15507" y="6770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sp>
          <p:nvSpPr>
            <p:cNvPr id="15" name="Rectangles 14"/>
            <p:cNvSpPr/>
            <p:nvPr/>
          </p:nvSpPr>
          <p:spPr>
            <a:xfrm>
              <a:off x="15507" y="701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by Account</a:t>
              </a:r>
              <a:endParaRPr lang="en-US" sz="720">
                <a:sym typeface="+mn-ea"/>
              </a:endParaRPr>
            </a:p>
          </p:txBody>
        </p:sp>
        <p:sp>
          <p:nvSpPr>
            <p:cNvPr id="16" name="Rectangles 15"/>
            <p:cNvSpPr/>
            <p:nvPr/>
          </p:nvSpPr>
          <p:spPr>
            <a:xfrm>
              <a:off x="15507" y="7487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  <p:sp>
          <p:nvSpPr>
            <p:cNvPr id="65" name="Rectangles 64"/>
            <p:cNvSpPr/>
            <p:nvPr/>
          </p:nvSpPr>
          <p:spPr>
            <a:xfrm>
              <a:off x="15507" y="725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grpSp>
          <p:nvGrpSpPr>
            <p:cNvPr id="67" name="Group 66"/>
            <p:cNvGrpSpPr/>
            <p:nvPr/>
          </p:nvGrpSpPr>
          <p:grpSpPr>
            <a:xfrm rot="0">
              <a:off x="15268" y="6444"/>
              <a:ext cx="574" cy="451"/>
              <a:chOff x="13321" y="8378"/>
              <a:chExt cx="574" cy="451"/>
            </a:xfrm>
          </p:grpSpPr>
          <p:grpSp>
            <p:nvGrpSpPr>
              <p:cNvPr id="68" name="Group 67"/>
              <p:cNvGrpSpPr/>
              <p:nvPr/>
            </p:nvGrpSpPr>
            <p:grpSpPr>
              <a:xfrm rot="0">
                <a:off x="13321" y="8378"/>
                <a:ext cx="427" cy="394"/>
                <a:chOff x="1264" y="991"/>
                <a:chExt cx="854" cy="770"/>
              </a:xfrm>
            </p:grpSpPr>
            <p:pic>
              <p:nvPicPr>
                <p:cNvPr id="69" name="Picture 68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70" name="Picture 69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71" name="Picture 7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57" y="8695"/>
                <a:ext cx="338" cy="135"/>
              </a:xfrm>
              <a:prstGeom prst="rect">
                <a:avLst/>
              </a:prstGeom>
            </p:spPr>
          </p:pic>
        </p:grpSp>
      </p:grpSp>
      <p:cxnSp>
        <p:nvCxnSpPr>
          <p:cNvPr id="75" name="Straight Arrow Connector 74"/>
          <p:cNvCxnSpPr>
            <a:stCxn id="57" idx="3"/>
            <a:endCxn id="15" idx="1"/>
          </p:cNvCxnSpPr>
          <p:nvPr/>
        </p:nvCxnSpPr>
        <p:spPr>
          <a:xfrm flipV="1">
            <a:off x="6586855" y="4516755"/>
            <a:ext cx="3260090" cy="44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Terminator 25"/>
          <p:cNvSpPr/>
          <p:nvPr/>
        </p:nvSpPr>
        <p:spPr>
          <a:xfrm>
            <a:off x="10780395" y="475424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all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" name="Oval 134"/>
          <p:cNvSpPr/>
          <p:nvPr/>
        </p:nvSpPr>
        <p:spPr>
          <a:xfrm>
            <a:off x="9508653" y="669296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27" name="Straight Arrow Connector 126"/>
          <p:cNvCxnSpPr>
            <a:stCxn id="135" idx="4"/>
            <a:endCxn id="121" idx="0"/>
          </p:cNvCxnSpPr>
          <p:nvPr/>
        </p:nvCxnSpPr>
        <p:spPr>
          <a:xfrm>
            <a:off x="9644380" y="6959600"/>
            <a:ext cx="0" cy="4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3"/>
            <a:endCxn id="52" idx="1"/>
          </p:cNvCxnSpPr>
          <p:nvPr/>
        </p:nvCxnSpPr>
        <p:spPr>
          <a:xfrm>
            <a:off x="6191250" y="7773670"/>
            <a:ext cx="405130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/>
          <p:cNvCxnSpPr>
            <a:stCxn id="49" idx="3"/>
            <a:endCxn id="7" idx="1"/>
          </p:cNvCxnSpPr>
          <p:nvPr/>
        </p:nvCxnSpPr>
        <p:spPr>
          <a:xfrm flipV="1">
            <a:off x="5110480" y="7773670"/>
            <a:ext cx="4159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334" idx="3"/>
          </p:cNvCxnSpPr>
          <p:nvPr/>
        </p:nvCxnSpPr>
        <p:spPr>
          <a:xfrm flipH="1">
            <a:off x="6545580" y="5133340"/>
            <a:ext cx="521335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/>
          <p:cNvCxnSpPr>
            <a:stCxn id="44" idx="1"/>
          </p:cNvCxnSpPr>
          <p:nvPr/>
        </p:nvCxnSpPr>
        <p:spPr>
          <a:xfrm flipH="1">
            <a:off x="3761105" y="6898640"/>
            <a:ext cx="683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s 331"/>
          <p:cNvSpPr/>
          <p:nvPr/>
        </p:nvSpPr>
        <p:spPr>
          <a:xfrm>
            <a:off x="5485130" y="4926330"/>
            <a:ext cx="1060450" cy="1289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sp>
        <p:nvSpPr>
          <p:cNvPr id="334" name="Rectangles 333"/>
          <p:cNvSpPr/>
          <p:nvPr/>
        </p:nvSpPr>
        <p:spPr>
          <a:xfrm>
            <a:off x="5485130" y="5072380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Fetch</a:t>
            </a:r>
            <a:endParaRPr lang="en-US" sz="720"/>
          </a:p>
        </p:txBody>
      </p:sp>
      <p:sp>
        <p:nvSpPr>
          <p:cNvPr id="337" name="Text Box 336"/>
          <p:cNvSpPr txBox="1"/>
          <p:nvPr/>
        </p:nvSpPr>
        <p:spPr>
          <a:xfrm>
            <a:off x="10432415" y="331216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Stops Submit Flow</a:t>
            </a:r>
            <a:endParaRPr lang="en-US" sz="900"/>
          </a:p>
          <a:p>
            <a:r>
              <a:rPr lang="en-US" sz="900"/>
              <a:t>08/02/2025</a:t>
            </a:r>
            <a:endParaRPr lang="en-US" sz="900"/>
          </a:p>
        </p:txBody>
      </p:sp>
      <p:grpSp>
        <p:nvGrpSpPr>
          <p:cNvPr id="290" name="Group 289"/>
          <p:cNvGrpSpPr/>
          <p:nvPr/>
        </p:nvGrpSpPr>
        <p:grpSpPr>
          <a:xfrm>
            <a:off x="6975475" y="6682105"/>
            <a:ext cx="1050925" cy="1601470"/>
            <a:chOff x="8760" y="5809"/>
            <a:chExt cx="1655" cy="2522"/>
          </a:xfrm>
        </p:grpSpPr>
        <p:grpSp>
          <p:nvGrpSpPr>
            <p:cNvPr id="12" name="Group 11"/>
            <p:cNvGrpSpPr/>
            <p:nvPr/>
          </p:nvGrpSpPr>
          <p:grpSpPr>
            <a:xfrm rot="0">
              <a:off x="8760" y="5809"/>
              <a:ext cx="673" cy="526"/>
              <a:chOff x="16290" y="4518"/>
              <a:chExt cx="748" cy="584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9" y="6239"/>
              <a:ext cx="1527" cy="2092"/>
            </a:xfrm>
            <a:prstGeom prst="rect">
              <a:avLst/>
            </a:prstGeom>
          </p:spPr>
        </p:pic>
      </p:grpSp>
      <p:sp>
        <p:nvSpPr>
          <p:cNvPr id="335" name="Flowchart: Terminator 334"/>
          <p:cNvSpPr/>
          <p:nvPr/>
        </p:nvSpPr>
        <p:spPr>
          <a:xfrm>
            <a:off x="5227320" y="482727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app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4" name="Straight Arrow Connector 243"/>
          <p:cNvCxnSpPr>
            <a:endCxn id="340" idx="0"/>
          </p:cNvCxnSpPr>
          <p:nvPr/>
        </p:nvCxnSpPr>
        <p:spPr>
          <a:xfrm>
            <a:off x="3230880" y="6962775"/>
            <a:ext cx="0" cy="28765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/>
          <p:cNvGrpSpPr/>
          <p:nvPr/>
        </p:nvGrpSpPr>
        <p:grpSpPr>
          <a:xfrm>
            <a:off x="6930390" y="4646295"/>
            <a:ext cx="1068070" cy="1800860"/>
            <a:chOff x="6777" y="7323"/>
            <a:chExt cx="1682" cy="2836"/>
          </a:xfrm>
        </p:grpSpPr>
        <p:grpSp>
          <p:nvGrpSpPr>
            <p:cNvPr id="320" name="Group 319"/>
            <p:cNvGrpSpPr/>
            <p:nvPr/>
          </p:nvGrpSpPr>
          <p:grpSpPr>
            <a:xfrm rot="0">
              <a:off x="6777" y="7323"/>
              <a:ext cx="673" cy="526"/>
              <a:chOff x="16290" y="4518"/>
              <a:chExt cx="748" cy="584"/>
            </a:xfrm>
          </p:grpSpPr>
          <p:pic>
            <p:nvPicPr>
              <p:cNvPr id="321" name="Picture 32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22" name="Oval 32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23" name="Picture 3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5" name="Picture 2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5" y="7743"/>
              <a:ext cx="1555" cy="2417"/>
            </a:xfrm>
            <a:prstGeom prst="rect">
              <a:avLst/>
            </a:prstGeom>
          </p:spPr>
        </p:pic>
      </p:grpSp>
      <p:sp>
        <p:nvSpPr>
          <p:cNvPr id="267" name="Oval 266"/>
          <p:cNvSpPr/>
          <p:nvPr/>
        </p:nvSpPr>
        <p:spPr>
          <a:xfrm>
            <a:off x="5223403" y="769175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6" name="Elbow Connector 5"/>
          <p:cNvCxnSpPr>
            <a:stCxn id="39" idx="3"/>
            <a:endCxn id="267" idx="0"/>
          </p:cNvCxnSpPr>
          <p:nvPr/>
        </p:nvCxnSpPr>
        <p:spPr>
          <a:xfrm>
            <a:off x="5109845" y="6032500"/>
            <a:ext cx="187325" cy="16592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Decision 6"/>
          <p:cNvSpPr/>
          <p:nvPr/>
        </p:nvSpPr>
        <p:spPr>
          <a:xfrm>
            <a:off x="5526419" y="7529195"/>
            <a:ext cx="664670" cy="488315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" name="Elbow Connector 7"/>
          <p:cNvCxnSpPr>
            <a:stCxn id="37" idx="1"/>
          </p:cNvCxnSpPr>
          <p:nvPr/>
        </p:nvCxnSpPr>
        <p:spPr>
          <a:xfrm rot="10800000" flipV="1">
            <a:off x="3761105" y="5137150"/>
            <a:ext cx="683895" cy="1761490"/>
          </a:xfrm>
          <a:prstGeom prst="bentConnector3">
            <a:avLst>
              <a:gd name="adj1" fmla="val 499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745" y="3252470"/>
            <a:ext cx="1573530" cy="918210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stCxn id="27" idx="2"/>
            <a:endCxn id="335" idx="0"/>
          </p:cNvCxnSpPr>
          <p:nvPr/>
        </p:nvCxnSpPr>
        <p:spPr>
          <a:xfrm>
            <a:off x="5477510" y="4170680"/>
            <a:ext cx="0" cy="656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Flowchart: Off-page Connector 339"/>
          <p:cNvSpPr/>
          <p:nvPr/>
        </p:nvSpPr>
        <p:spPr>
          <a:xfrm>
            <a:off x="3058795" y="7250430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7" name="Flowchart: Decision 36"/>
          <p:cNvSpPr/>
          <p:nvPr/>
        </p:nvSpPr>
        <p:spPr>
          <a:xfrm>
            <a:off x="4445014" y="4892824"/>
            <a:ext cx="664670" cy="488644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valid 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" name="Straight Arrow Connector 37"/>
          <p:cNvCxnSpPr>
            <a:stCxn id="334" idx="1"/>
            <a:endCxn id="37" idx="3"/>
          </p:cNvCxnSpPr>
          <p:nvPr/>
        </p:nvCxnSpPr>
        <p:spPr>
          <a:xfrm flipH="1">
            <a:off x="5109845" y="5137150"/>
            <a:ext cx="375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ecision 38"/>
          <p:cNvSpPr/>
          <p:nvPr/>
        </p:nvSpPr>
        <p:spPr>
          <a:xfrm>
            <a:off x="4445000" y="578993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" name="Straight Arrow Connector 39"/>
          <p:cNvCxnSpPr>
            <a:stCxn id="37" idx="2"/>
            <a:endCxn id="39" idx="0"/>
          </p:cNvCxnSpPr>
          <p:nvPr/>
        </p:nvCxnSpPr>
        <p:spPr>
          <a:xfrm>
            <a:off x="4777740" y="5381625"/>
            <a:ext cx="0" cy="40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700798" y="548195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4" name="Flowchart: Decision 43"/>
          <p:cNvSpPr/>
          <p:nvPr/>
        </p:nvSpPr>
        <p:spPr>
          <a:xfrm>
            <a:off x="4445000" y="665607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position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7" name="Straight Arrow Connector 46"/>
          <p:cNvCxnSpPr>
            <a:stCxn id="39" idx="2"/>
            <a:endCxn id="44" idx="0"/>
          </p:cNvCxnSpPr>
          <p:nvPr/>
        </p:nvCxnSpPr>
        <p:spPr>
          <a:xfrm>
            <a:off x="4777740" y="627507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700798" y="634809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9" name="Flowchart: Decision 48"/>
          <p:cNvSpPr/>
          <p:nvPr/>
        </p:nvSpPr>
        <p:spPr>
          <a:xfrm>
            <a:off x="4445635" y="753237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0" name="Straight Arrow Connector 49"/>
          <p:cNvCxnSpPr>
            <a:stCxn id="44" idx="2"/>
            <a:endCxn id="49" idx="0"/>
          </p:cNvCxnSpPr>
          <p:nvPr/>
        </p:nvCxnSpPr>
        <p:spPr>
          <a:xfrm>
            <a:off x="4777740" y="7141210"/>
            <a:ext cx="635" cy="39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4701433" y="722439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52" name="Flowchart: Terminator 51"/>
          <p:cNvSpPr/>
          <p:nvPr/>
        </p:nvSpPr>
        <p:spPr>
          <a:xfrm>
            <a:off x="6596350" y="771108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Elbow Connector 58"/>
          <p:cNvCxnSpPr>
            <a:stCxn id="49" idx="1"/>
          </p:cNvCxnSpPr>
          <p:nvPr/>
        </p:nvCxnSpPr>
        <p:spPr>
          <a:xfrm rot="10800000">
            <a:off x="3761105" y="6898640"/>
            <a:ext cx="684530" cy="8763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2700655" y="6687820"/>
            <a:ext cx="1060450" cy="274320"/>
            <a:chOff x="1539" y="9703"/>
            <a:chExt cx="1670" cy="432"/>
          </a:xfrm>
        </p:grpSpPr>
        <p:sp>
          <p:nvSpPr>
            <p:cNvPr id="60" name="Rectangles 59"/>
            <p:cNvSpPr/>
            <p:nvPr/>
          </p:nvSpPr>
          <p:spPr>
            <a:xfrm>
              <a:off x="1539" y="9703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Error</a:t>
              </a:r>
              <a:endParaRPr lang="en-US" sz="720"/>
            </a:p>
          </p:txBody>
        </p:sp>
        <p:sp>
          <p:nvSpPr>
            <p:cNvPr id="66" name="Rectangles 65"/>
            <p:cNvSpPr/>
            <p:nvPr/>
          </p:nvSpPr>
          <p:spPr>
            <a:xfrm>
              <a:off x="1539" y="993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Log</a:t>
              </a:r>
              <a:endParaRPr lang="en-US" sz="720"/>
            </a:p>
          </p:txBody>
        </p:sp>
      </p:grpSp>
      <p:sp>
        <p:nvSpPr>
          <p:cNvPr id="71" name="Oval 70"/>
          <p:cNvSpPr/>
          <p:nvPr/>
        </p:nvSpPr>
        <p:spPr>
          <a:xfrm>
            <a:off x="4195973" y="769366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72" name="Oval 71"/>
          <p:cNvSpPr/>
          <p:nvPr/>
        </p:nvSpPr>
        <p:spPr>
          <a:xfrm>
            <a:off x="6264168" y="768032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76" name="Oval 75"/>
          <p:cNvSpPr/>
          <p:nvPr/>
        </p:nvSpPr>
        <p:spPr>
          <a:xfrm>
            <a:off x="4157873" y="682117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6" name="Oval 85"/>
          <p:cNvSpPr/>
          <p:nvPr/>
        </p:nvSpPr>
        <p:spPr>
          <a:xfrm>
            <a:off x="4009918" y="618871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905" y="5993130"/>
            <a:ext cx="3670935" cy="109728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3595" y="4808220"/>
            <a:ext cx="1566545" cy="1542415"/>
          </a:xfrm>
          <a:prstGeom prst="rect">
            <a:avLst/>
          </a:prstGeom>
        </p:spPr>
      </p:pic>
      <p:cxnSp>
        <p:nvCxnSpPr>
          <p:cNvPr id="95" name="Straight Arrow Connector 94"/>
          <p:cNvCxnSpPr/>
          <p:nvPr/>
        </p:nvCxnSpPr>
        <p:spPr>
          <a:xfrm flipH="1">
            <a:off x="10164445" y="5361940"/>
            <a:ext cx="8350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8953500" y="4794885"/>
            <a:ext cx="1210945" cy="631825"/>
            <a:chOff x="13904" y="7220"/>
            <a:chExt cx="1907" cy="995"/>
          </a:xfrm>
        </p:grpSpPr>
        <p:sp>
          <p:nvSpPr>
            <p:cNvPr id="97" name="Rectangles 96"/>
            <p:cNvSpPr/>
            <p:nvPr/>
          </p:nvSpPr>
          <p:spPr>
            <a:xfrm>
              <a:off x="14141" y="754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99" name="Rectangles 98"/>
            <p:cNvSpPr/>
            <p:nvPr/>
          </p:nvSpPr>
          <p:spPr>
            <a:xfrm>
              <a:off x="14141" y="7780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Import</a:t>
              </a:r>
              <a:endParaRPr lang="en-US" sz="720"/>
            </a:p>
          </p:txBody>
        </p:sp>
        <p:sp>
          <p:nvSpPr>
            <p:cNvPr id="100" name="Rectangles 99"/>
            <p:cNvSpPr/>
            <p:nvPr/>
          </p:nvSpPr>
          <p:spPr>
            <a:xfrm>
              <a:off x="14141" y="801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 Active</a:t>
              </a:r>
              <a:endParaRPr lang="en-US" sz="720"/>
            </a:p>
          </p:txBody>
        </p:sp>
        <p:grpSp>
          <p:nvGrpSpPr>
            <p:cNvPr id="101" name="Group 100"/>
            <p:cNvGrpSpPr/>
            <p:nvPr/>
          </p:nvGrpSpPr>
          <p:grpSpPr>
            <a:xfrm rot="0">
              <a:off x="13904" y="7220"/>
              <a:ext cx="573" cy="452"/>
              <a:chOff x="10155" y="414"/>
              <a:chExt cx="1146" cy="883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03" name="Picture 10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04" name="Picture 10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05" name="Picture 10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cxnSp>
        <p:nvCxnSpPr>
          <p:cNvPr id="106" name="Straight Arrow Connector 105"/>
          <p:cNvCxnSpPr/>
          <p:nvPr/>
        </p:nvCxnSpPr>
        <p:spPr>
          <a:xfrm flipH="1">
            <a:off x="9634220" y="4704080"/>
            <a:ext cx="2540" cy="296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10164445" y="5215255"/>
            <a:ext cx="8070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8954135" y="4224020"/>
            <a:ext cx="1264285" cy="614680"/>
            <a:chOff x="13905" y="5801"/>
            <a:chExt cx="1991" cy="968"/>
          </a:xfrm>
        </p:grpSpPr>
        <p:grpSp>
          <p:nvGrpSpPr>
            <p:cNvPr id="109" name="Group 108"/>
            <p:cNvGrpSpPr/>
            <p:nvPr/>
          </p:nvGrpSpPr>
          <p:grpSpPr>
            <a:xfrm rot="0">
              <a:off x="14145" y="6121"/>
              <a:ext cx="1670" cy="436"/>
              <a:chOff x="12732" y="1607"/>
              <a:chExt cx="1855" cy="484"/>
            </a:xfrm>
          </p:grpSpPr>
          <p:sp>
            <p:nvSpPr>
              <p:cNvPr id="110" name="Rectangles 109"/>
              <p:cNvSpPr/>
              <p:nvPr/>
            </p:nvSpPr>
            <p:spPr>
              <a:xfrm>
                <a:off x="12732" y="1865"/>
                <a:ext cx="1855" cy="22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Timer</a:t>
                </a:r>
                <a:endParaRPr lang="en-US" sz="720"/>
              </a:p>
            </p:txBody>
          </p:sp>
          <p:sp>
            <p:nvSpPr>
              <p:cNvPr id="111" name="Rectangles 110"/>
              <p:cNvSpPr/>
              <p:nvPr/>
            </p:nvSpPr>
            <p:spPr>
              <a:xfrm>
                <a:off x="12732" y="1607"/>
                <a:ext cx="1855" cy="22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Websocket</a:t>
                </a:r>
                <a:endParaRPr lang="en-US" sz="720"/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 rot="0">
              <a:off x="13905" y="5801"/>
              <a:ext cx="572" cy="452"/>
              <a:chOff x="12459" y="1283"/>
              <a:chExt cx="636" cy="502"/>
            </a:xfrm>
          </p:grpSpPr>
          <p:pic>
            <p:nvPicPr>
              <p:cNvPr id="113" name="Picture 11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59" y="1283"/>
                <a:ext cx="475" cy="351"/>
              </a:xfrm>
              <a:prstGeom prst="rect">
                <a:avLst/>
              </a:prstGeom>
            </p:spPr>
          </p:pic>
          <p:pic>
            <p:nvPicPr>
              <p:cNvPr id="114" name="Picture 11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570" y="1402"/>
                <a:ext cx="252" cy="318"/>
              </a:xfrm>
              <a:prstGeom prst="rect">
                <a:avLst/>
              </a:prstGeom>
            </p:spPr>
          </p:pic>
          <p:pic>
            <p:nvPicPr>
              <p:cNvPr id="116" name="Picture 11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21" y="1635"/>
                <a:ext cx="375" cy="150"/>
              </a:xfrm>
              <a:prstGeom prst="rect">
                <a:avLst/>
              </a:prstGeom>
            </p:spPr>
          </p:pic>
        </p:grpSp>
        <p:grpSp>
          <p:nvGrpSpPr>
            <p:cNvPr id="117" name="Group 116"/>
            <p:cNvGrpSpPr/>
            <p:nvPr/>
          </p:nvGrpSpPr>
          <p:grpSpPr>
            <a:xfrm rot="0">
              <a:off x="15576" y="6429"/>
              <a:ext cx="320" cy="340"/>
              <a:chOff x="8092" y="1237"/>
              <a:chExt cx="482" cy="524"/>
            </a:xfrm>
          </p:grpSpPr>
          <p:sp>
            <p:nvSpPr>
              <p:cNvPr id="118" name="Oval 117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19" name="Picture 118"/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sp>
        <p:nvSpPr>
          <p:cNvPr id="121" name="Oval 120"/>
          <p:cNvSpPr/>
          <p:nvPr/>
        </p:nvSpPr>
        <p:spPr>
          <a:xfrm>
            <a:off x="9508653" y="744036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0" name="Rectangles 129"/>
          <p:cNvSpPr/>
          <p:nvPr/>
        </p:nvSpPr>
        <p:spPr>
          <a:xfrm>
            <a:off x="9101455" y="5445125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Format</a:t>
            </a:r>
            <a:endParaRPr lang="en-US" sz="720"/>
          </a:p>
        </p:txBody>
      </p:sp>
      <p:cxnSp>
        <p:nvCxnSpPr>
          <p:cNvPr id="133" name="Straight Arrow Connector 132"/>
          <p:cNvCxnSpPr>
            <a:stCxn id="130" idx="2"/>
          </p:cNvCxnSpPr>
          <p:nvPr/>
        </p:nvCxnSpPr>
        <p:spPr>
          <a:xfrm>
            <a:off x="9631680" y="5574030"/>
            <a:ext cx="4445" cy="39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4642648" y="441585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40" name="Straight Arrow Connector 139"/>
          <p:cNvCxnSpPr>
            <a:stCxn id="7" idx="2"/>
            <a:endCxn id="141" idx="0"/>
          </p:cNvCxnSpPr>
          <p:nvPr/>
        </p:nvCxnSpPr>
        <p:spPr>
          <a:xfrm flipH="1">
            <a:off x="5858510" y="8017510"/>
            <a:ext cx="635" cy="43878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lowchart: Off-page Connector 140"/>
          <p:cNvSpPr/>
          <p:nvPr/>
        </p:nvSpPr>
        <p:spPr>
          <a:xfrm>
            <a:off x="5686425" y="8456295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5784108" y="811403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" name="Elbow Connector 1"/>
          <p:cNvCxnSpPr>
            <a:stCxn id="138" idx="6"/>
            <a:endCxn id="335" idx="0"/>
          </p:cNvCxnSpPr>
          <p:nvPr/>
        </p:nvCxnSpPr>
        <p:spPr>
          <a:xfrm>
            <a:off x="4913630" y="4549140"/>
            <a:ext cx="563880" cy="2781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" name="Oval 134"/>
          <p:cNvSpPr/>
          <p:nvPr/>
        </p:nvSpPr>
        <p:spPr>
          <a:xfrm>
            <a:off x="11049798" y="643515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27" name="Straight Arrow Connector 126"/>
          <p:cNvCxnSpPr>
            <a:stCxn id="135" idx="4"/>
            <a:endCxn id="121" idx="0"/>
          </p:cNvCxnSpPr>
          <p:nvPr/>
        </p:nvCxnSpPr>
        <p:spPr>
          <a:xfrm>
            <a:off x="11185525" y="6701790"/>
            <a:ext cx="0" cy="4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3"/>
            <a:endCxn id="52" idx="1"/>
          </p:cNvCxnSpPr>
          <p:nvPr/>
        </p:nvCxnSpPr>
        <p:spPr>
          <a:xfrm>
            <a:off x="7732395" y="7515860"/>
            <a:ext cx="405130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/>
          <p:cNvCxnSpPr>
            <a:stCxn id="49" idx="3"/>
            <a:endCxn id="7" idx="1"/>
          </p:cNvCxnSpPr>
          <p:nvPr/>
        </p:nvCxnSpPr>
        <p:spPr>
          <a:xfrm flipV="1">
            <a:off x="6651625" y="7515860"/>
            <a:ext cx="4159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334" idx="3"/>
          </p:cNvCxnSpPr>
          <p:nvPr/>
        </p:nvCxnSpPr>
        <p:spPr>
          <a:xfrm flipH="1">
            <a:off x="8086725" y="4875530"/>
            <a:ext cx="521335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/>
          <p:cNvCxnSpPr>
            <a:stCxn id="44" idx="1"/>
          </p:cNvCxnSpPr>
          <p:nvPr/>
        </p:nvCxnSpPr>
        <p:spPr>
          <a:xfrm flipH="1">
            <a:off x="5302250" y="6640830"/>
            <a:ext cx="683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s 331"/>
          <p:cNvSpPr/>
          <p:nvPr/>
        </p:nvSpPr>
        <p:spPr>
          <a:xfrm>
            <a:off x="7026275" y="4668520"/>
            <a:ext cx="1060450" cy="1289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sp>
        <p:nvSpPr>
          <p:cNvPr id="334" name="Rectangles 333"/>
          <p:cNvSpPr/>
          <p:nvPr/>
        </p:nvSpPr>
        <p:spPr>
          <a:xfrm>
            <a:off x="7026275" y="4814570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Fetch</a:t>
            </a:r>
            <a:endParaRPr lang="en-US" sz="720"/>
          </a:p>
        </p:txBody>
      </p:sp>
      <p:sp>
        <p:nvSpPr>
          <p:cNvPr id="337" name="Text Box 336"/>
          <p:cNvSpPr txBox="1"/>
          <p:nvPr/>
        </p:nvSpPr>
        <p:spPr>
          <a:xfrm>
            <a:off x="11634470" y="300355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Trades Flow</a:t>
            </a:r>
            <a:endParaRPr lang="en-US" sz="900"/>
          </a:p>
          <a:p>
            <a:r>
              <a:rPr lang="en-US" sz="900"/>
              <a:t>08/03/2025</a:t>
            </a:r>
            <a:endParaRPr lang="en-US" sz="900"/>
          </a:p>
        </p:txBody>
      </p:sp>
      <p:grpSp>
        <p:nvGrpSpPr>
          <p:cNvPr id="290" name="Group 289"/>
          <p:cNvGrpSpPr/>
          <p:nvPr/>
        </p:nvGrpSpPr>
        <p:grpSpPr>
          <a:xfrm>
            <a:off x="8516620" y="6424295"/>
            <a:ext cx="1050925" cy="1601470"/>
            <a:chOff x="8760" y="5809"/>
            <a:chExt cx="1655" cy="2522"/>
          </a:xfrm>
        </p:grpSpPr>
        <p:grpSp>
          <p:nvGrpSpPr>
            <p:cNvPr id="12" name="Group 11"/>
            <p:cNvGrpSpPr/>
            <p:nvPr/>
          </p:nvGrpSpPr>
          <p:grpSpPr>
            <a:xfrm rot="0">
              <a:off x="8760" y="5809"/>
              <a:ext cx="673" cy="526"/>
              <a:chOff x="16290" y="4518"/>
              <a:chExt cx="748" cy="584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9" y="6239"/>
              <a:ext cx="1527" cy="2092"/>
            </a:xfrm>
            <a:prstGeom prst="rect">
              <a:avLst/>
            </a:prstGeom>
          </p:spPr>
        </p:pic>
      </p:grpSp>
      <p:sp>
        <p:nvSpPr>
          <p:cNvPr id="335" name="Flowchart: Terminator 334"/>
          <p:cNvSpPr/>
          <p:nvPr/>
        </p:nvSpPr>
        <p:spPr>
          <a:xfrm>
            <a:off x="6768465" y="456946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app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4" name="Straight Arrow Connector 243"/>
          <p:cNvCxnSpPr>
            <a:endCxn id="340" idx="0"/>
          </p:cNvCxnSpPr>
          <p:nvPr/>
        </p:nvCxnSpPr>
        <p:spPr>
          <a:xfrm>
            <a:off x="4772025" y="6704965"/>
            <a:ext cx="0" cy="28765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0" name="Group 319"/>
          <p:cNvGrpSpPr/>
          <p:nvPr/>
        </p:nvGrpSpPr>
        <p:grpSpPr>
          <a:xfrm rot="0">
            <a:off x="8471535" y="4388485"/>
            <a:ext cx="427355" cy="334010"/>
            <a:chOff x="16290" y="4518"/>
            <a:chExt cx="748" cy="584"/>
          </a:xfrm>
        </p:grpSpPr>
        <p:pic>
          <p:nvPicPr>
            <p:cNvPr id="321" name="Picture 3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22" name="Oval 32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23" name="Picture 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pic>
        <p:nvPicPr>
          <p:cNvPr id="245" name="Picture 2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815" y="4655185"/>
            <a:ext cx="987425" cy="1534795"/>
          </a:xfrm>
          <a:prstGeom prst="rect">
            <a:avLst/>
          </a:prstGeom>
        </p:spPr>
      </p:pic>
      <p:sp>
        <p:nvSpPr>
          <p:cNvPr id="267" name="Oval 266"/>
          <p:cNvSpPr/>
          <p:nvPr/>
        </p:nvSpPr>
        <p:spPr>
          <a:xfrm>
            <a:off x="6764548" y="743394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6" name="Elbow Connector 5"/>
          <p:cNvCxnSpPr>
            <a:stCxn id="39" idx="3"/>
            <a:endCxn id="267" idx="0"/>
          </p:cNvCxnSpPr>
          <p:nvPr/>
        </p:nvCxnSpPr>
        <p:spPr>
          <a:xfrm>
            <a:off x="6650990" y="5774690"/>
            <a:ext cx="187325" cy="16592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Decision 6"/>
          <p:cNvSpPr/>
          <p:nvPr/>
        </p:nvSpPr>
        <p:spPr>
          <a:xfrm>
            <a:off x="7067564" y="7271385"/>
            <a:ext cx="664670" cy="488315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" name="Elbow Connector 7"/>
          <p:cNvCxnSpPr>
            <a:stCxn id="37" idx="1"/>
          </p:cNvCxnSpPr>
          <p:nvPr/>
        </p:nvCxnSpPr>
        <p:spPr>
          <a:xfrm rot="10800000" flipV="1">
            <a:off x="5302250" y="4879340"/>
            <a:ext cx="683895" cy="1761490"/>
          </a:xfrm>
          <a:prstGeom prst="bentConnector3">
            <a:avLst>
              <a:gd name="adj1" fmla="val 499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890" y="2994660"/>
            <a:ext cx="1573530" cy="918210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stCxn id="27" idx="2"/>
            <a:endCxn id="335" idx="0"/>
          </p:cNvCxnSpPr>
          <p:nvPr/>
        </p:nvCxnSpPr>
        <p:spPr>
          <a:xfrm>
            <a:off x="7018655" y="3912870"/>
            <a:ext cx="0" cy="656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Flowchart: Off-page Connector 339"/>
          <p:cNvSpPr/>
          <p:nvPr/>
        </p:nvSpPr>
        <p:spPr>
          <a:xfrm>
            <a:off x="4599940" y="6992620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7" name="Flowchart: Decision 36"/>
          <p:cNvSpPr/>
          <p:nvPr/>
        </p:nvSpPr>
        <p:spPr>
          <a:xfrm>
            <a:off x="5986159" y="4635014"/>
            <a:ext cx="664670" cy="488644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valid 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" name="Straight Arrow Connector 37"/>
          <p:cNvCxnSpPr>
            <a:stCxn id="334" idx="1"/>
            <a:endCxn id="37" idx="3"/>
          </p:cNvCxnSpPr>
          <p:nvPr/>
        </p:nvCxnSpPr>
        <p:spPr>
          <a:xfrm flipH="1">
            <a:off x="6650990" y="4879340"/>
            <a:ext cx="375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ecision 38"/>
          <p:cNvSpPr/>
          <p:nvPr/>
        </p:nvSpPr>
        <p:spPr>
          <a:xfrm>
            <a:off x="5986145" y="553212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" name="Straight Arrow Connector 39"/>
          <p:cNvCxnSpPr>
            <a:stCxn id="37" idx="2"/>
            <a:endCxn id="39" idx="0"/>
          </p:cNvCxnSpPr>
          <p:nvPr/>
        </p:nvCxnSpPr>
        <p:spPr>
          <a:xfrm>
            <a:off x="6318885" y="5123815"/>
            <a:ext cx="0" cy="40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241943" y="522414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4" name="Flowchart: Decision 43"/>
          <p:cNvSpPr/>
          <p:nvPr/>
        </p:nvSpPr>
        <p:spPr>
          <a:xfrm>
            <a:off x="5986145" y="639826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position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7" name="Straight Arrow Connector 46"/>
          <p:cNvCxnSpPr>
            <a:stCxn id="39" idx="2"/>
            <a:endCxn id="44" idx="0"/>
          </p:cNvCxnSpPr>
          <p:nvPr/>
        </p:nvCxnSpPr>
        <p:spPr>
          <a:xfrm>
            <a:off x="6318885" y="601726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241943" y="609028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9" name="Flowchart: Decision 48"/>
          <p:cNvSpPr/>
          <p:nvPr/>
        </p:nvSpPr>
        <p:spPr>
          <a:xfrm>
            <a:off x="5986780" y="727456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0" name="Straight Arrow Connector 49"/>
          <p:cNvCxnSpPr>
            <a:stCxn id="44" idx="2"/>
            <a:endCxn id="49" idx="0"/>
          </p:cNvCxnSpPr>
          <p:nvPr/>
        </p:nvCxnSpPr>
        <p:spPr>
          <a:xfrm>
            <a:off x="6318885" y="6883400"/>
            <a:ext cx="635" cy="39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242578" y="696658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52" name="Flowchart: Terminator 51"/>
          <p:cNvSpPr/>
          <p:nvPr/>
        </p:nvSpPr>
        <p:spPr>
          <a:xfrm>
            <a:off x="8137495" y="745327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Elbow Connector 58"/>
          <p:cNvCxnSpPr>
            <a:stCxn id="49" idx="1"/>
          </p:cNvCxnSpPr>
          <p:nvPr/>
        </p:nvCxnSpPr>
        <p:spPr>
          <a:xfrm rot="10800000">
            <a:off x="5302250" y="6640830"/>
            <a:ext cx="684530" cy="8763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4241800" y="6430010"/>
            <a:ext cx="1060450" cy="274320"/>
            <a:chOff x="1539" y="9703"/>
            <a:chExt cx="1670" cy="432"/>
          </a:xfrm>
        </p:grpSpPr>
        <p:sp>
          <p:nvSpPr>
            <p:cNvPr id="60" name="Rectangles 59"/>
            <p:cNvSpPr/>
            <p:nvPr/>
          </p:nvSpPr>
          <p:spPr>
            <a:xfrm>
              <a:off x="1539" y="9703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Error</a:t>
              </a:r>
              <a:endParaRPr lang="en-US" sz="720"/>
            </a:p>
          </p:txBody>
        </p:sp>
        <p:sp>
          <p:nvSpPr>
            <p:cNvPr id="66" name="Rectangles 65"/>
            <p:cNvSpPr/>
            <p:nvPr/>
          </p:nvSpPr>
          <p:spPr>
            <a:xfrm>
              <a:off x="1539" y="993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Log</a:t>
              </a:r>
              <a:endParaRPr lang="en-US" sz="720"/>
            </a:p>
          </p:txBody>
        </p:sp>
      </p:grpSp>
      <p:sp>
        <p:nvSpPr>
          <p:cNvPr id="71" name="Oval 70"/>
          <p:cNvSpPr/>
          <p:nvPr/>
        </p:nvSpPr>
        <p:spPr>
          <a:xfrm>
            <a:off x="5737118" y="743585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72" name="Oval 71"/>
          <p:cNvSpPr/>
          <p:nvPr/>
        </p:nvSpPr>
        <p:spPr>
          <a:xfrm>
            <a:off x="7805313" y="742251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76" name="Oval 75"/>
          <p:cNvSpPr/>
          <p:nvPr/>
        </p:nvSpPr>
        <p:spPr>
          <a:xfrm>
            <a:off x="5699018" y="656336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6" name="Oval 85"/>
          <p:cNvSpPr/>
          <p:nvPr/>
        </p:nvSpPr>
        <p:spPr>
          <a:xfrm>
            <a:off x="5551063" y="593090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0" y="5735320"/>
            <a:ext cx="3670935" cy="109728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4740" y="4550410"/>
            <a:ext cx="1566545" cy="1542415"/>
          </a:xfrm>
          <a:prstGeom prst="rect">
            <a:avLst/>
          </a:prstGeom>
        </p:spPr>
      </p:pic>
      <p:cxnSp>
        <p:nvCxnSpPr>
          <p:cNvPr id="95" name="Straight Arrow Connector 94"/>
          <p:cNvCxnSpPr/>
          <p:nvPr/>
        </p:nvCxnSpPr>
        <p:spPr>
          <a:xfrm flipH="1">
            <a:off x="11705590" y="5104130"/>
            <a:ext cx="8350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10494645" y="4537075"/>
            <a:ext cx="1210945" cy="631825"/>
            <a:chOff x="13904" y="7220"/>
            <a:chExt cx="1907" cy="995"/>
          </a:xfrm>
        </p:grpSpPr>
        <p:sp>
          <p:nvSpPr>
            <p:cNvPr id="97" name="Rectangles 96"/>
            <p:cNvSpPr/>
            <p:nvPr/>
          </p:nvSpPr>
          <p:spPr>
            <a:xfrm>
              <a:off x="14141" y="754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99" name="Rectangles 98"/>
            <p:cNvSpPr/>
            <p:nvPr/>
          </p:nvSpPr>
          <p:spPr>
            <a:xfrm>
              <a:off x="14141" y="7780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Import</a:t>
              </a:r>
              <a:endParaRPr lang="en-US" sz="720"/>
            </a:p>
          </p:txBody>
        </p:sp>
        <p:sp>
          <p:nvSpPr>
            <p:cNvPr id="100" name="Rectangles 99"/>
            <p:cNvSpPr/>
            <p:nvPr/>
          </p:nvSpPr>
          <p:spPr>
            <a:xfrm>
              <a:off x="14141" y="801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 Active</a:t>
              </a:r>
              <a:endParaRPr lang="en-US" sz="720"/>
            </a:p>
          </p:txBody>
        </p:sp>
        <p:grpSp>
          <p:nvGrpSpPr>
            <p:cNvPr id="101" name="Group 100"/>
            <p:cNvGrpSpPr/>
            <p:nvPr/>
          </p:nvGrpSpPr>
          <p:grpSpPr>
            <a:xfrm rot="0">
              <a:off x="13904" y="7220"/>
              <a:ext cx="573" cy="452"/>
              <a:chOff x="10155" y="414"/>
              <a:chExt cx="1146" cy="883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03" name="Picture 10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04" name="Picture 10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05" name="Picture 10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cxnSp>
        <p:nvCxnSpPr>
          <p:cNvPr id="106" name="Straight Arrow Connector 105"/>
          <p:cNvCxnSpPr>
            <a:endCxn id="83" idx="0"/>
          </p:cNvCxnSpPr>
          <p:nvPr/>
        </p:nvCxnSpPr>
        <p:spPr>
          <a:xfrm>
            <a:off x="1542415" y="5487670"/>
            <a:ext cx="3175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11705590" y="4957445"/>
            <a:ext cx="8070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11049798" y="71825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0" name="Rectangles 129"/>
          <p:cNvSpPr/>
          <p:nvPr/>
        </p:nvSpPr>
        <p:spPr>
          <a:xfrm>
            <a:off x="10650220" y="5187315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Format</a:t>
            </a:r>
            <a:endParaRPr lang="en-US" sz="720"/>
          </a:p>
        </p:txBody>
      </p:sp>
      <p:cxnSp>
        <p:nvCxnSpPr>
          <p:cNvPr id="133" name="Straight Arrow Connector 132"/>
          <p:cNvCxnSpPr>
            <a:stCxn id="130" idx="2"/>
          </p:cNvCxnSpPr>
          <p:nvPr/>
        </p:nvCxnSpPr>
        <p:spPr>
          <a:xfrm>
            <a:off x="11180445" y="5316220"/>
            <a:ext cx="4445" cy="39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6183793" y="415804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40" name="Straight Arrow Connector 139"/>
          <p:cNvCxnSpPr>
            <a:stCxn id="7" idx="2"/>
            <a:endCxn id="141" idx="0"/>
          </p:cNvCxnSpPr>
          <p:nvPr/>
        </p:nvCxnSpPr>
        <p:spPr>
          <a:xfrm flipH="1">
            <a:off x="7399655" y="7759700"/>
            <a:ext cx="635" cy="43878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lowchart: Off-page Connector 140"/>
          <p:cNvSpPr/>
          <p:nvPr/>
        </p:nvSpPr>
        <p:spPr>
          <a:xfrm>
            <a:off x="7227570" y="8198485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325253" y="785622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" name="Elbow Connector 1"/>
          <p:cNvCxnSpPr>
            <a:stCxn id="138" idx="6"/>
            <a:endCxn id="335" idx="0"/>
          </p:cNvCxnSpPr>
          <p:nvPr/>
        </p:nvCxnSpPr>
        <p:spPr>
          <a:xfrm>
            <a:off x="6454775" y="4291330"/>
            <a:ext cx="563880" cy="2781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1326642" y="3783330"/>
            <a:ext cx="438785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positions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22" name="Flowchart: Off-page Connector 21"/>
          <p:cNvSpPr/>
          <p:nvPr/>
        </p:nvSpPr>
        <p:spPr>
          <a:xfrm>
            <a:off x="1321562" y="4163251"/>
            <a:ext cx="438785" cy="219075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stops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10" name="Rectangles 109"/>
          <p:cNvSpPr/>
          <p:nvPr/>
        </p:nvSpPr>
        <p:spPr>
          <a:xfrm>
            <a:off x="1022985" y="305562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API Imports</a:t>
            </a:r>
            <a:endParaRPr lang="en-US" sz="720"/>
          </a:p>
        </p:txBody>
      </p:sp>
      <p:sp>
        <p:nvSpPr>
          <p:cNvPr id="111" name="Rectangles 110"/>
          <p:cNvSpPr/>
          <p:nvPr/>
        </p:nvSpPr>
        <p:spPr>
          <a:xfrm>
            <a:off x="1022985" y="290830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Trades</a:t>
            </a:r>
            <a:endParaRPr lang="en-US" sz="720"/>
          </a:p>
        </p:txBody>
      </p:sp>
      <p:grpSp>
        <p:nvGrpSpPr>
          <p:cNvPr id="112" name="Group 111"/>
          <p:cNvGrpSpPr/>
          <p:nvPr/>
        </p:nvGrpSpPr>
        <p:grpSpPr>
          <a:xfrm rot="0">
            <a:off x="4738370" y="2898140"/>
            <a:ext cx="358775" cy="287020"/>
            <a:chOff x="12432" y="1283"/>
            <a:chExt cx="628" cy="502"/>
          </a:xfrm>
        </p:grpSpPr>
        <p:pic>
          <p:nvPicPr>
            <p:cNvPr id="113" name="Picture 1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432" y="1283"/>
              <a:ext cx="475" cy="351"/>
            </a:xfrm>
            <a:prstGeom prst="rect">
              <a:avLst/>
            </a:prstGeom>
          </p:spPr>
        </p:pic>
        <p:pic>
          <p:nvPicPr>
            <p:cNvPr id="114" name="Picture 1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540" y="1402"/>
              <a:ext cx="252" cy="318"/>
            </a:xfrm>
            <a:prstGeom prst="rect">
              <a:avLst/>
            </a:prstGeom>
          </p:spPr>
        </p:pic>
        <p:pic>
          <p:nvPicPr>
            <p:cNvPr id="116" name="Picture 1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685" y="1635"/>
              <a:ext cx="375" cy="150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 rot="0">
            <a:off x="1951990" y="2792730"/>
            <a:ext cx="203200" cy="215900"/>
            <a:chOff x="4768" y="5570"/>
            <a:chExt cx="320" cy="340"/>
          </a:xfrm>
        </p:grpSpPr>
        <p:sp>
          <p:nvSpPr>
            <p:cNvPr id="118" name="Oval 117"/>
            <p:cNvSpPr/>
            <p:nvPr/>
          </p:nvSpPr>
          <p:spPr>
            <a:xfrm>
              <a:off x="4768" y="5570"/>
              <a:ext cx="320" cy="34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119" name="Picture 118"/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93" y="5640"/>
              <a:ext cx="295" cy="265"/>
            </a:xfrm>
            <a:prstGeom prst="rect">
              <a:avLst/>
            </a:prstGeom>
          </p:spPr>
        </p:pic>
      </p:grpSp>
      <p:sp>
        <p:nvSpPr>
          <p:cNvPr id="9" name="Rectangles 8"/>
          <p:cNvSpPr/>
          <p:nvPr/>
        </p:nvSpPr>
        <p:spPr>
          <a:xfrm>
            <a:off x="1007745" y="477774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Rejected</a:t>
            </a:r>
            <a:endParaRPr lang="en-US" sz="720"/>
          </a:p>
        </p:txBody>
      </p:sp>
      <p:sp>
        <p:nvSpPr>
          <p:cNvPr id="10" name="Rectangles 9"/>
          <p:cNvSpPr/>
          <p:nvPr/>
        </p:nvSpPr>
        <p:spPr>
          <a:xfrm>
            <a:off x="1007745" y="492506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Pending</a:t>
            </a:r>
            <a:endParaRPr lang="en-US" sz="720"/>
          </a:p>
        </p:txBody>
      </p:sp>
      <p:cxnSp>
        <p:nvCxnSpPr>
          <p:cNvPr id="23" name="Elbow Connector 22"/>
          <p:cNvCxnSpPr>
            <a:stCxn id="10" idx="1"/>
            <a:endCxn id="26" idx="1"/>
          </p:cNvCxnSpPr>
          <p:nvPr/>
        </p:nvCxnSpPr>
        <p:spPr>
          <a:xfrm rot="10800000" flipV="1">
            <a:off x="1007745" y="4989830"/>
            <a:ext cx="3175" cy="147320"/>
          </a:xfrm>
          <a:prstGeom prst="bentConnector3">
            <a:avLst>
              <a:gd name="adj1" fmla="val 76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s 25"/>
          <p:cNvSpPr/>
          <p:nvPr/>
        </p:nvSpPr>
        <p:spPr>
          <a:xfrm>
            <a:off x="1007745" y="507238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Canceled</a:t>
            </a:r>
            <a:endParaRPr lang="en-US" sz="720"/>
          </a:p>
        </p:txBody>
      </p:sp>
      <p:sp>
        <p:nvSpPr>
          <p:cNvPr id="29" name="Rectangles 28"/>
          <p:cNvSpPr/>
          <p:nvPr/>
        </p:nvSpPr>
        <p:spPr>
          <a:xfrm>
            <a:off x="1007745" y="521970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Hold</a:t>
            </a:r>
            <a:endParaRPr lang="en-US" sz="720"/>
          </a:p>
        </p:txBody>
      </p:sp>
      <p:sp>
        <p:nvSpPr>
          <p:cNvPr id="30" name="Rectangles 29"/>
          <p:cNvSpPr/>
          <p:nvPr/>
        </p:nvSpPr>
        <p:spPr>
          <a:xfrm>
            <a:off x="1007745" y="536702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Queued</a:t>
            </a:r>
            <a:endParaRPr lang="en-US" sz="720"/>
          </a:p>
        </p:txBody>
      </p:sp>
      <p:cxnSp>
        <p:nvCxnSpPr>
          <p:cNvPr id="34" name="Elbow Connector 33"/>
          <p:cNvCxnSpPr>
            <a:stCxn id="9" idx="3"/>
            <a:endCxn id="10" idx="3"/>
          </p:cNvCxnSpPr>
          <p:nvPr/>
        </p:nvCxnSpPr>
        <p:spPr>
          <a:xfrm>
            <a:off x="2068195" y="4842510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endCxn id="30" idx="1"/>
          </p:cNvCxnSpPr>
          <p:nvPr/>
        </p:nvCxnSpPr>
        <p:spPr>
          <a:xfrm rot="5400000">
            <a:off x="862330" y="5278755"/>
            <a:ext cx="298450" cy="7620"/>
          </a:xfrm>
          <a:prstGeom prst="bentConnector4">
            <a:avLst>
              <a:gd name="adj1" fmla="val 39362"/>
              <a:gd name="adj2" fmla="val 322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26" idx="3"/>
            <a:endCxn id="29" idx="3"/>
          </p:cNvCxnSpPr>
          <p:nvPr/>
        </p:nvCxnSpPr>
        <p:spPr>
          <a:xfrm>
            <a:off x="2068195" y="5137150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10" idx="2"/>
            <a:endCxn id="85" idx="0"/>
          </p:cNvCxnSpPr>
          <p:nvPr/>
        </p:nvCxnSpPr>
        <p:spPr>
          <a:xfrm flipH="1">
            <a:off x="1551305" y="3185160"/>
            <a:ext cx="1905" cy="214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22" idx="2"/>
            <a:endCxn id="67" idx="0"/>
          </p:cNvCxnSpPr>
          <p:nvPr/>
        </p:nvCxnSpPr>
        <p:spPr>
          <a:xfrm flipH="1">
            <a:off x="1540510" y="4382135"/>
            <a:ext cx="635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s 66"/>
          <p:cNvSpPr/>
          <p:nvPr/>
        </p:nvSpPr>
        <p:spPr>
          <a:xfrm>
            <a:off x="1010285" y="462216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Orders</a:t>
            </a:r>
            <a:endParaRPr lang="en-US" sz="72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1547495" y="6718935"/>
            <a:ext cx="6350" cy="289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s 68"/>
          <p:cNvSpPr/>
          <p:nvPr/>
        </p:nvSpPr>
        <p:spPr>
          <a:xfrm>
            <a:off x="1012825" y="594804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Rejected</a:t>
            </a:r>
            <a:endParaRPr lang="en-US" sz="720"/>
          </a:p>
        </p:txBody>
      </p:sp>
      <p:sp>
        <p:nvSpPr>
          <p:cNvPr id="74" name="Rectangles 73"/>
          <p:cNvSpPr/>
          <p:nvPr/>
        </p:nvSpPr>
        <p:spPr>
          <a:xfrm>
            <a:off x="1012825" y="609536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Pending</a:t>
            </a:r>
            <a:endParaRPr lang="en-US" sz="720"/>
          </a:p>
        </p:txBody>
      </p:sp>
      <p:cxnSp>
        <p:nvCxnSpPr>
          <p:cNvPr id="75" name="Elbow Connector 74"/>
          <p:cNvCxnSpPr>
            <a:stCxn id="74" idx="1"/>
            <a:endCxn id="77" idx="1"/>
          </p:cNvCxnSpPr>
          <p:nvPr/>
        </p:nvCxnSpPr>
        <p:spPr>
          <a:xfrm rot="10800000" flipV="1">
            <a:off x="1012825" y="6160135"/>
            <a:ext cx="3175" cy="147320"/>
          </a:xfrm>
          <a:prstGeom prst="bentConnector3">
            <a:avLst>
              <a:gd name="adj1" fmla="val 76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s 76"/>
          <p:cNvSpPr/>
          <p:nvPr/>
        </p:nvSpPr>
        <p:spPr>
          <a:xfrm>
            <a:off x="1012825" y="624268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Canceled</a:t>
            </a:r>
            <a:endParaRPr lang="en-US" sz="720"/>
          </a:p>
        </p:txBody>
      </p:sp>
      <p:sp>
        <p:nvSpPr>
          <p:cNvPr id="78" name="Rectangles 77"/>
          <p:cNvSpPr/>
          <p:nvPr/>
        </p:nvSpPr>
        <p:spPr>
          <a:xfrm>
            <a:off x="1012825" y="639000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Hold</a:t>
            </a:r>
            <a:endParaRPr lang="en-US" sz="720"/>
          </a:p>
        </p:txBody>
      </p:sp>
      <p:sp>
        <p:nvSpPr>
          <p:cNvPr id="79" name="Rectangles 78"/>
          <p:cNvSpPr/>
          <p:nvPr/>
        </p:nvSpPr>
        <p:spPr>
          <a:xfrm>
            <a:off x="1012825" y="653732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Queued</a:t>
            </a:r>
            <a:endParaRPr lang="en-US" sz="720"/>
          </a:p>
        </p:txBody>
      </p:sp>
      <p:cxnSp>
        <p:nvCxnSpPr>
          <p:cNvPr id="80" name="Elbow Connector 79"/>
          <p:cNvCxnSpPr>
            <a:stCxn id="69" idx="3"/>
            <a:endCxn id="74" idx="3"/>
          </p:cNvCxnSpPr>
          <p:nvPr/>
        </p:nvCxnSpPr>
        <p:spPr>
          <a:xfrm>
            <a:off x="2073275" y="6012815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endCxn id="79" idx="1"/>
          </p:cNvCxnSpPr>
          <p:nvPr/>
        </p:nvCxnSpPr>
        <p:spPr>
          <a:xfrm rot="5400000">
            <a:off x="867410" y="6449060"/>
            <a:ext cx="298450" cy="7620"/>
          </a:xfrm>
          <a:prstGeom prst="bentConnector4">
            <a:avLst>
              <a:gd name="adj1" fmla="val 39362"/>
              <a:gd name="adj2" fmla="val 322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77" idx="3"/>
            <a:endCxn id="78" idx="3"/>
          </p:cNvCxnSpPr>
          <p:nvPr/>
        </p:nvCxnSpPr>
        <p:spPr>
          <a:xfrm>
            <a:off x="2073275" y="6307455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s 82"/>
          <p:cNvSpPr/>
          <p:nvPr/>
        </p:nvSpPr>
        <p:spPr>
          <a:xfrm>
            <a:off x="1015365" y="579247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Stops</a:t>
            </a:r>
            <a:endParaRPr lang="en-US" sz="720"/>
          </a:p>
        </p:txBody>
      </p:sp>
      <p:cxnSp>
        <p:nvCxnSpPr>
          <p:cNvPr id="84" name="Straight Arrow Connector 83"/>
          <p:cNvCxnSpPr>
            <a:stCxn id="17" idx="2"/>
            <a:endCxn id="22" idx="0"/>
          </p:cNvCxnSpPr>
          <p:nvPr/>
        </p:nvCxnSpPr>
        <p:spPr>
          <a:xfrm flipH="1">
            <a:off x="1541145" y="4003040"/>
            <a:ext cx="5080" cy="16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lowchart: Off-page Connector 84"/>
          <p:cNvSpPr/>
          <p:nvPr/>
        </p:nvSpPr>
        <p:spPr>
          <a:xfrm>
            <a:off x="1331595" y="3399981"/>
            <a:ext cx="438912" cy="219075"/>
          </a:xfrm>
          <a:prstGeom prst="flowChartOffpageConnector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orders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88" name="Straight Arrow Connector 87"/>
          <p:cNvCxnSpPr>
            <a:stCxn id="85" idx="2"/>
            <a:endCxn id="17" idx="0"/>
          </p:cNvCxnSpPr>
          <p:nvPr/>
        </p:nvCxnSpPr>
        <p:spPr>
          <a:xfrm flipH="1">
            <a:off x="1546225" y="3618865"/>
            <a:ext cx="5080" cy="16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/>
          <p:cNvGrpSpPr/>
          <p:nvPr/>
        </p:nvGrpSpPr>
        <p:grpSpPr>
          <a:xfrm rot="0">
            <a:off x="9363075" y="1640840"/>
            <a:ext cx="427355" cy="334010"/>
            <a:chOff x="16290" y="4518"/>
            <a:chExt cx="748" cy="584"/>
          </a:xfrm>
        </p:grpSpPr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92" name="Oval 9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93" name="Picture 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pic>
        <p:nvPicPr>
          <p:cNvPr id="98" name="Picture 9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4035" y="1908810"/>
            <a:ext cx="1011555" cy="4923790"/>
          </a:xfrm>
          <a:prstGeom prst="rect">
            <a:avLst/>
          </a:prstGeom>
        </p:spPr>
      </p:pic>
      <p:sp>
        <p:nvSpPr>
          <p:cNvPr id="4" name="Flowchart: Document 3"/>
          <p:cNvSpPr/>
          <p:nvPr/>
        </p:nvSpPr>
        <p:spPr>
          <a:xfrm>
            <a:off x="2237105" y="3396615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5" name="Flowchart: Document 4"/>
          <p:cNvSpPr/>
          <p:nvPr/>
        </p:nvSpPr>
        <p:spPr>
          <a:xfrm>
            <a:off x="2237105" y="3780790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" name="Flowchart: Document 15"/>
          <p:cNvSpPr/>
          <p:nvPr/>
        </p:nvSpPr>
        <p:spPr>
          <a:xfrm>
            <a:off x="2237105" y="4166235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8" name="Straight Arrow Connector 17"/>
          <p:cNvCxnSpPr>
            <a:stCxn id="85" idx="3"/>
            <a:endCxn id="4" idx="1"/>
          </p:cNvCxnSpPr>
          <p:nvPr/>
        </p:nvCxnSpPr>
        <p:spPr>
          <a:xfrm flipV="1">
            <a:off x="1770380" y="3507740"/>
            <a:ext cx="466725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3"/>
            <a:endCxn id="5" idx="1"/>
          </p:cNvCxnSpPr>
          <p:nvPr/>
        </p:nvCxnSpPr>
        <p:spPr>
          <a:xfrm flipV="1">
            <a:off x="1765300" y="3891915"/>
            <a:ext cx="47180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2" idx="3"/>
            <a:endCxn id="16" idx="1"/>
          </p:cNvCxnSpPr>
          <p:nvPr/>
        </p:nvCxnSpPr>
        <p:spPr>
          <a:xfrm>
            <a:off x="1760220" y="4272915"/>
            <a:ext cx="4768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 rot="0">
            <a:off x="829945" y="4430395"/>
            <a:ext cx="427355" cy="334010"/>
            <a:chOff x="16290" y="4518"/>
            <a:chExt cx="748" cy="584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1" name="Oval 30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 rot="0">
            <a:off x="833120" y="5588000"/>
            <a:ext cx="427355" cy="334010"/>
            <a:chOff x="16290" y="4518"/>
            <a:chExt cx="748" cy="584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45" name="Oval 44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3860</Words>
  <Application>WPS Presentation</Application>
  <PresentationFormat>宽屏</PresentationFormat>
  <Paragraphs>1164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DejaVu Sans</vt:lpstr>
      <vt:lpstr>Droid Sans Fallback</vt:lpstr>
      <vt:lpstr>Microsoft YaHei</vt:lpstr>
      <vt:lpstr>Arial Unicode MS</vt:lpstr>
      <vt:lpstr>SimSun</vt:lpstr>
      <vt:lpstr>DejaVu Sans Mono</vt:lpstr>
      <vt:lpstr>Noto Sans Batak</vt:lpstr>
      <vt:lpstr>OpenSymbol</vt:lpstr>
      <vt:lpstr>Data Pie Charts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djorgenson</cp:lastModifiedBy>
  <cp:revision>145</cp:revision>
  <dcterms:created xsi:type="dcterms:W3CDTF">2026-05-15T17:18:24Z</dcterms:created>
  <dcterms:modified xsi:type="dcterms:W3CDTF">2026-05-15T17:18:24Z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