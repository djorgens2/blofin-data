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14"/>
  </p:handoutMasterIdLst>
  <p:sldIdLst>
    <p:sldId id="257" r:id="rId3"/>
    <p:sldId id="258" r:id="rId5"/>
    <p:sldId id="256" r:id="rId6"/>
    <p:sldId id="259" r:id="rId7"/>
    <p:sldId id="277" r:id="rId8"/>
    <p:sldId id="265" r:id="rId9"/>
    <p:sldId id="270" r:id="rId10"/>
    <p:sldId id="272" r:id="rId11"/>
    <p:sldId id="274" r:id="rId12"/>
    <p:sldId id="282" r:id="rId13"/>
  </p:sldIdLst>
  <p:sldSz cx="14630400" cy="10972800"/>
  <p:notesSz cx="10234295" cy="710374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7BE97"/>
    <a:srgbClr val="F0B500"/>
    <a:srgbClr val="E7971C"/>
    <a:srgbClr val="89BF61"/>
    <a:srgbClr val="FEF8F5"/>
    <a:srgbClr val="8CC166"/>
    <a:srgbClr val="00D0DD"/>
    <a:srgbClr val="B2B2B2"/>
    <a:srgbClr val="202020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75" d="100"/>
          <a:sy n="75" d="100"/>
        </p:scale>
        <p:origin x="90" y="96"/>
      </p:cViewPr>
      <p:guideLst>
        <p:guide orient="horz" pos="3192"/>
        <p:guide pos="5025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7" Type="http://schemas.openxmlformats.org/officeDocument/2006/relationships/tableStyles" Target="tableStyles.xml"/><Relationship Id="rId16" Type="http://schemas.openxmlformats.org/officeDocument/2006/relationships/viewProps" Target="viewProps.xml"/><Relationship Id="rId15" Type="http://schemas.openxmlformats.org/officeDocument/2006/relationships/presProps" Target="presProps.xml"/><Relationship Id="rId14" Type="http://schemas.openxmlformats.org/officeDocument/2006/relationships/handoutMaster" Target="handoutMasters/handoutMaster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434862" cy="35642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66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5797066" y="0"/>
            <a:ext cx="4434862" cy="35642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66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6747325"/>
            <a:ext cx="4434862" cy="3564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66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5797066" y="6747325"/>
            <a:ext cx="4434862" cy="3564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66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434679" cy="35591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5797788" y="0"/>
            <a:ext cx="4434677" cy="35591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3520027" y="888133"/>
            <a:ext cx="3196986" cy="239774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1024619" y="3419204"/>
            <a:ext cx="8187802" cy="279662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6748051"/>
            <a:ext cx="4434679" cy="35591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5797788" y="6748051"/>
            <a:ext cx="4434677" cy="35591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/>
          <p:nvPr>
            <p:ph type="sldImg" idx="2"/>
          </p:nvPr>
        </p:nvSpPr>
        <p:spPr/>
      </p:sp>
      <p:sp>
        <p:nvSpPr>
          <p:cNvPr id="3" name="Text Placeholder 2"/>
          <p:cNvSpPr/>
          <p:nvPr>
            <p:ph type="body" idx="3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/>
          <p:nvPr>
            <p:ph type="sldImg" idx="2"/>
          </p:nvPr>
        </p:nvSpPr>
        <p:spPr/>
      </p:sp>
      <p:sp>
        <p:nvSpPr>
          <p:cNvPr id="3" name="Text Placeholder 2"/>
          <p:cNvSpPr/>
          <p:nvPr>
            <p:ph type="body" idx="3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5240" y="-5080"/>
            <a:ext cx="14645977" cy="10978006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05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2476558" y="1800882"/>
            <a:ext cx="11054334" cy="1732300"/>
          </a:xfrm>
        </p:spPr>
        <p:txBody>
          <a:bodyPr/>
          <a:lstStyle>
            <a:lvl1pPr algn="r">
              <a:defRPr/>
            </a:lvl1pPr>
          </a:lstStyle>
          <a:p>
            <a:pPr lvl="0"/>
            <a:r>
              <a:rPr lang="en-US" altLang="zh-CN" noProof="0" smtClean="0"/>
              <a:t>Click to edit Master title style</a:t>
            </a:r>
            <a:endParaRPr lang="en-US" altLang="zh-CN" noProof="0" smtClean="0"/>
          </a:p>
        </p:txBody>
      </p:sp>
      <p:sp>
        <p:nvSpPr>
          <p:cNvPr id="205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2476558" y="3761784"/>
            <a:ext cx="11061954" cy="2804192"/>
          </a:xfrm>
        </p:spPr>
        <p:txBody>
          <a:bodyPr/>
          <a:lstStyle>
            <a:lvl1pPr marL="0" indent="0" algn="r">
              <a:buFontTx/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altLang="zh-CN" noProof="0" smtClean="0"/>
              <a:t>Click to edit Master subtitle style</a:t>
            </a:r>
            <a:endParaRPr lang="en-US" altLang="zh-CN" noProof="0" smtClean="0"/>
          </a:p>
        </p:txBody>
      </p:sp>
      <p:sp>
        <p:nvSpPr>
          <p:cNvPr id="9" name="Rectangle 5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731537" y="9992475"/>
            <a:ext cx="3413838" cy="7620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0" name="Rectangle 6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998835" y="9992475"/>
            <a:ext cx="4633067" cy="7620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11" name="Rectangle 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10485361" y="9992475"/>
            <a:ext cx="3413838" cy="7620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8244" y="2735612"/>
            <a:ext cx="12619010" cy="4564432"/>
          </a:xfrm>
        </p:spPr>
        <p:txBody>
          <a:bodyPr anchor="b"/>
          <a:lstStyle>
            <a:lvl1pPr>
              <a:defRPr sz="96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98244" y="7343225"/>
            <a:ext cx="12619010" cy="2400327"/>
          </a:xfrm>
        </p:spPr>
        <p:txBody>
          <a:bodyPr/>
          <a:lstStyle>
            <a:lvl1pPr marL="0" indent="0">
              <a:buNone/>
              <a:defRPr sz="3840"/>
            </a:lvl1pPr>
            <a:lvl2pPr marL="731520" indent="0">
              <a:buNone/>
              <a:defRPr sz="3200"/>
            </a:lvl2pPr>
            <a:lvl3pPr marL="1463040" indent="0">
              <a:buNone/>
              <a:defRPr sz="2880"/>
            </a:lvl3pPr>
            <a:lvl4pPr marL="2194560" indent="0">
              <a:buNone/>
              <a:defRPr sz="2565"/>
            </a:lvl4pPr>
            <a:lvl5pPr marL="2926080" indent="0">
              <a:buNone/>
              <a:defRPr sz="2565"/>
            </a:lvl5pPr>
            <a:lvl6pPr marL="3657600" indent="0">
              <a:buNone/>
              <a:defRPr sz="2565"/>
            </a:lvl6pPr>
            <a:lvl7pPr marL="4389120" indent="0">
              <a:buNone/>
              <a:defRPr sz="2565"/>
            </a:lvl7pPr>
            <a:lvl8pPr marL="5120640" indent="0">
              <a:buNone/>
              <a:defRPr sz="2565"/>
            </a:lvl8pPr>
            <a:lvl9pPr marL="5852160" indent="0">
              <a:buNone/>
              <a:defRPr sz="2565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1537" y="1879622"/>
            <a:ext cx="6461909" cy="7924891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437291" y="1879622"/>
            <a:ext cx="6461909" cy="7924891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8404" y="584207"/>
            <a:ext cx="12619010" cy="21209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8404" y="2689892"/>
            <a:ext cx="6190122" cy="1318274"/>
          </a:xfrm>
        </p:spPr>
        <p:txBody>
          <a:bodyPr anchor="b"/>
          <a:lstStyle>
            <a:lvl1pPr marL="0" indent="0">
              <a:buNone/>
              <a:defRPr sz="3840" b="1"/>
            </a:lvl1pPr>
            <a:lvl2pPr marL="731520" indent="0">
              <a:buNone/>
              <a:defRPr sz="3200" b="1"/>
            </a:lvl2pPr>
            <a:lvl3pPr marL="1463040" indent="0">
              <a:buNone/>
              <a:defRPr sz="2880" b="1"/>
            </a:lvl3pPr>
            <a:lvl4pPr marL="2194560" indent="0">
              <a:buNone/>
              <a:defRPr sz="2565" b="1"/>
            </a:lvl4pPr>
            <a:lvl5pPr marL="2926080" indent="0">
              <a:buNone/>
              <a:defRPr sz="2565" b="1"/>
            </a:lvl5pPr>
            <a:lvl6pPr marL="3657600" indent="0">
              <a:buNone/>
              <a:defRPr sz="2565" b="1"/>
            </a:lvl6pPr>
            <a:lvl7pPr marL="4389120" indent="0">
              <a:buNone/>
              <a:defRPr sz="2565" b="1"/>
            </a:lvl7pPr>
            <a:lvl8pPr marL="5120640" indent="0">
              <a:buNone/>
              <a:defRPr sz="2565" b="1"/>
            </a:lvl8pPr>
            <a:lvl9pPr marL="5852160" indent="0">
              <a:buNone/>
              <a:defRPr sz="2565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8404" y="4008166"/>
            <a:ext cx="6190122" cy="5895409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406810" y="2689892"/>
            <a:ext cx="6220603" cy="1318274"/>
          </a:xfrm>
        </p:spPr>
        <p:txBody>
          <a:bodyPr anchor="b"/>
          <a:lstStyle>
            <a:lvl1pPr marL="0" indent="0">
              <a:buNone/>
              <a:defRPr sz="3840" b="1"/>
            </a:lvl1pPr>
            <a:lvl2pPr marL="731520" indent="0">
              <a:buNone/>
              <a:defRPr sz="3200" b="1"/>
            </a:lvl2pPr>
            <a:lvl3pPr marL="1463040" indent="0">
              <a:buNone/>
              <a:defRPr sz="2880" b="1"/>
            </a:lvl3pPr>
            <a:lvl4pPr marL="2194560" indent="0">
              <a:buNone/>
              <a:defRPr sz="2565" b="1"/>
            </a:lvl4pPr>
            <a:lvl5pPr marL="2926080" indent="0">
              <a:buNone/>
              <a:defRPr sz="2565" b="1"/>
            </a:lvl5pPr>
            <a:lvl6pPr marL="3657600" indent="0">
              <a:buNone/>
              <a:defRPr sz="2565" b="1"/>
            </a:lvl6pPr>
            <a:lvl7pPr marL="4389120" indent="0">
              <a:buNone/>
              <a:defRPr sz="2565" b="1"/>
            </a:lvl7pPr>
            <a:lvl8pPr marL="5120640" indent="0">
              <a:buNone/>
              <a:defRPr sz="2565" b="1"/>
            </a:lvl8pPr>
            <a:lvl9pPr marL="5852160" indent="0">
              <a:buNone/>
              <a:defRPr sz="2565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406810" y="4008166"/>
            <a:ext cx="6220603" cy="5895409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8404" y="731528"/>
            <a:ext cx="4719429" cy="2560349"/>
          </a:xfrm>
        </p:spPr>
        <p:txBody>
          <a:bodyPr anchor="b"/>
          <a:lstStyle>
            <a:lvl1pPr>
              <a:defRPr sz="512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20603" y="1579898"/>
            <a:ext cx="7406810" cy="7797890"/>
          </a:xfrm>
        </p:spPr>
        <p:txBody>
          <a:bodyPr/>
          <a:lstStyle>
            <a:lvl1pPr>
              <a:defRPr sz="5120"/>
            </a:lvl1pPr>
            <a:lvl2pPr>
              <a:defRPr sz="4485"/>
            </a:lvl2pPr>
            <a:lvl3pPr>
              <a:defRPr sz="3840"/>
            </a:lvl3pPr>
            <a:lvl4pPr>
              <a:defRPr sz="3200"/>
            </a:lvl4pPr>
            <a:lvl5pPr>
              <a:defRPr sz="3200"/>
            </a:lvl5pPr>
            <a:lvl6pPr>
              <a:defRPr sz="3200"/>
            </a:lvl6pPr>
            <a:lvl7pPr>
              <a:defRPr sz="3200"/>
            </a:lvl7pPr>
            <a:lvl8pPr>
              <a:defRPr sz="3200"/>
            </a:lvl8pPr>
            <a:lvl9pPr>
              <a:defRPr sz="32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08404" y="3291878"/>
            <a:ext cx="4719429" cy="6098611"/>
          </a:xfrm>
        </p:spPr>
        <p:txBody>
          <a:bodyPr/>
          <a:lstStyle>
            <a:lvl1pPr marL="0" indent="0">
              <a:buNone/>
              <a:defRPr sz="2565"/>
            </a:lvl1pPr>
            <a:lvl2pPr marL="731520" indent="0">
              <a:buNone/>
              <a:defRPr sz="2240"/>
            </a:lvl2pPr>
            <a:lvl3pPr marL="1463040" indent="0">
              <a:buNone/>
              <a:defRPr sz="1920"/>
            </a:lvl3pPr>
            <a:lvl4pPr marL="2194560" indent="0">
              <a:buNone/>
              <a:defRPr sz="1600"/>
            </a:lvl4pPr>
            <a:lvl5pPr marL="2926080" indent="0">
              <a:buNone/>
              <a:defRPr sz="1600"/>
            </a:lvl5pPr>
            <a:lvl6pPr marL="3657600" indent="0">
              <a:buNone/>
              <a:defRPr sz="1600"/>
            </a:lvl6pPr>
            <a:lvl7pPr marL="4389120" indent="0">
              <a:buNone/>
              <a:defRPr sz="1600"/>
            </a:lvl7pPr>
            <a:lvl8pPr marL="5120640" indent="0">
              <a:buNone/>
              <a:defRPr sz="1600"/>
            </a:lvl8pPr>
            <a:lvl9pPr marL="5852160" indent="0">
              <a:buNone/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80604020202020204" pitchFamily="34" charset="0"/>
              <a:ea typeface="SimSun" pitchFamily="2" charset="-122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80604020202020204" pitchFamily="34" charset="0"/>
              <a:ea typeface="SimSun" pitchFamily="2" charset="-122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EE0F28FA-A0FF-4778-BEE4-D616BFD88B81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80604020202020204" pitchFamily="34" charset="0"/>
                <a:ea typeface="SimSun" pitchFamily="2" charset="-122"/>
                <a:cs typeface="+mn-cs"/>
              </a:rPr>
            </a:fld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80604020202020204" pitchFamily="34" charset="0"/>
              <a:ea typeface="SimSun" pitchFamily="2" charset="-122"/>
              <a:cs typeface="+mn-cs"/>
            </a:endParaRPr>
          </a:p>
        </p:txBody>
      </p:sp>
    </p:spTree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8404" y="731528"/>
            <a:ext cx="4719429" cy="2560349"/>
          </a:xfrm>
        </p:spPr>
        <p:txBody>
          <a:bodyPr anchor="b"/>
          <a:lstStyle>
            <a:lvl1pPr>
              <a:defRPr sz="512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6220603" y="1579898"/>
            <a:ext cx="7406810" cy="7797890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5120"/>
            </a:lvl1pPr>
            <a:lvl2pPr marL="731520" indent="0">
              <a:buNone/>
              <a:defRPr sz="4485"/>
            </a:lvl2pPr>
            <a:lvl3pPr marL="1463040" indent="0">
              <a:buNone/>
              <a:defRPr sz="3840"/>
            </a:lvl3pPr>
            <a:lvl4pPr marL="2194560" indent="0">
              <a:buNone/>
              <a:defRPr sz="3200"/>
            </a:lvl4pPr>
            <a:lvl5pPr marL="2926080" indent="0">
              <a:buNone/>
              <a:defRPr sz="3200"/>
            </a:lvl5pPr>
            <a:lvl6pPr marL="3657600" indent="0">
              <a:buNone/>
              <a:defRPr sz="3200"/>
            </a:lvl6pPr>
            <a:lvl7pPr marL="4389120" indent="0">
              <a:buNone/>
              <a:defRPr sz="3200"/>
            </a:lvl7pPr>
            <a:lvl8pPr marL="5120640" indent="0">
              <a:buNone/>
              <a:defRPr sz="3200"/>
            </a:lvl8pPr>
            <a:lvl9pPr marL="5852160" indent="0">
              <a:buNone/>
              <a:defRPr sz="3200"/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32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08404" y="3291878"/>
            <a:ext cx="4719429" cy="6098611"/>
          </a:xfrm>
        </p:spPr>
        <p:txBody>
          <a:bodyPr/>
          <a:lstStyle>
            <a:lvl1pPr marL="0" indent="0">
              <a:buNone/>
              <a:defRPr sz="2565"/>
            </a:lvl1pPr>
            <a:lvl2pPr marL="731520" indent="0">
              <a:buNone/>
              <a:defRPr sz="2240"/>
            </a:lvl2pPr>
            <a:lvl3pPr marL="1463040" indent="0">
              <a:buNone/>
              <a:defRPr sz="1920"/>
            </a:lvl3pPr>
            <a:lvl4pPr marL="2194560" indent="0">
              <a:buNone/>
              <a:defRPr sz="1600"/>
            </a:lvl4pPr>
            <a:lvl5pPr marL="2926080" indent="0">
              <a:buNone/>
              <a:defRPr sz="1600"/>
            </a:lvl5pPr>
            <a:lvl6pPr marL="3657600" indent="0">
              <a:buNone/>
              <a:defRPr sz="1600"/>
            </a:lvl6pPr>
            <a:lvl7pPr marL="4389120" indent="0">
              <a:buNone/>
              <a:defRPr sz="1600"/>
            </a:lvl7pPr>
            <a:lvl8pPr marL="5120640" indent="0">
              <a:buNone/>
              <a:defRPr sz="1600"/>
            </a:lvl8pPr>
            <a:lvl9pPr marL="5852160" indent="0">
              <a:buNone/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cxnSp>
        <p:nvCxnSpPr>
          <p:cNvPr id="8" name="直接连接符 7" hidden="1"/>
          <p:cNvCxnSpPr/>
          <p:nvPr userDrawn="1"/>
        </p:nvCxnSpPr>
        <p:spPr>
          <a:xfrm>
            <a:off x="891561" y="694952"/>
            <a:ext cx="0" cy="222608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80604020202020204" pitchFamily="34" charset="0"/>
              <a:ea typeface="SimSun" pitchFamily="2" charset="-122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80604020202020204" pitchFamily="34" charset="0"/>
              <a:ea typeface="SimSun" pitchFamily="2" charset="-122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EE0F28FA-A0FF-4778-BEE4-D616BFD88B81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80604020202020204" pitchFamily="34" charset="0"/>
                <a:ea typeface="SimSun" pitchFamily="2" charset="-122"/>
                <a:cs typeface="+mn-cs"/>
              </a:rPr>
            </a:fld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80604020202020204" pitchFamily="34" charset="0"/>
              <a:ea typeface="SimSun" pitchFamily="2" charset="-122"/>
              <a:cs typeface="+mn-cs"/>
            </a:endParaRPr>
          </a:p>
        </p:txBody>
      </p:sp>
    </p:spTree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607284" y="304804"/>
            <a:ext cx="3291916" cy="9499709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1537" y="304804"/>
            <a:ext cx="9631901" cy="9499709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image" Target="../media/image2.jpeg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026" name="Picture 6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0" y="0"/>
            <a:ext cx="14638358" cy="10978006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27" name="Rectangle 3"/>
          <p:cNvSpPr>
            <a:spLocks noGrp="1"/>
          </p:cNvSpPr>
          <p:nvPr>
            <p:ph type="title"/>
          </p:nvPr>
        </p:nvSpPr>
        <p:spPr>
          <a:xfrm>
            <a:off x="731537" y="304804"/>
            <a:ext cx="13167663" cy="932192"/>
          </a:xfrm>
          <a:prstGeom prst="rect">
            <a:avLst/>
          </a:prstGeom>
          <a:noFill/>
          <a:ln w="9525">
            <a:noFill/>
          </a:ln>
        </p:spPr>
        <p:txBody>
          <a:bodyPr anchor="ctr" anchorCtr="0"/>
          <a:p>
            <a:pPr lvl="0"/>
            <a:r>
              <a:rPr lang="en-US" altLang="zh-CN" dirty="0"/>
              <a:t>Click to edit Master title style</a:t>
            </a:r>
            <a:endParaRPr lang="en-US" altLang="zh-CN" dirty="0"/>
          </a:p>
        </p:txBody>
      </p:sp>
      <p:sp>
        <p:nvSpPr>
          <p:cNvPr id="1028" name="Rectangle 4"/>
          <p:cNvSpPr>
            <a:spLocks noGrp="1"/>
          </p:cNvSpPr>
          <p:nvPr>
            <p:ph type="body" idx="1"/>
          </p:nvPr>
        </p:nvSpPr>
        <p:spPr>
          <a:xfrm>
            <a:off x="731537" y="1879622"/>
            <a:ext cx="13167663" cy="7924891"/>
          </a:xfrm>
          <a:prstGeom prst="rect">
            <a:avLst/>
          </a:prstGeom>
          <a:noFill/>
          <a:ln w="9525">
            <a:noFill/>
          </a:ln>
        </p:spPr>
        <p:txBody>
          <a:bodyPr/>
          <a:p>
            <a:pPr lvl="0"/>
            <a:r>
              <a:rPr lang="en-US" altLang="zh-CN" dirty="0"/>
              <a:t>Click to edit Master text styles</a:t>
            </a:r>
            <a:endParaRPr lang="en-US" altLang="zh-CN" dirty="0"/>
          </a:p>
          <a:p>
            <a:pPr lvl="1"/>
            <a:r>
              <a:rPr lang="en-US" altLang="zh-CN" dirty="0"/>
              <a:t>Second level</a:t>
            </a:r>
            <a:endParaRPr lang="en-US" altLang="zh-CN" dirty="0"/>
          </a:p>
          <a:p>
            <a:pPr lvl="2"/>
            <a:r>
              <a:rPr lang="en-US" altLang="zh-CN" dirty="0"/>
              <a:t>Third level</a:t>
            </a:r>
            <a:endParaRPr lang="en-US" altLang="zh-CN" dirty="0"/>
          </a:p>
          <a:p>
            <a:pPr lvl="3"/>
            <a:r>
              <a:rPr lang="en-US" altLang="zh-CN" dirty="0"/>
              <a:t>Fourth level</a:t>
            </a:r>
            <a:endParaRPr lang="en-US" altLang="zh-CN" dirty="0"/>
          </a:p>
          <a:p>
            <a:pPr lvl="4"/>
            <a:r>
              <a:rPr lang="en-US" altLang="zh-CN" dirty="0"/>
              <a:t>Fifth level</a:t>
            </a:r>
            <a:endParaRPr lang="en-US" altLang="zh-CN" dirty="0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731537" y="9992475"/>
            <a:ext cx="3413838" cy="7620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 sz="2240"/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998835" y="9992475"/>
            <a:ext cx="4633067" cy="7620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ctr">
              <a:defRPr sz="2240"/>
            </a:lvl1pPr>
          </a:lstStyle>
          <a:p>
            <a:endParaRPr lang="zh-CN" altLang="en-US"/>
          </a:p>
        </p:txBody>
      </p:sp>
      <p:sp>
        <p:nvSpPr>
          <p:cNvPr id="1031" name="Rectangle 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10485361" y="9992475"/>
            <a:ext cx="3413838" cy="7620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>
              <a:defRPr sz="2240"/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rtl="0" fontAlgn="base">
        <a:spcBef>
          <a:spcPct val="0"/>
        </a:spcBef>
        <a:spcAft>
          <a:spcPct val="0"/>
        </a:spcAft>
        <a:defRPr sz="5760" kern="1200">
          <a:solidFill>
            <a:schemeClr val="bg1"/>
          </a:solidFill>
          <a:latin typeface="+mj-lt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2pPr>
      <a:lvl3pPr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3pPr>
      <a:lvl4pPr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4pPr>
      <a:lvl5pPr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5pPr>
      <a:lvl6pPr marL="457200"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9pPr>
    </p:titleStyle>
    <p:bodyStyle>
      <a:lvl1pPr marL="548640" indent="-548640" algn="l" rtl="0" fontAlgn="base">
        <a:spcBef>
          <a:spcPct val="32000"/>
        </a:spcBef>
        <a:spcAft>
          <a:spcPct val="0"/>
        </a:spcAft>
        <a:buChar char="•"/>
        <a:defRPr sz="5120" kern="1200">
          <a:solidFill>
            <a:schemeClr val="tx1"/>
          </a:solidFill>
          <a:latin typeface="+mn-lt"/>
          <a:ea typeface="+mn-ea"/>
          <a:cs typeface="+mn-cs"/>
        </a:defRPr>
      </a:lvl1pPr>
      <a:lvl2pPr marL="1188720" indent="-457200" algn="l" rtl="0" fontAlgn="base">
        <a:spcBef>
          <a:spcPct val="32000"/>
        </a:spcBef>
        <a:spcAft>
          <a:spcPct val="0"/>
        </a:spcAft>
        <a:buChar char="–"/>
        <a:defRPr sz="4485" kern="1200">
          <a:solidFill>
            <a:schemeClr val="tx1"/>
          </a:solidFill>
          <a:latin typeface="+mn-lt"/>
          <a:ea typeface="+mn-ea"/>
          <a:cs typeface="+mn-cs"/>
        </a:defRPr>
      </a:lvl2pPr>
      <a:lvl3pPr marL="1829435" indent="-365760" algn="l" rtl="0" fontAlgn="base">
        <a:spcBef>
          <a:spcPct val="32000"/>
        </a:spcBef>
        <a:spcAft>
          <a:spcPct val="0"/>
        </a:spcAft>
        <a:buChar char="•"/>
        <a:defRPr sz="3840" kern="1200">
          <a:solidFill>
            <a:schemeClr val="tx1"/>
          </a:solidFill>
          <a:latin typeface="+mn-lt"/>
          <a:ea typeface="+mn-ea"/>
          <a:cs typeface="+mn-cs"/>
        </a:defRPr>
      </a:lvl3pPr>
      <a:lvl4pPr marL="2560320" indent="-365760" algn="l" rtl="0" fontAlgn="base">
        <a:spcBef>
          <a:spcPct val="32000"/>
        </a:spcBef>
        <a:spcAft>
          <a:spcPct val="0"/>
        </a:spcAft>
        <a:buChar char="–"/>
        <a:defRPr sz="3200" kern="1200">
          <a:solidFill>
            <a:schemeClr val="tx1"/>
          </a:solidFill>
          <a:latin typeface="+mn-lt"/>
          <a:ea typeface="+mn-ea"/>
          <a:cs typeface="+mn-cs"/>
        </a:defRPr>
      </a:lvl4pPr>
      <a:lvl5pPr marL="3291840" indent="-365760" algn="l" rtl="0" fontAlgn="base">
        <a:spcBef>
          <a:spcPct val="32000"/>
        </a:spcBef>
        <a:spcAft>
          <a:spcPct val="0"/>
        </a:spcAft>
        <a:buChar char="»"/>
        <a:defRPr sz="3200" kern="1200">
          <a:solidFill>
            <a:schemeClr val="tx1"/>
          </a:solidFill>
          <a:latin typeface="+mn-lt"/>
          <a:ea typeface="+mn-ea"/>
          <a:cs typeface="+mn-cs"/>
        </a:defRPr>
      </a:lvl5pPr>
      <a:lvl6pPr marL="4023360" indent="-365760" algn="l" defTabSz="1463040" rtl="0" eaLnBrk="1" latinLnBrk="0" hangingPunct="1">
        <a:lnSpc>
          <a:spcPct val="90000"/>
        </a:lnSpc>
        <a:spcBef>
          <a:spcPts val="800"/>
        </a:spcBef>
        <a:buFont typeface="Arial" panose="0208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6pPr>
      <a:lvl7pPr marL="4754880" indent="-365760" algn="l" defTabSz="1463040" rtl="0" eaLnBrk="1" latinLnBrk="0" hangingPunct="1">
        <a:lnSpc>
          <a:spcPct val="90000"/>
        </a:lnSpc>
        <a:spcBef>
          <a:spcPts val="800"/>
        </a:spcBef>
        <a:buFont typeface="Arial" panose="0208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7pPr>
      <a:lvl8pPr marL="5487035" indent="-365760" algn="l" defTabSz="1463040" rtl="0" eaLnBrk="1" latinLnBrk="0" hangingPunct="1">
        <a:lnSpc>
          <a:spcPct val="90000"/>
        </a:lnSpc>
        <a:spcBef>
          <a:spcPts val="800"/>
        </a:spcBef>
        <a:buFont typeface="Arial" panose="0208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8pPr>
      <a:lvl9pPr marL="6217920" indent="-365760" algn="l" defTabSz="1463040" rtl="0" eaLnBrk="1" latinLnBrk="0" hangingPunct="1">
        <a:lnSpc>
          <a:spcPct val="90000"/>
        </a:lnSpc>
        <a:spcBef>
          <a:spcPts val="800"/>
        </a:spcBef>
        <a:buFont typeface="Arial" panose="0208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1pPr>
      <a:lvl2pPr marL="73152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2pPr>
      <a:lvl3pPr marL="146304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3pPr>
      <a:lvl4pPr marL="219456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4pPr>
      <a:lvl5pPr marL="292608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5pPr>
      <a:lvl6pPr marL="365760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6pPr>
      <a:lvl7pPr marL="438912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7pPr>
      <a:lvl8pPr marL="512064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8pPr>
      <a:lvl9pPr marL="585216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image" Target="../media/image11.png"/><Relationship Id="rId8" Type="http://schemas.openxmlformats.org/officeDocument/2006/relationships/image" Target="../media/image10.png"/><Relationship Id="rId7" Type="http://schemas.openxmlformats.org/officeDocument/2006/relationships/image" Target="../media/image9.png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3" Type="http://schemas.openxmlformats.org/officeDocument/2006/relationships/notesSlide" Target="../notesSlides/notesSlide2.xml"/><Relationship Id="rId12" Type="http://schemas.openxmlformats.org/officeDocument/2006/relationships/slideLayout" Target="../slideLayouts/slideLayout7.xml"/><Relationship Id="rId11" Type="http://schemas.openxmlformats.org/officeDocument/2006/relationships/image" Target="../media/image13.png"/><Relationship Id="rId10" Type="http://schemas.openxmlformats.org/officeDocument/2006/relationships/image" Target="../media/image12.png"/><Relationship Id="rId1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image" Target="../media/image18.png"/><Relationship Id="rId8" Type="http://schemas.openxmlformats.org/officeDocument/2006/relationships/image" Target="../media/image17.png"/><Relationship Id="rId7" Type="http://schemas.openxmlformats.org/officeDocument/2006/relationships/image" Target="../media/image16.png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7.png"/><Relationship Id="rId3" Type="http://schemas.openxmlformats.org/officeDocument/2006/relationships/image" Target="../media/image5.png"/><Relationship Id="rId2" Type="http://schemas.openxmlformats.org/officeDocument/2006/relationships/image" Target="../media/image12.png"/><Relationship Id="rId13" Type="http://schemas.openxmlformats.org/officeDocument/2006/relationships/slideLayout" Target="../slideLayouts/slideLayout2.xml"/><Relationship Id="rId12" Type="http://schemas.openxmlformats.org/officeDocument/2006/relationships/image" Target="../media/image20.png"/><Relationship Id="rId11" Type="http://schemas.openxmlformats.org/officeDocument/2006/relationships/image" Target="../media/image4.png"/><Relationship Id="rId10" Type="http://schemas.openxmlformats.org/officeDocument/2006/relationships/image" Target="../media/image19.png"/><Relationship Id="rId1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Relationship Id="rId3" Type="http://schemas.openxmlformats.org/officeDocument/2006/relationships/image" Target="../media/image21.png"/><Relationship Id="rId2" Type="http://schemas.openxmlformats.org/officeDocument/2006/relationships/image" Target="../media/image12.png"/><Relationship Id="rId1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image" Target="../media/image27.png"/><Relationship Id="rId8" Type="http://schemas.openxmlformats.org/officeDocument/2006/relationships/image" Target="../media/image26.png"/><Relationship Id="rId7" Type="http://schemas.openxmlformats.org/officeDocument/2006/relationships/image" Target="../media/image4.png"/><Relationship Id="rId6" Type="http://schemas.openxmlformats.org/officeDocument/2006/relationships/image" Target="../media/image7.png"/><Relationship Id="rId5" Type="http://schemas.openxmlformats.org/officeDocument/2006/relationships/image" Target="../media/image5.png"/><Relationship Id="rId4" Type="http://schemas.openxmlformats.org/officeDocument/2006/relationships/image" Target="../media/image25.png"/><Relationship Id="rId3" Type="http://schemas.openxmlformats.org/officeDocument/2006/relationships/image" Target="../media/image24.png"/><Relationship Id="rId2" Type="http://schemas.openxmlformats.org/officeDocument/2006/relationships/image" Target="../media/image12.png"/><Relationship Id="rId10" Type="http://schemas.openxmlformats.org/officeDocument/2006/relationships/slideLayout" Target="../slideLayouts/slideLayout2.xml"/><Relationship Id="rId1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image" Target="../media/image31.png"/><Relationship Id="rId8" Type="http://schemas.openxmlformats.org/officeDocument/2006/relationships/image" Target="../media/image4.png"/><Relationship Id="rId7" Type="http://schemas.openxmlformats.org/officeDocument/2006/relationships/image" Target="../media/image30.png"/><Relationship Id="rId6" Type="http://schemas.openxmlformats.org/officeDocument/2006/relationships/image" Target="../media/image29.png"/><Relationship Id="rId5" Type="http://schemas.openxmlformats.org/officeDocument/2006/relationships/image" Target="../media/image12.png"/><Relationship Id="rId4" Type="http://schemas.openxmlformats.org/officeDocument/2006/relationships/image" Target="../media/image28.png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3" Type="http://schemas.openxmlformats.org/officeDocument/2006/relationships/slideLayout" Target="../slideLayouts/slideLayout2.xml"/><Relationship Id="rId12" Type="http://schemas.openxmlformats.org/officeDocument/2006/relationships/image" Target="../media/image34.png"/><Relationship Id="rId11" Type="http://schemas.openxmlformats.org/officeDocument/2006/relationships/image" Target="../media/image33.png"/><Relationship Id="rId10" Type="http://schemas.openxmlformats.org/officeDocument/2006/relationships/image" Target="../media/image32.png"/><Relationship Id="rId1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image" Target="../media/image7.png"/><Relationship Id="rId8" Type="http://schemas.openxmlformats.org/officeDocument/2006/relationships/image" Target="../media/image5.png"/><Relationship Id="rId7" Type="http://schemas.openxmlformats.org/officeDocument/2006/relationships/image" Target="../media/image28.png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29.png"/><Relationship Id="rId3" Type="http://schemas.openxmlformats.org/officeDocument/2006/relationships/image" Target="../media/image35.png"/><Relationship Id="rId2" Type="http://schemas.openxmlformats.org/officeDocument/2006/relationships/image" Target="../media/image12.png"/><Relationship Id="rId11" Type="http://schemas.openxmlformats.org/officeDocument/2006/relationships/slideLayout" Target="../slideLayouts/slideLayout2.xml"/><Relationship Id="rId10" Type="http://schemas.openxmlformats.org/officeDocument/2006/relationships/image" Target="../media/image4.png"/><Relationship Id="rId1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image" Target="../media/image7.png"/><Relationship Id="rId8" Type="http://schemas.openxmlformats.org/officeDocument/2006/relationships/image" Target="../media/image5.png"/><Relationship Id="rId7" Type="http://schemas.openxmlformats.org/officeDocument/2006/relationships/image" Target="../media/image28.png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29.png"/><Relationship Id="rId3" Type="http://schemas.openxmlformats.org/officeDocument/2006/relationships/image" Target="../media/image35.png"/><Relationship Id="rId2" Type="http://schemas.openxmlformats.org/officeDocument/2006/relationships/image" Target="../media/image12.png"/><Relationship Id="rId12" Type="http://schemas.openxmlformats.org/officeDocument/2006/relationships/slideLayout" Target="../slideLayouts/slideLayout2.xml"/><Relationship Id="rId11" Type="http://schemas.openxmlformats.org/officeDocument/2006/relationships/image" Target="../media/image38.png"/><Relationship Id="rId10" Type="http://schemas.openxmlformats.org/officeDocument/2006/relationships/image" Target="../media/image4.png"/><Relationship Id="rId1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Picture 10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98728" y="7523336"/>
            <a:ext cx="1045298" cy="568084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09829" y="3970239"/>
            <a:ext cx="1045298" cy="568084"/>
          </a:xfrm>
          <a:prstGeom prst="rect">
            <a:avLst/>
          </a:prstGeom>
        </p:spPr>
      </p:pic>
      <p:sp>
        <p:nvSpPr>
          <p:cNvPr id="26" name="Rectangles 25"/>
          <p:cNvSpPr/>
          <p:nvPr/>
        </p:nvSpPr>
        <p:spPr>
          <a:xfrm>
            <a:off x="3307304" y="3493025"/>
            <a:ext cx="7150201" cy="3943441"/>
          </a:xfrm>
          <a:prstGeom prst="rect">
            <a:avLst/>
          </a:prstGeom>
          <a:solidFill>
            <a:schemeClr val="accent5">
              <a:alpha val="16000"/>
            </a:schemeClr>
          </a:solidFill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 sz="1620"/>
          </a:p>
        </p:txBody>
      </p:sp>
      <p:sp>
        <p:nvSpPr>
          <p:cNvPr id="80" name="Rectangles 79"/>
          <p:cNvSpPr/>
          <p:nvPr/>
        </p:nvSpPr>
        <p:spPr>
          <a:xfrm>
            <a:off x="6835255" y="4209131"/>
            <a:ext cx="1625383" cy="2602099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en-US" sz="1620"/>
          </a:p>
        </p:txBody>
      </p:sp>
      <p:sp>
        <p:nvSpPr>
          <p:cNvPr id="3" name="Rectangles 2"/>
          <p:cNvSpPr/>
          <p:nvPr/>
        </p:nvSpPr>
        <p:spPr>
          <a:xfrm>
            <a:off x="3502477" y="5090404"/>
            <a:ext cx="1187033" cy="748682"/>
          </a:xfrm>
          <a:prstGeom prst="rect">
            <a:avLst/>
          </a:prstGeom>
          <a:solidFill>
            <a:srgbClr val="97BE97"/>
          </a:solidFill>
          <a:ln w="12700">
            <a:solidFill>
              <a:schemeClr val="accent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620"/>
              <a:t>App</a:t>
            </a:r>
            <a:endParaRPr lang="en-US" sz="1620"/>
          </a:p>
        </p:txBody>
      </p:sp>
      <p:sp>
        <p:nvSpPr>
          <p:cNvPr id="59" name="Rectangles 58"/>
          <p:cNvSpPr/>
          <p:nvPr/>
        </p:nvSpPr>
        <p:spPr>
          <a:xfrm>
            <a:off x="7082149" y="5657346"/>
            <a:ext cx="1187033" cy="31376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1260">
                <a:sym typeface="+mn-ea"/>
              </a:rPr>
              <a:t>CProcess</a:t>
            </a:r>
            <a:endParaRPr lang="en-US" sz="1260"/>
          </a:p>
        </p:txBody>
      </p:sp>
      <p:sp>
        <p:nvSpPr>
          <p:cNvPr id="60" name="Rectangles 59"/>
          <p:cNvSpPr/>
          <p:nvPr/>
        </p:nvSpPr>
        <p:spPr>
          <a:xfrm>
            <a:off x="7082149" y="5048112"/>
            <a:ext cx="1187033" cy="31376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1260">
                <a:sym typeface="+mn-ea"/>
              </a:rPr>
              <a:t>CProcess</a:t>
            </a:r>
            <a:endParaRPr lang="en-US" sz="1260"/>
          </a:p>
        </p:txBody>
      </p:sp>
      <p:sp>
        <p:nvSpPr>
          <p:cNvPr id="61" name="Rectangles 60"/>
          <p:cNvSpPr/>
          <p:nvPr/>
        </p:nvSpPr>
        <p:spPr>
          <a:xfrm>
            <a:off x="7082149" y="4438879"/>
            <a:ext cx="1187033" cy="31376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1260"/>
              <a:t>CProcess</a:t>
            </a:r>
            <a:endParaRPr lang="en-US" sz="1260"/>
          </a:p>
        </p:txBody>
      </p:sp>
      <p:sp>
        <p:nvSpPr>
          <p:cNvPr id="62" name="Rectangles 61"/>
          <p:cNvSpPr/>
          <p:nvPr/>
        </p:nvSpPr>
        <p:spPr>
          <a:xfrm>
            <a:off x="7082149" y="6266579"/>
            <a:ext cx="1187033" cy="31376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1260">
                <a:sym typeface="+mn-ea"/>
              </a:rPr>
              <a:t>CProcess</a:t>
            </a:r>
            <a:endParaRPr lang="en-US" sz="1260"/>
          </a:p>
        </p:txBody>
      </p:sp>
      <p:cxnSp>
        <p:nvCxnSpPr>
          <p:cNvPr id="63" name="Straight Connector 62"/>
          <p:cNvCxnSpPr>
            <a:stCxn id="9" idx="1"/>
            <a:endCxn id="61" idx="1"/>
          </p:cNvCxnSpPr>
          <p:nvPr/>
        </p:nvCxnSpPr>
        <p:spPr>
          <a:xfrm flipV="1">
            <a:off x="5057278" y="4596046"/>
            <a:ext cx="2024871" cy="868700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4" name="Straight Connector 63"/>
          <p:cNvCxnSpPr>
            <a:stCxn id="9" idx="1"/>
            <a:endCxn id="60" idx="1"/>
          </p:cNvCxnSpPr>
          <p:nvPr/>
        </p:nvCxnSpPr>
        <p:spPr>
          <a:xfrm flipV="1">
            <a:off x="5057278" y="5205279"/>
            <a:ext cx="2024871" cy="259467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/>
          <p:cNvCxnSpPr>
            <a:stCxn id="9" idx="1"/>
            <a:endCxn id="59" idx="1"/>
          </p:cNvCxnSpPr>
          <p:nvPr/>
        </p:nvCxnSpPr>
        <p:spPr>
          <a:xfrm>
            <a:off x="5057278" y="5464746"/>
            <a:ext cx="2024871" cy="349766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6" name="Straight Connector 65"/>
          <p:cNvCxnSpPr>
            <a:stCxn id="9" idx="1"/>
            <a:endCxn id="62" idx="1"/>
          </p:cNvCxnSpPr>
          <p:nvPr/>
        </p:nvCxnSpPr>
        <p:spPr>
          <a:xfrm>
            <a:off x="5057278" y="5464746"/>
            <a:ext cx="2024871" cy="958999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7" name="Straight Connector 66"/>
          <p:cNvCxnSpPr>
            <a:stCxn id="6" idx="3"/>
            <a:endCxn id="18" idx="1"/>
          </p:cNvCxnSpPr>
          <p:nvPr/>
        </p:nvCxnSpPr>
        <p:spPr>
          <a:xfrm>
            <a:off x="10251189" y="4068539"/>
            <a:ext cx="368626" cy="4001"/>
          </a:xfrm>
          <a:prstGeom prst="line">
            <a:avLst/>
          </a:prstGeom>
          <a:ln w="12700">
            <a:solidFill>
              <a:srgbClr val="00B0F0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s 8"/>
          <p:cNvSpPr/>
          <p:nvPr/>
        </p:nvSpPr>
        <p:spPr>
          <a:xfrm>
            <a:off x="5057278" y="5090404"/>
            <a:ext cx="1187033" cy="748682"/>
          </a:xfrm>
          <a:prstGeom prst="rect">
            <a:avLst/>
          </a:prstGeom>
          <a:solidFill>
            <a:srgbClr val="97BE97"/>
          </a:solidFill>
          <a:ln w="12700">
            <a:solidFill>
              <a:schemeClr val="accent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620"/>
              <a:t>CMain</a:t>
            </a:r>
            <a:endParaRPr lang="en-US" sz="1620"/>
          </a:p>
        </p:txBody>
      </p:sp>
      <p:sp>
        <p:nvSpPr>
          <p:cNvPr id="23" name="Down Arrow 22"/>
          <p:cNvSpPr/>
          <p:nvPr/>
        </p:nvSpPr>
        <p:spPr>
          <a:xfrm rot="16200000">
            <a:off x="4796668" y="5256715"/>
            <a:ext cx="153166" cy="480643"/>
          </a:xfrm>
          <a:prstGeom prst="downArrow">
            <a:avLst>
              <a:gd name="adj1" fmla="val 50000"/>
              <a:gd name="adj2" fmla="val 85781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 sz="1620" b="1"/>
          </a:p>
        </p:txBody>
      </p:sp>
      <p:cxnSp>
        <p:nvCxnSpPr>
          <p:cNvPr id="7" name="Straight Connector 6"/>
          <p:cNvCxnSpPr>
            <a:endCxn id="6" idx="0"/>
          </p:cNvCxnSpPr>
          <p:nvPr/>
        </p:nvCxnSpPr>
        <p:spPr>
          <a:xfrm flipV="1">
            <a:off x="8258323" y="3813644"/>
            <a:ext cx="1399636" cy="1009864"/>
          </a:xfrm>
          <a:prstGeom prst="line">
            <a:avLst/>
          </a:prstGeom>
          <a:ln w="12700">
            <a:solidFill>
              <a:srgbClr val="FF8D4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endCxn id="6" idx="0"/>
          </p:cNvCxnSpPr>
          <p:nvPr/>
        </p:nvCxnSpPr>
        <p:spPr>
          <a:xfrm flipV="1">
            <a:off x="8253179" y="3813644"/>
            <a:ext cx="1404779" cy="1568804"/>
          </a:xfrm>
          <a:prstGeom prst="line">
            <a:avLst/>
          </a:prstGeom>
          <a:ln w="12700">
            <a:solidFill>
              <a:srgbClr val="FF8D4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/>
          <p:cNvCxnSpPr>
            <a:endCxn id="6" idx="0"/>
          </p:cNvCxnSpPr>
          <p:nvPr/>
        </p:nvCxnSpPr>
        <p:spPr>
          <a:xfrm flipV="1">
            <a:off x="8236034" y="3813644"/>
            <a:ext cx="1421925" cy="2383781"/>
          </a:xfrm>
          <a:prstGeom prst="line">
            <a:avLst/>
          </a:prstGeom>
          <a:ln w="12700">
            <a:solidFill>
              <a:srgbClr val="FF8D4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>
            <a:endCxn id="6" idx="0"/>
          </p:cNvCxnSpPr>
          <p:nvPr/>
        </p:nvCxnSpPr>
        <p:spPr>
          <a:xfrm flipV="1">
            <a:off x="8252608" y="3813644"/>
            <a:ext cx="1405351" cy="2957581"/>
          </a:xfrm>
          <a:prstGeom prst="line">
            <a:avLst/>
          </a:prstGeom>
          <a:ln w="12700">
            <a:solidFill>
              <a:srgbClr val="FF8D4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s 5"/>
          <p:cNvSpPr/>
          <p:nvPr/>
        </p:nvSpPr>
        <p:spPr>
          <a:xfrm>
            <a:off x="9064156" y="3813644"/>
            <a:ext cx="1187033" cy="509218"/>
          </a:xfrm>
          <a:prstGeom prst="rect">
            <a:avLst/>
          </a:prstGeom>
          <a:solidFill>
            <a:srgbClr val="97BE97"/>
          </a:solidFill>
          <a:ln w="12700">
            <a:solidFill>
              <a:schemeClr val="accent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260"/>
              <a:t>API/WSS</a:t>
            </a:r>
            <a:endParaRPr lang="en-US" sz="1260"/>
          </a:p>
        </p:txBody>
      </p:sp>
      <p:cxnSp>
        <p:nvCxnSpPr>
          <p:cNvPr id="15" name="Elbow Connector 14"/>
          <p:cNvCxnSpPr>
            <a:stCxn id="6" idx="1"/>
            <a:endCxn id="9" idx="0"/>
          </p:cNvCxnSpPr>
          <p:nvPr/>
        </p:nvCxnSpPr>
        <p:spPr>
          <a:xfrm rot="10800000" flipV="1">
            <a:off x="5651080" y="4068539"/>
            <a:ext cx="3413076" cy="1021865"/>
          </a:xfrm>
          <a:prstGeom prst="bentConnector2">
            <a:avLst/>
          </a:prstGeom>
          <a:ln>
            <a:solidFill>
              <a:schemeClr val="accent5">
                <a:lumMod val="50000"/>
              </a:schemeClr>
            </a:solidFill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4" name="Straight Connector 83"/>
          <p:cNvCxnSpPr>
            <a:stCxn id="6" idx="2"/>
            <a:endCxn id="14" idx="0"/>
          </p:cNvCxnSpPr>
          <p:nvPr/>
        </p:nvCxnSpPr>
        <p:spPr>
          <a:xfrm>
            <a:off x="9657959" y="4322862"/>
            <a:ext cx="5144" cy="392058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9" name="Straight Connector 88"/>
          <p:cNvCxnSpPr>
            <a:endCxn id="88" idx="1"/>
          </p:cNvCxnSpPr>
          <p:nvPr/>
        </p:nvCxnSpPr>
        <p:spPr>
          <a:xfrm>
            <a:off x="8246893" y="4835510"/>
            <a:ext cx="1099591" cy="1344770"/>
          </a:xfrm>
          <a:prstGeom prst="line">
            <a:avLst/>
          </a:prstGeom>
          <a:ln w="12700">
            <a:solidFill>
              <a:srgbClr val="00B05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/>
          <p:cNvCxnSpPr>
            <a:endCxn id="88" idx="1"/>
          </p:cNvCxnSpPr>
          <p:nvPr/>
        </p:nvCxnSpPr>
        <p:spPr>
          <a:xfrm>
            <a:off x="8242892" y="5382448"/>
            <a:ext cx="1103592" cy="797832"/>
          </a:xfrm>
          <a:prstGeom prst="line">
            <a:avLst/>
          </a:prstGeom>
          <a:ln w="12700">
            <a:solidFill>
              <a:srgbClr val="00B05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/>
          <p:cNvCxnSpPr>
            <a:endCxn id="88" idx="1"/>
          </p:cNvCxnSpPr>
          <p:nvPr/>
        </p:nvCxnSpPr>
        <p:spPr>
          <a:xfrm>
            <a:off x="8246893" y="5961962"/>
            <a:ext cx="1099591" cy="218318"/>
          </a:xfrm>
          <a:prstGeom prst="line">
            <a:avLst/>
          </a:prstGeom>
          <a:ln w="12700">
            <a:solidFill>
              <a:srgbClr val="00B05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/>
          <p:cNvCxnSpPr>
            <a:endCxn id="88" idx="1"/>
          </p:cNvCxnSpPr>
          <p:nvPr/>
        </p:nvCxnSpPr>
        <p:spPr>
          <a:xfrm flipV="1">
            <a:off x="8246893" y="6180280"/>
            <a:ext cx="1099591" cy="422348"/>
          </a:xfrm>
          <a:prstGeom prst="line">
            <a:avLst/>
          </a:prstGeom>
          <a:ln w="12700">
            <a:solidFill>
              <a:srgbClr val="00B05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Rectangles 92"/>
          <p:cNvSpPr/>
          <p:nvPr/>
        </p:nvSpPr>
        <p:spPr>
          <a:xfrm>
            <a:off x="9063013" y="6811802"/>
            <a:ext cx="1187033" cy="449781"/>
          </a:xfrm>
          <a:prstGeom prst="rect">
            <a:avLst/>
          </a:prstGeom>
          <a:solidFill>
            <a:srgbClr val="97BE97"/>
          </a:solidFill>
          <a:ln w="12700">
            <a:solidFill>
              <a:schemeClr val="accent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260"/>
              <a:t>Update</a:t>
            </a:r>
            <a:endParaRPr lang="en-US" sz="1260"/>
          </a:p>
        </p:txBody>
      </p:sp>
      <p:sp>
        <p:nvSpPr>
          <p:cNvPr id="88" name="Diamond 87"/>
          <p:cNvSpPr/>
          <p:nvPr/>
        </p:nvSpPr>
        <p:spPr>
          <a:xfrm>
            <a:off x="9346484" y="5892809"/>
            <a:ext cx="637809" cy="574371"/>
          </a:xfrm>
          <a:prstGeom prst="diamond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1620" b="1"/>
              <a:t>?</a:t>
            </a:r>
            <a:endParaRPr lang="en-US" sz="1620" b="1"/>
          </a:p>
        </p:txBody>
      </p:sp>
      <p:cxnSp>
        <p:nvCxnSpPr>
          <p:cNvPr id="98" name="Straight Connector 97"/>
          <p:cNvCxnSpPr>
            <a:stCxn id="14" idx="2"/>
            <a:endCxn id="88" idx="0"/>
          </p:cNvCxnSpPr>
          <p:nvPr/>
        </p:nvCxnSpPr>
        <p:spPr>
          <a:xfrm>
            <a:off x="9663102" y="5613911"/>
            <a:ext cx="2286" cy="278898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99" name="Straight Connector 98"/>
          <p:cNvCxnSpPr/>
          <p:nvPr/>
        </p:nvCxnSpPr>
        <p:spPr>
          <a:xfrm flipH="1">
            <a:off x="10276907" y="4194843"/>
            <a:ext cx="433207" cy="4001"/>
          </a:xfrm>
          <a:prstGeom prst="line">
            <a:avLst/>
          </a:prstGeom>
          <a:ln w="12700">
            <a:solidFill>
              <a:srgbClr val="00B0F0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>
            <a:stCxn id="88" idx="2"/>
            <a:endCxn id="93" idx="0"/>
          </p:cNvCxnSpPr>
          <p:nvPr/>
        </p:nvCxnSpPr>
        <p:spPr>
          <a:xfrm flipH="1">
            <a:off x="9656815" y="6467180"/>
            <a:ext cx="8573" cy="344622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24" name="Picture 23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013144" y="4623478"/>
            <a:ext cx="338907" cy="310332"/>
          </a:xfrm>
          <a:prstGeom prst="rect">
            <a:avLst/>
          </a:prstGeom>
        </p:spPr>
      </p:pic>
      <p:pic>
        <p:nvPicPr>
          <p:cNvPr id="81" name="Picture 80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013144" y="5215566"/>
            <a:ext cx="338907" cy="310332"/>
          </a:xfrm>
          <a:prstGeom prst="rect">
            <a:avLst/>
          </a:prstGeom>
        </p:spPr>
      </p:pic>
      <p:pic>
        <p:nvPicPr>
          <p:cNvPr id="82" name="Picture 81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013144" y="5814512"/>
            <a:ext cx="338907" cy="310332"/>
          </a:xfrm>
          <a:prstGeom prst="rect">
            <a:avLst/>
          </a:prstGeom>
        </p:spPr>
      </p:pic>
      <p:pic>
        <p:nvPicPr>
          <p:cNvPr id="83" name="Picture 82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013144" y="6431174"/>
            <a:ext cx="338907" cy="310332"/>
          </a:xfrm>
          <a:prstGeom prst="rect">
            <a:avLst/>
          </a:prstGeom>
        </p:spPr>
      </p:pic>
      <p:sp>
        <p:nvSpPr>
          <p:cNvPr id="103" name="Rectangles 102"/>
          <p:cNvSpPr/>
          <p:nvPr/>
        </p:nvSpPr>
        <p:spPr>
          <a:xfrm>
            <a:off x="5061850" y="6811802"/>
            <a:ext cx="1187033" cy="469784"/>
          </a:xfrm>
          <a:prstGeom prst="rect">
            <a:avLst/>
          </a:prstGeom>
          <a:solidFill>
            <a:srgbClr val="97BE97"/>
          </a:solidFill>
          <a:ln w="12700">
            <a:solidFill>
              <a:schemeClr val="accent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260"/>
              <a:t>Order API</a:t>
            </a:r>
            <a:endParaRPr lang="en-US" sz="1260"/>
          </a:p>
        </p:txBody>
      </p:sp>
      <p:cxnSp>
        <p:nvCxnSpPr>
          <p:cNvPr id="106" name="Straight Connector 105"/>
          <p:cNvCxnSpPr/>
          <p:nvPr/>
        </p:nvCxnSpPr>
        <p:spPr>
          <a:xfrm flipH="1">
            <a:off x="5811104" y="7254153"/>
            <a:ext cx="1143" cy="321762"/>
          </a:xfrm>
          <a:prstGeom prst="line">
            <a:avLst/>
          </a:prstGeom>
          <a:ln w="12700">
            <a:solidFill>
              <a:srgbClr val="00B0F0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9" name="Text Box 278"/>
          <p:cNvSpPr txBox="1"/>
          <p:nvPr/>
        </p:nvSpPr>
        <p:spPr>
          <a:xfrm>
            <a:off x="12088587" y="2953630"/>
            <a:ext cx="1241898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App Thread Flow</a:t>
            </a:r>
            <a:endParaRPr lang="en-US" sz="900"/>
          </a:p>
          <a:p>
            <a:r>
              <a:rPr lang="en-US" sz="900"/>
              <a:t>06/05/2025</a:t>
            </a:r>
            <a:endParaRPr lang="en-US" sz="900"/>
          </a:p>
        </p:txBody>
      </p:sp>
      <p:grpSp>
        <p:nvGrpSpPr>
          <p:cNvPr id="4" name="Group 3"/>
          <p:cNvGrpSpPr/>
          <p:nvPr/>
        </p:nvGrpSpPr>
        <p:grpSpPr>
          <a:xfrm>
            <a:off x="5170437" y="7509048"/>
            <a:ext cx="363482" cy="286900"/>
            <a:chOff x="12459" y="1283"/>
            <a:chExt cx="636" cy="502"/>
          </a:xfrm>
        </p:grpSpPr>
        <p:pic>
          <p:nvPicPr>
            <p:cNvPr id="8" name="Picture 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459" y="1283"/>
              <a:ext cx="475" cy="351"/>
            </a:xfrm>
            <a:prstGeom prst="rect">
              <a:avLst/>
            </a:prstGeom>
          </p:spPr>
        </p:pic>
        <p:pic>
          <p:nvPicPr>
            <p:cNvPr id="13" name="Picture 12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570" y="1402"/>
              <a:ext cx="252" cy="318"/>
            </a:xfrm>
            <a:prstGeom prst="rect">
              <a:avLst/>
            </a:prstGeom>
          </p:spPr>
        </p:pic>
        <p:pic>
          <p:nvPicPr>
            <p:cNvPr id="16" name="Picture 15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2721" y="1635"/>
              <a:ext cx="375" cy="150"/>
            </a:xfrm>
            <a:prstGeom prst="rect">
              <a:avLst/>
            </a:prstGeom>
          </p:spPr>
        </p:pic>
      </p:grpSp>
      <p:grpSp>
        <p:nvGrpSpPr>
          <p:cNvPr id="17" name="Group 16"/>
          <p:cNvGrpSpPr/>
          <p:nvPr/>
        </p:nvGrpSpPr>
        <p:grpSpPr>
          <a:xfrm>
            <a:off x="10619815" y="3971953"/>
            <a:ext cx="363482" cy="286900"/>
            <a:chOff x="12459" y="1283"/>
            <a:chExt cx="636" cy="502"/>
          </a:xfrm>
        </p:grpSpPr>
        <p:pic>
          <p:nvPicPr>
            <p:cNvPr id="18" name="Picture 1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459" y="1283"/>
              <a:ext cx="475" cy="351"/>
            </a:xfrm>
            <a:prstGeom prst="rect">
              <a:avLst/>
            </a:prstGeom>
          </p:spPr>
        </p:pic>
        <p:pic>
          <p:nvPicPr>
            <p:cNvPr id="19" name="Picture 18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570" y="1402"/>
              <a:ext cx="252" cy="318"/>
            </a:xfrm>
            <a:prstGeom prst="rect">
              <a:avLst/>
            </a:prstGeom>
          </p:spPr>
        </p:pic>
        <p:pic>
          <p:nvPicPr>
            <p:cNvPr id="20" name="Picture 19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2721" y="1635"/>
              <a:ext cx="375" cy="150"/>
            </a:xfrm>
            <a:prstGeom prst="rect">
              <a:avLst/>
            </a:prstGeom>
          </p:spPr>
        </p:pic>
      </p:grpSp>
      <p:cxnSp>
        <p:nvCxnSpPr>
          <p:cNvPr id="28" name="Straight Connector 27"/>
          <p:cNvCxnSpPr>
            <a:stCxn id="93" idx="1"/>
            <a:endCxn id="103" idx="3"/>
          </p:cNvCxnSpPr>
          <p:nvPr/>
        </p:nvCxnSpPr>
        <p:spPr>
          <a:xfrm flipH="1">
            <a:off x="6248883" y="7036978"/>
            <a:ext cx="2814131" cy="9716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9" name="Straight Connector 28"/>
          <p:cNvCxnSpPr>
            <a:stCxn id="103" idx="0"/>
          </p:cNvCxnSpPr>
          <p:nvPr/>
        </p:nvCxnSpPr>
        <p:spPr>
          <a:xfrm flipH="1" flipV="1">
            <a:off x="5648794" y="5828799"/>
            <a:ext cx="6858" cy="983003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33" name="Picture 3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73561" y="4322862"/>
            <a:ext cx="252609" cy="244608"/>
          </a:xfrm>
          <a:prstGeom prst="rect">
            <a:avLst/>
          </a:prstGeom>
        </p:spPr>
      </p:pic>
      <p:pic>
        <p:nvPicPr>
          <p:cNvPr id="34" name="Picture 3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73561" y="4917236"/>
            <a:ext cx="248608" cy="240607"/>
          </a:xfrm>
          <a:prstGeom prst="rect">
            <a:avLst/>
          </a:prstGeom>
        </p:spPr>
      </p:pic>
      <p:pic>
        <p:nvPicPr>
          <p:cNvPr id="35" name="Picture 3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73561" y="5491035"/>
            <a:ext cx="256038" cy="248608"/>
          </a:xfrm>
          <a:prstGeom prst="rect">
            <a:avLst/>
          </a:prstGeom>
        </p:spPr>
      </p:pic>
      <p:pic>
        <p:nvPicPr>
          <p:cNvPr id="36" name="Picture 3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73561" y="6092839"/>
            <a:ext cx="275469" cy="250894"/>
          </a:xfrm>
          <a:prstGeom prst="rect">
            <a:avLst/>
          </a:prstGeom>
        </p:spPr>
      </p:pic>
      <p:grpSp>
        <p:nvGrpSpPr>
          <p:cNvPr id="42" name="Group 41"/>
          <p:cNvGrpSpPr/>
          <p:nvPr/>
        </p:nvGrpSpPr>
        <p:grpSpPr>
          <a:xfrm>
            <a:off x="9222466" y="4684630"/>
            <a:ext cx="427492" cy="333764"/>
            <a:chOff x="16290" y="4518"/>
            <a:chExt cx="748" cy="584"/>
          </a:xfrm>
        </p:grpSpPr>
        <p:pic>
          <p:nvPicPr>
            <p:cNvPr id="40" name="Picture 39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38" name="Oval 37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41" name="Picture 40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  <p:cxnSp>
        <p:nvCxnSpPr>
          <p:cNvPr id="105" name="Straight Connector 104"/>
          <p:cNvCxnSpPr/>
          <p:nvPr/>
        </p:nvCxnSpPr>
        <p:spPr>
          <a:xfrm flipH="1" flipV="1">
            <a:off x="5549351" y="7273013"/>
            <a:ext cx="5144" cy="317761"/>
          </a:xfrm>
          <a:prstGeom prst="line">
            <a:avLst/>
          </a:prstGeom>
          <a:ln w="12700">
            <a:solidFill>
              <a:srgbClr val="00B0F0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/>
          <p:cNvPicPr>
            <a:picLocks noChangeAspect="1"/>
          </p:cNvPicPr>
          <p:nvPr/>
        </p:nvPicPr>
        <p:blipFill>
          <a:blip r:embed="rId1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9269044" y="4714920"/>
            <a:ext cx="786974" cy="89899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s 36"/>
          <p:cNvSpPr/>
          <p:nvPr/>
        </p:nvSpPr>
        <p:spPr>
          <a:xfrm>
            <a:off x="5204157" y="4058823"/>
            <a:ext cx="882988" cy="38520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080"/>
              <a:t>App</a:t>
            </a:r>
            <a:endParaRPr lang="en-US" sz="1080"/>
          </a:p>
        </p:txBody>
      </p:sp>
      <p:sp>
        <p:nvSpPr>
          <p:cNvPr id="44" name="Flowchart: Terminator 43"/>
          <p:cNvSpPr/>
          <p:nvPr/>
        </p:nvSpPr>
        <p:spPr>
          <a:xfrm>
            <a:off x="5290455" y="3541604"/>
            <a:ext cx="716677" cy="192028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810">
                <a:solidFill>
                  <a:schemeClr val="tx1">
                    <a:lumMod val="75000"/>
                    <a:lumOff val="25000"/>
                  </a:schemeClr>
                </a:solidFill>
              </a:rPr>
              <a:t>Start</a:t>
            </a:r>
            <a:endParaRPr lang="en-US" sz="81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53" name="Straight Arrow Connector 52"/>
          <p:cNvCxnSpPr>
            <a:stCxn id="44" idx="2"/>
            <a:endCxn id="37" idx="0"/>
          </p:cNvCxnSpPr>
          <p:nvPr/>
        </p:nvCxnSpPr>
        <p:spPr>
          <a:xfrm flipH="1">
            <a:off x="5645936" y="3733632"/>
            <a:ext cx="2858" cy="325191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4" name="Rectangles 53"/>
          <p:cNvSpPr/>
          <p:nvPr/>
        </p:nvSpPr>
        <p:spPr>
          <a:xfrm>
            <a:off x="5207586" y="4592045"/>
            <a:ext cx="882988" cy="3291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080"/>
              <a:t>CMain</a:t>
            </a:r>
            <a:endParaRPr lang="en-US" sz="1080"/>
          </a:p>
        </p:txBody>
      </p:sp>
      <p:sp>
        <p:nvSpPr>
          <p:cNvPr id="55" name="Rectangles 54"/>
          <p:cNvSpPr/>
          <p:nvPr/>
        </p:nvSpPr>
        <p:spPr>
          <a:xfrm>
            <a:off x="6863259" y="4592045"/>
            <a:ext cx="822979" cy="3291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080"/>
              <a:t>CProcess</a:t>
            </a:r>
            <a:endParaRPr lang="en-US" sz="1080"/>
          </a:p>
        </p:txBody>
      </p:sp>
      <p:cxnSp>
        <p:nvCxnSpPr>
          <p:cNvPr id="56" name="Straight Arrow Connector 55"/>
          <p:cNvCxnSpPr>
            <a:stCxn id="54" idx="3"/>
            <a:endCxn id="55" idx="1"/>
          </p:cNvCxnSpPr>
          <p:nvPr/>
        </p:nvCxnSpPr>
        <p:spPr>
          <a:xfrm>
            <a:off x="6090573" y="4756641"/>
            <a:ext cx="772686" cy="0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3" name="Rectangles 62"/>
          <p:cNvSpPr/>
          <p:nvPr/>
        </p:nvSpPr>
        <p:spPr>
          <a:xfrm>
            <a:off x="5207586" y="4934381"/>
            <a:ext cx="882988" cy="3291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init</a:t>
            </a:r>
            <a:endParaRPr lang="en-US" sz="540"/>
          </a:p>
        </p:txBody>
      </p:sp>
      <p:sp>
        <p:nvSpPr>
          <p:cNvPr id="64" name="Rectangles 63"/>
          <p:cNvSpPr/>
          <p:nvPr/>
        </p:nvSpPr>
        <p:spPr>
          <a:xfrm>
            <a:off x="5647651" y="5277861"/>
            <a:ext cx="438351" cy="32919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init</a:t>
            </a:r>
            <a:endParaRPr lang="en-US" sz="540"/>
          </a:p>
        </p:txBody>
      </p:sp>
      <p:sp>
        <p:nvSpPr>
          <p:cNvPr id="65" name="Rectangles 64"/>
          <p:cNvSpPr/>
          <p:nvPr/>
        </p:nvSpPr>
        <p:spPr>
          <a:xfrm>
            <a:off x="5201299" y="5623055"/>
            <a:ext cx="882988" cy="3291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init</a:t>
            </a:r>
            <a:endParaRPr lang="en-US" sz="540"/>
          </a:p>
        </p:txBody>
      </p:sp>
      <p:sp>
        <p:nvSpPr>
          <p:cNvPr id="67" name="Rectangles 66"/>
          <p:cNvSpPr/>
          <p:nvPr/>
        </p:nvSpPr>
        <p:spPr>
          <a:xfrm>
            <a:off x="6866117" y="4938382"/>
            <a:ext cx="822979" cy="32862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540">
                <a:solidFill>
                  <a:schemeClr val="tx1"/>
                </a:solidFill>
              </a:rPr>
              <a:t>init</a:t>
            </a:r>
            <a:endParaRPr lang="en-US" sz="540">
              <a:solidFill>
                <a:schemeClr val="tx1"/>
              </a:solidFill>
            </a:endParaRPr>
          </a:p>
        </p:txBody>
      </p:sp>
      <p:sp>
        <p:nvSpPr>
          <p:cNvPr id="68" name="Rectangles 67"/>
          <p:cNvSpPr/>
          <p:nvPr/>
        </p:nvSpPr>
        <p:spPr>
          <a:xfrm>
            <a:off x="6868403" y="5284147"/>
            <a:ext cx="822979" cy="32862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init</a:t>
            </a:r>
            <a:endParaRPr lang="en-US" sz="540"/>
          </a:p>
        </p:txBody>
      </p:sp>
      <p:sp>
        <p:nvSpPr>
          <p:cNvPr id="69" name="Rectangles 68"/>
          <p:cNvSpPr/>
          <p:nvPr/>
        </p:nvSpPr>
        <p:spPr>
          <a:xfrm>
            <a:off x="6868403" y="5629913"/>
            <a:ext cx="822979" cy="32862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540">
                <a:solidFill>
                  <a:schemeClr val="tx1"/>
                </a:solidFill>
              </a:rPr>
              <a:t>init</a:t>
            </a:r>
            <a:endParaRPr lang="en-US" sz="540">
              <a:solidFill>
                <a:schemeClr val="tx1"/>
              </a:solidFill>
            </a:endParaRPr>
          </a:p>
        </p:txBody>
      </p:sp>
      <p:sp>
        <p:nvSpPr>
          <p:cNvPr id="74" name="Rectangles 73"/>
          <p:cNvSpPr/>
          <p:nvPr/>
        </p:nvSpPr>
        <p:spPr>
          <a:xfrm>
            <a:off x="6868403" y="5975678"/>
            <a:ext cx="822979" cy="32862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api</a:t>
            </a:r>
            <a:endParaRPr lang="en-US" sz="540"/>
          </a:p>
        </p:txBody>
      </p:sp>
      <p:cxnSp>
        <p:nvCxnSpPr>
          <p:cNvPr id="76" name="Straight Arrow Connector 75"/>
          <p:cNvCxnSpPr>
            <a:stCxn id="67" idx="1"/>
            <a:endCxn id="63" idx="3"/>
          </p:cNvCxnSpPr>
          <p:nvPr/>
        </p:nvCxnSpPr>
        <p:spPr>
          <a:xfrm flipH="1" flipV="1">
            <a:off x="6090573" y="5098977"/>
            <a:ext cx="775543" cy="4001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79" name="Straight Arrow Connector 78"/>
          <p:cNvCxnSpPr>
            <a:stCxn id="64" idx="3"/>
            <a:endCxn id="68" idx="1"/>
          </p:cNvCxnSpPr>
          <p:nvPr/>
        </p:nvCxnSpPr>
        <p:spPr>
          <a:xfrm>
            <a:off x="6086001" y="5442457"/>
            <a:ext cx="782401" cy="6287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81" name="Rectangles 80"/>
          <p:cNvSpPr/>
          <p:nvPr/>
        </p:nvSpPr>
        <p:spPr>
          <a:xfrm>
            <a:off x="5192726" y="6323730"/>
            <a:ext cx="882988" cy="3291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api</a:t>
            </a:r>
            <a:endParaRPr lang="en-US" sz="540"/>
          </a:p>
        </p:txBody>
      </p:sp>
      <p:sp>
        <p:nvSpPr>
          <p:cNvPr id="86" name="Rectangles 85"/>
          <p:cNvSpPr/>
          <p:nvPr/>
        </p:nvSpPr>
        <p:spPr>
          <a:xfrm>
            <a:off x="5196155" y="7016404"/>
            <a:ext cx="882988" cy="3291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update</a:t>
            </a:r>
            <a:endParaRPr lang="en-US" sz="540"/>
          </a:p>
        </p:txBody>
      </p:sp>
      <p:sp>
        <p:nvSpPr>
          <p:cNvPr id="87" name="Rectangles 86"/>
          <p:cNvSpPr/>
          <p:nvPr/>
        </p:nvSpPr>
        <p:spPr>
          <a:xfrm>
            <a:off x="6863259" y="6321444"/>
            <a:ext cx="822979" cy="32862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540">
                <a:solidFill>
                  <a:schemeClr val="tx1"/>
                </a:solidFill>
              </a:rPr>
              <a:t>api</a:t>
            </a:r>
            <a:endParaRPr lang="en-US" sz="540">
              <a:solidFill>
                <a:schemeClr val="tx1"/>
              </a:solidFill>
            </a:endParaRPr>
          </a:p>
        </p:txBody>
      </p:sp>
      <p:sp>
        <p:nvSpPr>
          <p:cNvPr id="89" name="Rectangles 88"/>
          <p:cNvSpPr/>
          <p:nvPr/>
        </p:nvSpPr>
        <p:spPr>
          <a:xfrm>
            <a:off x="6868403" y="7018690"/>
            <a:ext cx="822979" cy="32862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540">
                <a:solidFill>
                  <a:schemeClr val="tx1"/>
                </a:solidFill>
              </a:rPr>
              <a:t>update</a:t>
            </a:r>
            <a:endParaRPr lang="en-US" sz="540">
              <a:solidFill>
                <a:schemeClr val="tx1"/>
              </a:solidFill>
            </a:endParaRPr>
          </a:p>
        </p:txBody>
      </p:sp>
      <p:cxnSp>
        <p:nvCxnSpPr>
          <p:cNvPr id="90" name="Straight Arrow Connector 89"/>
          <p:cNvCxnSpPr>
            <a:stCxn id="87" idx="1"/>
            <a:endCxn id="81" idx="3"/>
          </p:cNvCxnSpPr>
          <p:nvPr/>
        </p:nvCxnSpPr>
        <p:spPr>
          <a:xfrm flipH="1">
            <a:off x="6075714" y="6486040"/>
            <a:ext cx="787545" cy="2286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02" name="Rectangles 101"/>
          <p:cNvSpPr/>
          <p:nvPr/>
        </p:nvSpPr>
        <p:spPr>
          <a:xfrm>
            <a:off x="5197870" y="5277861"/>
            <a:ext cx="438351" cy="32919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api</a:t>
            </a:r>
            <a:endParaRPr lang="en-US" sz="540"/>
          </a:p>
        </p:txBody>
      </p:sp>
      <p:cxnSp>
        <p:nvCxnSpPr>
          <p:cNvPr id="103" name="Straight Arrow Connector 102"/>
          <p:cNvCxnSpPr>
            <a:stCxn id="69" idx="1"/>
            <a:endCxn id="65" idx="3"/>
          </p:cNvCxnSpPr>
          <p:nvPr/>
        </p:nvCxnSpPr>
        <p:spPr>
          <a:xfrm flipH="1" flipV="1">
            <a:off x="6084287" y="5787651"/>
            <a:ext cx="784116" cy="6858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05" name="Rectangles 104"/>
          <p:cNvSpPr/>
          <p:nvPr/>
        </p:nvSpPr>
        <p:spPr>
          <a:xfrm>
            <a:off x="5193298" y="5971106"/>
            <a:ext cx="438351" cy="32919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update</a:t>
            </a:r>
            <a:endParaRPr lang="en-US" sz="540"/>
          </a:p>
        </p:txBody>
      </p:sp>
      <p:sp>
        <p:nvSpPr>
          <p:cNvPr id="107" name="Rectangles 106"/>
          <p:cNvSpPr/>
          <p:nvPr/>
        </p:nvSpPr>
        <p:spPr>
          <a:xfrm>
            <a:off x="5645365" y="5971106"/>
            <a:ext cx="430921" cy="32919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api</a:t>
            </a:r>
            <a:endParaRPr lang="en-US" sz="540"/>
          </a:p>
        </p:txBody>
      </p:sp>
      <p:cxnSp>
        <p:nvCxnSpPr>
          <p:cNvPr id="110" name="Straight Arrow Connector 109"/>
          <p:cNvCxnSpPr>
            <a:stCxn id="107" idx="3"/>
            <a:endCxn id="74" idx="1"/>
          </p:cNvCxnSpPr>
          <p:nvPr/>
        </p:nvCxnSpPr>
        <p:spPr>
          <a:xfrm>
            <a:off x="6076286" y="6135702"/>
            <a:ext cx="792117" cy="4572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12" name="Rectangles 111"/>
          <p:cNvSpPr/>
          <p:nvPr/>
        </p:nvSpPr>
        <p:spPr>
          <a:xfrm>
            <a:off x="5187011" y="7361026"/>
            <a:ext cx="882988" cy="32919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540"/>
              <a:t>Ready</a:t>
            </a:r>
            <a:endParaRPr lang="en-US" sz="540"/>
          </a:p>
        </p:txBody>
      </p:sp>
      <p:sp>
        <p:nvSpPr>
          <p:cNvPr id="113" name="Rectangles 112"/>
          <p:cNvSpPr/>
          <p:nvPr/>
        </p:nvSpPr>
        <p:spPr>
          <a:xfrm>
            <a:off x="6866117" y="6667209"/>
            <a:ext cx="822979" cy="32862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update</a:t>
            </a:r>
            <a:endParaRPr lang="en-US" sz="540"/>
          </a:p>
        </p:txBody>
      </p:sp>
      <p:sp>
        <p:nvSpPr>
          <p:cNvPr id="114" name="Rectangles 113"/>
          <p:cNvSpPr/>
          <p:nvPr/>
        </p:nvSpPr>
        <p:spPr>
          <a:xfrm>
            <a:off x="5187011" y="6668352"/>
            <a:ext cx="438351" cy="32919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wait</a:t>
            </a:r>
            <a:endParaRPr lang="en-US" sz="540"/>
          </a:p>
        </p:txBody>
      </p:sp>
      <p:sp>
        <p:nvSpPr>
          <p:cNvPr id="115" name="Rectangles 114"/>
          <p:cNvSpPr/>
          <p:nvPr/>
        </p:nvSpPr>
        <p:spPr>
          <a:xfrm>
            <a:off x="5634506" y="6668352"/>
            <a:ext cx="438351" cy="32919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update</a:t>
            </a:r>
            <a:endParaRPr lang="en-US" sz="540"/>
          </a:p>
        </p:txBody>
      </p:sp>
      <p:cxnSp>
        <p:nvCxnSpPr>
          <p:cNvPr id="116" name="Straight Arrow Connector 115"/>
          <p:cNvCxnSpPr>
            <a:stCxn id="115" idx="3"/>
            <a:endCxn id="113" idx="1"/>
          </p:cNvCxnSpPr>
          <p:nvPr/>
        </p:nvCxnSpPr>
        <p:spPr>
          <a:xfrm flipV="1">
            <a:off x="6072857" y="6831805"/>
            <a:ext cx="793260" cy="1143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18" name="Straight Arrow Connector 117"/>
          <p:cNvCxnSpPr>
            <a:stCxn id="89" idx="1"/>
            <a:endCxn id="86" idx="3"/>
          </p:cNvCxnSpPr>
          <p:nvPr/>
        </p:nvCxnSpPr>
        <p:spPr>
          <a:xfrm flipH="1" flipV="1">
            <a:off x="6079143" y="7181000"/>
            <a:ext cx="789260" cy="2286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grpSp>
        <p:nvGrpSpPr>
          <p:cNvPr id="121" name="Group 120"/>
          <p:cNvGrpSpPr/>
          <p:nvPr/>
        </p:nvGrpSpPr>
        <p:grpSpPr>
          <a:xfrm>
            <a:off x="3614779" y="4880088"/>
            <a:ext cx="1060157" cy="279470"/>
            <a:chOff x="13651" y="855"/>
            <a:chExt cx="1855" cy="489"/>
          </a:xfrm>
        </p:grpSpPr>
        <p:sp>
          <p:nvSpPr>
            <p:cNvPr id="122" name="Rectangles 121"/>
            <p:cNvSpPr/>
            <p:nvPr/>
          </p:nvSpPr>
          <p:spPr>
            <a:xfrm>
              <a:off x="13651" y="855"/>
              <a:ext cx="1855" cy="22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Initialize</a:t>
              </a:r>
              <a:endParaRPr lang="en-US" sz="720"/>
            </a:p>
          </p:txBody>
        </p:sp>
        <p:sp>
          <p:nvSpPr>
            <p:cNvPr id="125" name="Rectangles 124"/>
            <p:cNvSpPr/>
            <p:nvPr/>
          </p:nvSpPr>
          <p:spPr>
            <a:xfrm>
              <a:off x="13651" y="1118"/>
              <a:ext cx="1855" cy="22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WebSocket</a:t>
              </a:r>
              <a:endParaRPr lang="en-US" sz="720"/>
            </a:p>
          </p:txBody>
        </p:sp>
      </p:grpSp>
      <p:cxnSp>
        <p:nvCxnSpPr>
          <p:cNvPr id="137" name="Elbow Connector 136"/>
          <p:cNvCxnSpPr>
            <a:endCxn id="89" idx="3"/>
          </p:cNvCxnSpPr>
          <p:nvPr/>
        </p:nvCxnSpPr>
        <p:spPr>
          <a:xfrm rot="5400000">
            <a:off x="7981997" y="6614345"/>
            <a:ext cx="278327" cy="859556"/>
          </a:xfrm>
          <a:prstGeom prst="bentConnector2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Straight Arrow Connector 142"/>
          <p:cNvCxnSpPr>
            <a:stCxn id="63" idx="1"/>
            <a:endCxn id="125" idx="3"/>
          </p:cNvCxnSpPr>
          <p:nvPr/>
        </p:nvCxnSpPr>
        <p:spPr>
          <a:xfrm flipH="1" flipV="1">
            <a:off x="4674935" y="5094977"/>
            <a:ext cx="532650" cy="400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Elbow Connector 153"/>
          <p:cNvCxnSpPr>
            <a:stCxn id="125" idx="2"/>
            <a:endCxn id="102" idx="1"/>
          </p:cNvCxnSpPr>
          <p:nvPr/>
        </p:nvCxnSpPr>
        <p:spPr>
          <a:xfrm rot="5400000" flipV="1">
            <a:off x="4530057" y="4774644"/>
            <a:ext cx="282899" cy="1052727"/>
          </a:xfrm>
          <a:prstGeom prst="bentConnector2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Straight Arrow Connector 155"/>
          <p:cNvCxnSpPr>
            <a:stCxn id="74" idx="3"/>
          </p:cNvCxnSpPr>
          <p:nvPr/>
        </p:nvCxnSpPr>
        <p:spPr>
          <a:xfrm>
            <a:off x="7691382" y="6140274"/>
            <a:ext cx="374341" cy="457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7" name="Group 156"/>
          <p:cNvGrpSpPr/>
          <p:nvPr/>
        </p:nvGrpSpPr>
        <p:grpSpPr>
          <a:xfrm>
            <a:off x="8065723" y="5929957"/>
            <a:ext cx="1060157" cy="279470"/>
            <a:chOff x="13651" y="855"/>
            <a:chExt cx="1855" cy="489"/>
          </a:xfrm>
        </p:grpSpPr>
        <p:sp>
          <p:nvSpPr>
            <p:cNvPr id="158" name="Rectangles 157"/>
            <p:cNvSpPr/>
            <p:nvPr/>
          </p:nvSpPr>
          <p:spPr>
            <a:xfrm>
              <a:off x="13651" y="855"/>
              <a:ext cx="1855" cy="22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API</a:t>
              </a:r>
              <a:endParaRPr lang="en-US" sz="720"/>
            </a:p>
          </p:txBody>
        </p:sp>
        <p:sp>
          <p:nvSpPr>
            <p:cNvPr id="159" name="Rectangles 158"/>
            <p:cNvSpPr/>
            <p:nvPr/>
          </p:nvSpPr>
          <p:spPr>
            <a:xfrm>
              <a:off x="13651" y="1118"/>
              <a:ext cx="1855" cy="22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Load Candles</a:t>
              </a:r>
              <a:endParaRPr lang="en-US" sz="720"/>
            </a:p>
          </p:txBody>
        </p:sp>
      </p:grpSp>
      <p:sp>
        <p:nvSpPr>
          <p:cNvPr id="57" name="Flowchart: Terminator 56"/>
          <p:cNvSpPr/>
          <p:nvPr/>
        </p:nvSpPr>
        <p:spPr>
          <a:xfrm>
            <a:off x="6242596" y="4718921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8" name="Flowchart: Terminator 77"/>
          <p:cNvSpPr/>
          <p:nvPr/>
        </p:nvSpPr>
        <p:spPr>
          <a:xfrm>
            <a:off x="6260884" y="5018394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0" name="Flowchart: Terminator 79"/>
          <p:cNvSpPr/>
          <p:nvPr/>
        </p:nvSpPr>
        <p:spPr>
          <a:xfrm>
            <a:off x="6271172" y="5707639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1" name="Flowchart: Terminator 90"/>
          <p:cNvSpPr/>
          <p:nvPr/>
        </p:nvSpPr>
        <p:spPr>
          <a:xfrm>
            <a:off x="6271172" y="6416886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4" name="Flowchart: Terminator 103"/>
          <p:cNvSpPr/>
          <p:nvPr/>
        </p:nvSpPr>
        <p:spPr>
          <a:xfrm>
            <a:off x="6266600" y="5396736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1" name="Flowchart: Terminator 110"/>
          <p:cNvSpPr/>
          <p:nvPr/>
        </p:nvSpPr>
        <p:spPr>
          <a:xfrm>
            <a:off x="6271172" y="6072264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7" name="Flowchart: Terminator 116"/>
          <p:cNvSpPr/>
          <p:nvPr/>
        </p:nvSpPr>
        <p:spPr>
          <a:xfrm>
            <a:off x="6254598" y="6764366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9" name="Flowchart: Terminator 118"/>
          <p:cNvSpPr/>
          <p:nvPr/>
        </p:nvSpPr>
        <p:spPr>
          <a:xfrm>
            <a:off x="6271172" y="7113561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160" name="Group 159"/>
          <p:cNvGrpSpPr/>
          <p:nvPr/>
        </p:nvGrpSpPr>
        <p:grpSpPr>
          <a:xfrm>
            <a:off x="8020573" y="6619774"/>
            <a:ext cx="1060157" cy="279470"/>
            <a:chOff x="13651" y="855"/>
            <a:chExt cx="1855" cy="489"/>
          </a:xfrm>
        </p:grpSpPr>
        <p:sp>
          <p:nvSpPr>
            <p:cNvPr id="161" name="Rectangles 160"/>
            <p:cNvSpPr/>
            <p:nvPr/>
          </p:nvSpPr>
          <p:spPr>
            <a:xfrm>
              <a:off x="13651" y="855"/>
              <a:ext cx="1855" cy="22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Update</a:t>
              </a:r>
              <a:endParaRPr lang="en-US" sz="720"/>
            </a:p>
          </p:txBody>
        </p:sp>
        <p:sp>
          <p:nvSpPr>
            <p:cNvPr id="162" name="Rectangles 161"/>
            <p:cNvSpPr/>
            <p:nvPr/>
          </p:nvSpPr>
          <p:spPr>
            <a:xfrm>
              <a:off x="13651" y="1118"/>
              <a:ext cx="1855" cy="22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Fractal</a:t>
              </a:r>
              <a:endParaRPr lang="en-US" sz="720"/>
            </a:p>
          </p:txBody>
        </p:sp>
      </p:grpSp>
      <p:cxnSp>
        <p:nvCxnSpPr>
          <p:cNvPr id="163" name="Elbow Connector 162"/>
          <p:cNvCxnSpPr>
            <a:endCxn id="87" idx="3"/>
          </p:cNvCxnSpPr>
          <p:nvPr/>
        </p:nvCxnSpPr>
        <p:spPr>
          <a:xfrm rot="5400000">
            <a:off x="8002856" y="5892809"/>
            <a:ext cx="276612" cy="909849"/>
          </a:xfrm>
          <a:prstGeom prst="bentConnector2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163"/>
          <p:cNvCxnSpPr>
            <a:stCxn id="113" idx="3"/>
          </p:cNvCxnSpPr>
          <p:nvPr/>
        </p:nvCxnSpPr>
        <p:spPr>
          <a:xfrm>
            <a:off x="7689096" y="6831805"/>
            <a:ext cx="325762" cy="285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5" name="Group 164"/>
          <p:cNvGrpSpPr/>
          <p:nvPr/>
        </p:nvGrpSpPr>
        <p:grpSpPr>
          <a:xfrm>
            <a:off x="3614779" y="6968397"/>
            <a:ext cx="1060157" cy="279470"/>
            <a:chOff x="13651" y="855"/>
            <a:chExt cx="1855" cy="489"/>
          </a:xfrm>
        </p:grpSpPr>
        <p:sp>
          <p:nvSpPr>
            <p:cNvPr id="166" name="Rectangles 165"/>
            <p:cNvSpPr/>
            <p:nvPr/>
          </p:nvSpPr>
          <p:spPr>
            <a:xfrm>
              <a:off x="13651" y="855"/>
              <a:ext cx="1855" cy="22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Update</a:t>
              </a:r>
              <a:endParaRPr lang="en-US" sz="720"/>
            </a:p>
          </p:txBody>
        </p:sp>
        <p:sp>
          <p:nvSpPr>
            <p:cNvPr id="167" name="Rectangles 166"/>
            <p:cNvSpPr/>
            <p:nvPr/>
          </p:nvSpPr>
          <p:spPr>
            <a:xfrm>
              <a:off x="13651" y="1118"/>
              <a:ext cx="1855" cy="22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Orders</a:t>
              </a:r>
              <a:endParaRPr lang="en-US" sz="720"/>
            </a:p>
          </p:txBody>
        </p:sp>
      </p:grpSp>
      <p:cxnSp>
        <p:nvCxnSpPr>
          <p:cNvPr id="168" name="Straight Arrow Connector 167"/>
          <p:cNvCxnSpPr>
            <a:stCxn id="86" idx="1"/>
            <a:endCxn id="167" idx="3"/>
          </p:cNvCxnSpPr>
          <p:nvPr/>
        </p:nvCxnSpPr>
        <p:spPr>
          <a:xfrm flipH="1">
            <a:off x="4674935" y="7181000"/>
            <a:ext cx="521220" cy="2286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Elbow Connector 168"/>
          <p:cNvCxnSpPr>
            <a:stCxn id="167" idx="2"/>
            <a:endCxn id="112" idx="1"/>
          </p:cNvCxnSpPr>
          <p:nvPr/>
        </p:nvCxnSpPr>
        <p:spPr>
          <a:xfrm rot="5400000" flipV="1">
            <a:off x="4527200" y="6865810"/>
            <a:ext cx="277755" cy="1041868"/>
          </a:xfrm>
          <a:prstGeom prst="bentConnector2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9" name="Text Box 278"/>
          <p:cNvSpPr txBox="1"/>
          <p:nvPr/>
        </p:nvSpPr>
        <p:spPr>
          <a:xfrm>
            <a:off x="8358212" y="3109714"/>
            <a:ext cx="1241898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Internal IPC Flow 06/05/2025</a:t>
            </a:r>
            <a:endParaRPr lang="en-US" sz="9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9" name="Rectangles 88"/>
          <p:cNvSpPr/>
          <p:nvPr/>
        </p:nvSpPr>
        <p:spPr>
          <a:xfrm>
            <a:off x="10522585" y="6205220"/>
            <a:ext cx="2674620" cy="2560955"/>
          </a:xfrm>
          <a:prstGeom prst="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grpSp>
        <p:nvGrpSpPr>
          <p:cNvPr id="320" name="Group 319"/>
          <p:cNvGrpSpPr/>
          <p:nvPr/>
        </p:nvGrpSpPr>
        <p:grpSpPr>
          <a:xfrm rot="0">
            <a:off x="5794375" y="3243580"/>
            <a:ext cx="427355" cy="334010"/>
            <a:chOff x="16290" y="4518"/>
            <a:chExt cx="748" cy="584"/>
          </a:xfrm>
        </p:grpSpPr>
        <p:pic>
          <p:nvPicPr>
            <p:cNvPr id="321" name="Picture 320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322" name="Oval 321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323" name="Picture 32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  <p:grpSp>
        <p:nvGrpSpPr>
          <p:cNvPr id="118" name="Group 117"/>
          <p:cNvGrpSpPr/>
          <p:nvPr/>
        </p:nvGrpSpPr>
        <p:grpSpPr>
          <a:xfrm>
            <a:off x="7752715" y="5576593"/>
            <a:ext cx="1100455" cy="629004"/>
            <a:chOff x="12209" y="8998"/>
            <a:chExt cx="1733" cy="991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52" name="Rectangles 51"/>
            <p:cNvSpPr/>
            <p:nvPr/>
          </p:nvSpPr>
          <p:spPr>
            <a:xfrm>
              <a:off x="12209" y="8998"/>
              <a:ext cx="1728" cy="21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Publish</a:t>
              </a:r>
              <a:endParaRPr lang="en-US" sz="720"/>
            </a:p>
          </p:txBody>
        </p:sp>
        <p:sp>
          <p:nvSpPr>
            <p:cNvPr id="54" name="Rectangles 53"/>
            <p:cNvSpPr/>
            <p:nvPr/>
          </p:nvSpPr>
          <p:spPr>
            <a:xfrm>
              <a:off x="12209" y="9260"/>
              <a:ext cx="1728" cy="21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Format Order</a:t>
              </a:r>
              <a:endParaRPr lang="en-US" sz="720"/>
            </a:p>
          </p:txBody>
        </p:sp>
        <p:sp>
          <p:nvSpPr>
            <p:cNvPr id="55" name="Rectangles 54"/>
            <p:cNvSpPr/>
            <p:nvPr/>
          </p:nvSpPr>
          <p:spPr>
            <a:xfrm>
              <a:off x="12209" y="9516"/>
              <a:ext cx="1728" cy="21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Fetch Request</a:t>
              </a:r>
              <a:endParaRPr lang="en-US" sz="720"/>
            </a:p>
          </p:txBody>
        </p:sp>
        <p:cxnSp>
          <p:nvCxnSpPr>
            <p:cNvPr id="288" name="Elbow Connector 287"/>
            <p:cNvCxnSpPr>
              <a:stCxn id="54" idx="3"/>
              <a:endCxn id="55" idx="3"/>
            </p:cNvCxnSpPr>
            <p:nvPr/>
          </p:nvCxnSpPr>
          <p:spPr>
            <a:xfrm>
              <a:off x="13937" y="9368"/>
              <a:ext cx="5" cy="256"/>
            </a:xfrm>
            <a:prstGeom prst="bentConnector3">
              <a:avLst>
                <a:gd name="adj1" fmla="val 7500000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8" name="Rectangles 77"/>
            <p:cNvSpPr/>
            <p:nvPr/>
          </p:nvSpPr>
          <p:spPr>
            <a:xfrm>
              <a:off x="12210" y="9773"/>
              <a:ext cx="1728" cy="21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Fetch Instrument</a:t>
              </a:r>
              <a:endParaRPr lang="en-US" sz="720"/>
            </a:p>
          </p:txBody>
        </p:sp>
      </p:grpSp>
      <p:sp>
        <p:nvSpPr>
          <p:cNvPr id="12" name="Isosceles Triangle 11"/>
          <p:cNvSpPr/>
          <p:nvPr/>
        </p:nvSpPr>
        <p:spPr>
          <a:xfrm rot="10800000">
            <a:off x="1198880" y="2969260"/>
            <a:ext cx="4324350" cy="3218815"/>
          </a:xfrm>
          <a:prstGeom prst="triangle">
            <a:avLst>
              <a:gd name="adj" fmla="val 0"/>
            </a:avLst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cxnSp>
        <p:nvCxnSpPr>
          <p:cNvPr id="289" name="Elbow Connector 288"/>
          <p:cNvCxnSpPr>
            <a:stCxn id="296" idx="2"/>
            <a:endCxn id="103" idx="0"/>
          </p:cNvCxnSpPr>
          <p:nvPr/>
        </p:nvCxnSpPr>
        <p:spPr>
          <a:xfrm rot="10800000" flipV="1">
            <a:off x="5667375" y="5322570"/>
            <a:ext cx="730250" cy="309181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Elbow Connector 310"/>
          <p:cNvCxnSpPr>
            <a:stCxn id="296" idx="6"/>
            <a:endCxn id="312" idx="0"/>
          </p:cNvCxnSpPr>
          <p:nvPr/>
        </p:nvCxnSpPr>
        <p:spPr>
          <a:xfrm>
            <a:off x="6473825" y="5322570"/>
            <a:ext cx="1092835" cy="59309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6" name="Oval 295"/>
          <p:cNvSpPr/>
          <p:nvPr/>
        </p:nvSpPr>
        <p:spPr>
          <a:xfrm>
            <a:off x="6397625" y="5284470"/>
            <a:ext cx="76200" cy="76200"/>
          </a:xfrm>
          <a:prstGeom prst="ellipse">
            <a:avLst/>
          </a:prstGeom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 sz="1620"/>
          </a:p>
        </p:txBody>
      </p:sp>
      <p:cxnSp>
        <p:nvCxnSpPr>
          <p:cNvPr id="23" name="Straight Arrow Connector 22"/>
          <p:cNvCxnSpPr>
            <a:stCxn id="78" idx="2"/>
            <a:endCxn id="71" idx="0"/>
          </p:cNvCxnSpPr>
          <p:nvPr/>
        </p:nvCxnSpPr>
        <p:spPr>
          <a:xfrm>
            <a:off x="8301990" y="6205855"/>
            <a:ext cx="635" cy="195580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3533967" y="2216675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93" name="Straight Arrow Connector 192"/>
          <p:cNvCxnSpPr>
            <a:endCxn id="297" idx="3"/>
          </p:cNvCxnSpPr>
          <p:nvPr/>
        </p:nvCxnSpPr>
        <p:spPr>
          <a:xfrm flipH="1">
            <a:off x="5885180" y="8632190"/>
            <a:ext cx="558800" cy="381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3" name="Group 122"/>
          <p:cNvGrpSpPr/>
          <p:nvPr/>
        </p:nvGrpSpPr>
        <p:grpSpPr>
          <a:xfrm>
            <a:off x="10300970" y="6446520"/>
            <a:ext cx="1097915" cy="430911"/>
            <a:chOff x="15885" y="10048"/>
            <a:chExt cx="1729" cy="679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112" name="Rectangles 111"/>
            <p:cNvSpPr/>
            <p:nvPr/>
          </p:nvSpPr>
          <p:spPr>
            <a:xfrm>
              <a:off x="15885" y="10048"/>
              <a:ext cx="1728" cy="20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REST API</a:t>
              </a:r>
              <a:endParaRPr lang="en-US" sz="720"/>
            </a:p>
          </p:txBody>
        </p:sp>
        <p:sp>
          <p:nvSpPr>
            <p:cNvPr id="32" name="Rectangles 31"/>
            <p:cNvSpPr/>
            <p:nvPr/>
          </p:nvSpPr>
          <p:spPr>
            <a:xfrm>
              <a:off x="15886" y="10287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>
                  <a:sym typeface="+mn-ea"/>
                </a:rPr>
                <a:t>Import</a:t>
              </a:r>
              <a:endParaRPr lang="en-US" sz="720"/>
            </a:p>
          </p:txBody>
        </p:sp>
        <p:sp>
          <p:nvSpPr>
            <p:cNvPr id="34" name="Rectangles 33"/>
            <p:cNvSpPr/>
            <p:nvPr/>
          </p:nvSpPr>
          <p:spPr>
            <a:xfrm>
              <a:off x="15886" y="10525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>
                  <a:sym typeface="+mn-ea"/>
                </a:rPr>
                <a:t>Fetch Active</a:t>
              </a:r>
              <a:endParaRPr lang="en-US" sz="720"/>
            </a:p>
          </p:txBody>
        </p:sp>
      </p:grpSp>
      <p:cxnSp>
        <p:nvCxnSpPr>
          <p:cNvPr id="36" name="Straight Arrow Connector 35"/>
          <p:cNvCxnSpPr>
            <a:stCxn id="47" idx="4"/>
            <a:endCxn id="340" idx="0"/>
          </p:cNvCxnSpPr>
          <p:nvPr/>
        </p:nvCxnSpPr>
        <p:spPr>
          <a:xfrm>
            <a:off x="3669665" y="2491105"/>
            <a:ext cx="2540" cy="188595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 flipV="1">
            <a:off x="10847070" y="6877685"/>
            <a:ext cx="635" cy="1167130"/>
          </a:xfrm>
          <a:prstGeom prst="straightConnector1">
            <a:avLst/>
          </a:prstGeom>
          <a:ln>
            <a:prstDash val="sysDot"/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/>
          <p:nvPr/>
        </p:nvCxnSpPr>
        <p:spPr>
          <a:xfrm>
            <a:off x="11398885" y="6662420"/>
            <a:ext cx="964565" cy="254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43"/>
          <p:cNvCxnSpPr>
            <a:stCxn id="34" idx="1"/>
            <a:endCxn id="82" idx="3"/>
          </p:cNvCxnSpPr>
          <p:nvPr/>
        </p:nvCxnSpPr>
        <p:spPr>
          <a:xfrm rot="10800000">
            <a:off x="9448800" y="5655945"/>
            <a:ext cx="852805" cy="1157605"/>
          </a:xfrm>
          <a:prstGeom prst="bentConnector3">
            <a:avLst>
              <a:gd name="adj1" fmla="val 49963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Elbow Connector 63"/>
          <p:cNvCxnSpPr>
            <a:endCxn id="30" idx="3"/>
          </p:cNvCxnSpPr>
          <p:nvPr/>
        </p:nvCxnSpPr>
        <p:spPr>
          <a:xfrm rot="5400000">
            <a:off x="12096115" y="4212590"/>
            <a:ext cx="309880" cy="28638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2" name="Group 121"/>
          <p:cNvGrpSpPr/>
          <p:nvPr/>
        </p:nvGrpSpPr>
        <p:grpSpPr>
          <a:xfrm>
            <a:off x="10681970" y="4453890"/>
            <a:ext cx="1097280" cy="277331"/>
            <a:chOff x="15887" y="8092"/>
            <a:chExt cx="1728" cy="437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8" name="Rectangles 7"/>
            <p:cNvSpPr/>
            <p:nvPr/>
          </p:nvSpPr>
          <p:spPr>
            <a:xfrm>
              <a:off x="15887" y="8092"/>
              <a:ext cx="1728" cy="20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Websocket</a:t>
              </a:r>
              <a:endParaRPr lang="en-US" sz="720"/>
            </a:p>
          </p:txBody>
        </p:sp>
        <p:sp>
          <p:nvSpPr>
            <p:cNvPr id="9" name="Rectangles 8"/>
            <p:cNvSpPr/>
            <p:nvPr/>
          </p:nvSpPr>
          <p:spPr>
            <a:xfrm>
              <a:off x="15887" y="8327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Message</a:t>
              </a:r>
              <a:endParaRPr lang="en-US" sz="720"/>
            </a:p>
          </p:txBody>
        </p:sp>
      </p:grpSp>
      <p:grpSp>
        <p:nvGrpSpPr>
          <p:cNvPr id="96" name="Group 95"/>
          <p:cNvGrpSpPr/>
          <p:nvPr/>
        </p:nvGrpSpPr>
        <p:grpSpPr>
          <a:xfrm>
            <a:off x="10533567" y="4256011"/>
            <a:ext cx="363482" cy="286900"/>
            <a:chOff x="12459" y="1283"/>
            <a:chExt cx="636" cy="502"/>
          </a:xfrm>
        </p:grpSpPr>
        <p:pic>
          <p:nvPicPr>
            <p:cNvPr id="93" name="Picture 92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459" y="1283"/>
              <a:ext cx="475" cy="351"/>
            </a:xfrm>
            <a:prstGeom prst="rect">
              <a:avLst/>
            </a:prstGeom>
          </p:spPr>
        </p:pic>
        <p:pic>
          <p:nvPicPr>
            <p:cNvPr id="94" name="Picture 93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2570" y="1402"/>
              <a:ext cx="252" cy="318"/>
            </a:xfrm>
            <a:prstGeom prst="rect">
              <a:avLst/>
            </a:prstGeom>
          </p:spPr>
        </p:pic>
        <p:pic>
          <p:nvPicPr>
            <p:cNvPr id="95" name="Picture 94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721" y="1635"/>
              <a:ext cx="375" cy="150"/>
            </a:xfrm>
            <a:prstGeom prst="rect">
              <a:avLst/>
            </a:prstGeom>
          </p:spPr>
        </p:pic>
      </p:grpSp>
      <p:cxnSp>
        <p:nvCxnSpPr>
          <p:cNvPr id="105" name="Elbow Connector 104"/>
          <p:cNvCxnSpPr>
            <a:stCxn id="9" idx="2"/>
            <a:endCxn id="82" idx="3"/>
          </p:cNvCxnSpPr>
          <p:nvPr/>
        </p:nvCxnSpPr>
        <p:spPr>
          <a:xfrm rot="5400000">
            <a:off x="9877425" y="4302760"/>
            <a:ext cx="924560" cy="178181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Flowchart: Decision 119"/>
          <p:cNvSpPr/>
          <p:nvPr/>
        </p:nvSpPr>
        <p:spPr>
          <a:xfrm>
            <a:off x="7944551" y="8677954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Request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Found?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92" name="Elbow Connector 191"/>
          <p:cNvCxnSpPr>
            <a:stCxn id="158" idx="1"/>
            <a:endCxn id="46" idx="2"/>
          </p:cNvCxnSpPr>
          <p:nvPr/>
        </p:nvCxnSpPr>
        <p:spPr>
          <a:xfrm rot="10800000">
            <a:off x="1508125" y="5715635"/>
            <a:ext cx="2865755" cy="364807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Flowchart: Decision 184"/>
          <p:cNvSpPr/>
          <p:nvPr/>
        </p:nvSpPr>
        <p:spPr>
          <a:xfrm>
            <a:off x="1180471" y="7001278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live?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91" name="Flowchart: Decision 190"/>
          <p:cNvSpPr/>
          <p:nvPr/>
        </p:nvSpPr>
        <p:spPr>
          <a:xfrm>
            <a:off x="1180471" y="6087562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partial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fill?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96" name="Elbow Connector 195"/>
          <p:cNvCxnSpPr>
            <a:stCxn id="184" idx="1"/>
            <a:endCxn id="7" idx="4"/>
          </p:cNvCxnSpPr>
          <p:nvPr/>
        </p:nvCxnSpPr>
        <p:spPr>
          <a:xfrm rot="10800000">
            <a:off x="2078990" y="5120640"/>
            <a:ext cx="2295525" cy="409130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Flowchart: Decision 196"/>
          <p:cNvSpPr/>
          <p:nvPr/>
        </p:nvSpPr>
        <p:spPr>
          <a:xfrm>
            <a:off x="1746269" y="6567444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canceled?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98" name="Flowchart: Decision 197"/>
          <p:cNvSpPr/>
          <p:nvPr/>
        </p:nvSpPr>
        <p:spPr>
          <a:xfrm>
            <a:off x="1746269" y="5631750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partial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cancel?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99" name="Elbow Connector 198"/>
          <p:cNvCxnSpPr>
            <a:stCxn id="60" idx="1"/>
            <a:endCxn id="201" idx="2"/>
          </p:cNvCxnSpPr>
          <p:nvPr/>
        </p:nvCxnSpPr>
        <p:spPr>
          <a:xfrm rot="10800000">
            <a:off x="2644140" y="6576695"/>
            <a:ext cx="1730375" cy="248729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Flowchart: Decision 199"/>
          <p:cNvSpPr/>
          <p:nvPr/>
        </p:nvSpPr>
        <p:spPr>
          <a:xfrm>
            <a:off x="2312067" y="7017788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failed?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01" name="Flowchart: Decision 200"/>
          <p:cNvSpPr/>
          <p:nvPr/>
        </p:nvSpPr>
        <p:spPr>
          <a:xfrm>
            <a:off x="2311495" y="6087562"/>
            <a:ext cx="664670" cy="488644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Expiry?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cxnSp>
        <p:nvCxnSpPr>
          <p:cNvPr id="203" name="Elbow Connector 202"/>
          <p:cNvCxnSpPr>
            <a:stCxn id="201" idx="3"/>
            <a:endCxn id="84" idx="1"/>
          </p:cNvCxnSpPr>
          <p:nvPr/>
        </p:nvCxnSpPr>
        <p:spPr>
          <a:xfrm flipV="1">
            <a:off x="2976245" y="5161280"/>
            <a:ext cx="2429510" cy="1170940"/>
          </a:xfrm>
          <a:prstGeom prst="bentConnector3">
            <a:avLst>
              <a:gd name="adj1" fmla="val 21014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Straight Arrow Connector 204"/>
          <p:cNvCxnSpPr>
            <a:stCxn id="206" idx="1"/>
            <a:endCxn id="53" idx="6"/>
          </p:cNvCxnSpPr>
          <p:nvPr/>
        </p:nvCxnSpPr>
        <p:spPr>
          <a:xfrm flipH="1">
            <a:off x="782955" y="8120380"/>
            <a:ext cx="397510" cy="762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Flowchart: Decision 205"/>
          <p:cNvSpPr/>
          <p:nvPr/>
        </p:nvSpPr>
        <p:spPr>
          <a:xfrm>
            <a:off x="1180586" y="7875673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filled?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08" name="Oval 207"/>
          <p:cNvSpPr/>
          <p:nvPr/>
        </p:nvSpPr>
        <p:spPr>
          <a:xfrm>
            <a:off x="2004529" y="5303128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210" name="Oval 209"/>
          <p:cNvSpPr/>
          <p:nvPr/>
        </p:nvSpPr>
        <p:spPr>
          <a:xfrm>
            <a:off x="981710" y="8034668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211" name="Oval 210"/>
          <p:cNvSpPr/>
          <p:nvPr/>
        </p:nvSpPr>
        <p:spPr>
          <a:xfrm>
            <a:off x="3112312" y="625234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231" name="Oval 230"/>
          <p:cNvSpPr/>
          <p:nvPr/>
        </p:nvSpPr>
        <p:spPr>
          <a:xfrm>
            <a:off x="9188295" y="3925664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232" name="Straight Arrow Connector 231"/>
          <p:cNvCxnSpPr>
            <a:stCxn id="231" idx="4"/>
            <a:endCxn id="223" idx="0"/>
          </p:cNvCxnSpPr>
          <p:nvPr/>
        </p:nvCxnSpPr>
        <p:spPr>
          <a:xfrm>
            <a:off x="9324379" y="4199926"/>
            <a:ext cx="6350" cy="18732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Flowchart: Decision 232"/>
          <p:cNvSpPr/>
          <p:nvPr/>
        </p:nvSpPr>
        <p:spPr>
          <a:xfrm>
            <a:off x="7824983" y="4501178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success?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35" name="Straight Arrow Connector 234"/>
          <p:cNvCxnSpPr>
            <a:stCxn id="234" idx="1"/>
            <a:endCxn id="233" idx="3"/>
          </p:cNvCxnSpPr>
          <p:nvPr/>
        </p:nvCxnSpPr>
        <p:spPr>
          <a:xfrm flipH="1" flipV="1">
            <a:off x="8490168" y="4745214"/>
            <a:ext cx="292100" cy="444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Straight Arrow Connector 237"/>
          <p:cNvCxnSpPr>
            <a:stCxn id="233" idx="1"/>
            <a:endCxn id="241" idx="3"/>
          </p:cNvCxnSpPr>
          <p:nvPr/>
        </p:nvCxnSpPr>
        <p:spPr>
          <a:xfrm flipH="1">
            <a:off x="7361433" y="4745150"/>
            <a:ext cx="463550" cy="762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9" name="Elbow Connector 238"/>
          <p:cNvCxnSpPr>
            <a:stCxn id="233" idx="2"/>
            <a:endCxn id="243" idx="3"/>
          </p:cNvCxnSpPr>
          <p:nvPr/>
        </p:nvCxnSpPr>
        <p:spPr>
          <a:xfrm rot="5400000">
            <a:off x="7716520" y="4641850"/>
            <a:ext cx="93345" cy="78930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0" name="Oval 239"/>
          <p:cNvSpPr/>
          <p:nvPr/>
        </p:nvSpPr>
        <p:spPr>
          <a:xfrm>
            <a:off x="7567420" y="466577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242" name="Oval 241"/>
          <p:cNvSpPr/>
          <p:nvPr/>
        </p:nvSpPr>
        <p:spPr>
          <a:xfrm>
            <a:off x="7567420" y="4996679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244" name="Elbow Connector 243"/>
          <p:cNvCxnSpPr>
            <a:stCxn id="62" idx="1"/>
            <a:endCxn id="215" idx="2"/>
          </p:cNvCxnSpPr>
          <p:nvPr/>
        </p:nvCxnSpPr>
        <p:spPr>
          <a:xfrm rot="10800000">
            <a:off x="3251200" y="7056120"/>
            <a:ext cx="1123315" cy="185801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6" name="Oval 255"/>
          <p:cNvSpPr/>
          <p:nvPr/>
        </p:nvSpPr>
        <p:spPr>
          <a:xfrm>
            <a:off x="9193693" y="2845504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257" name="Straight Arrow Connector 256"/>
          <p:cNvCxnSpPr>
            <a:stCxn id="256" idx="4"/>
          </p:cNvCxnSpPr>
          <p:nvPr/>
        </p:nvCxnSpPr>
        <p:spPr>
          <a:xfrm>
            <a:off x="9329141" y="3120021"/>
            <a:ext cx="1270" cy="20193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8" name="Flowchart: Decision 257"/>
          <p:cNvSpPr/>
          <p:nvPr/>
        </p:nvSpPr>
        <p:spPr>
          <a:xfrm>
            <a:off x="7824983" y="3433591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success?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60" name="Straight Arrow Connector 259"/>
          <p:cNvCxnSpPr>
            <a:stCxn id="259" idx="1"/>
            <a:endCxn id="258" idx="3"/>
          </p:cNvCxnSpPr>
          <p:nvPr/>
        </p:nvCxnSpPr>
        <p:spPr>
          <a:xfrm flipH="1">
            <a:off x="8490168" y="3672928"/>
            <a:ext cx="292100" cy="508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Arrow Connector 260"/>
          <p:cNvCxnSpPr>
            <a:stCxn id="258" idx="1"/>
            <a:endCxn id="264" idx="3"/>
          </p:cNvCxnSpPr>
          <p:nvPr/>
        </p:nvCxnSpPr>
        <p:spPr>
          <a:xfrm flipH="1">
            <a:off x="7359528" y="3678199"/>
            <a:ext cx="465455" cy="190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Elbow Connector 261"/>
          <p:cNvCxnSpPr>
            <a:stCxn id="258" idx="2"/>
            <a:endCxn id="266" idx="3"/>
          </p:cNvCxnSpPr>
          <p:nvPr/>
        </p:nvCxnSpPr>
        <p:spPr>
          <a:xfrm rot="5400000">
            <a:off x="7711440" y="3577590"/>
            <a:ext cx="101600" cy="79121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3" name="Oval 262"/>
          <p:cNvSpPr/>
          <p:nvPr/>
        </p:nvSpPr>
        <p:spPr>
          <a:xfrm>
            <a:off x="7567420" y="359463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265" name="Oval 264"/>
          <p:cNvSpPr/>
          <p:nvPr/>
        </p:nvSpPr>
        <p:spPr>
          <a:xfrm>
            <a:off x="7567420" y="3938300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grpSp>
        <p:nvGrpSpPr>
          <p:cNvPr id="116" name="Group 115"/>
          <p:cNvGrpSpPr/>
          <p:nvPr/>
        </p:nvGrpSpPr>
        <p:grpSpPr>
          <a:xfrm>
            <a:off x="8782050" y="3314065"/>
            <a:ext cx="1100455" cy="422656"/>
            <a:chOff x="13409" y="5435"/>
            <a:chExt cx="1733" cy="666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249" name="Rectangles 248"/>
            <p:cNvSpPr/>
            <p:nvPr/>
          </p:nvSpPr>
          <p:spPr>
            <a:xfrm>
              <a:off x="13409" y="5435"/>
              <a:ext cx="1728" cy="20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REST API</a:t>
              </a:r>
              <a:endParaRPr lang="en-US" sz="720"/>
            </a:p>
          </p:txBody>
        </p:sp>
        <p:sp>
          <p:nvSpPr>
            <p:cNvPr id="250" name="Rectangles 249"/>
            <p:cNvSpPr/>
            <p:nvPr/>
          </p:nvSpPr>
          <p:spPr>
            <a:xfrm>
              <a:off x="13409" y="5666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Place Order</a:t>
              </a:r>
              <a:endParaRPr lang="en-US" sz="720"/>
            </a:p>
          </p:txBody>
        </p:sp>
        <p:sp>
          <p:nvSpPr>
            <p:cNvPr id="259" name="Rectangles 258"/>
            <p:cNvSpPr/>
            <p:nvPr/>
          </p:nvSpPr>
          <p:spPr>
            <a:xfrm>
              <a:off x="13409" y="5899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Set State</a:t>
              </a:r>
              <a:endParaRPr lang="en-US" sz="720"/>
            </a:p>
          </p:txBody>
        </p:sp>
        <p:cxnSp>
          <p:nvCxnSpPr>
            <p:cNvPr id="292" name="Elbow Connector 291"/>
            <p:cNvCxnSpPr>
              <a:stCxn id="250" idx="3"/>
              <a:endCxn id="259" idx="3"/>
            </p:cNvCxnSpPr>
            <p:nvPr/>
          </p:nvCxnSpPr>
          <p:spPr>
            <a:xfrm>
              <a:off x="15137" y="5767"/>
              <a:ext cx="5" cy="233"/>
            </a:xfrm>
            <a:prstGeom prst="bentConnector3">
              <a:avLst>
                <a:gd name="adj1" fmla="val 7500000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7" name="Group 116"/>
          <p:cNvGrpSpPr/>
          <p:nvPr/>
        </p:nvGrpSpPr>
        <p:grpSpPr>
          <a:xfrm>
            <a:off x="8782050" y="4387215"/>
            <a:ext cx="1100455" cy="426466"/>
            <a:chOff x="13409" y="7125"/>
            <a:chExt cx="1733" cy="672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223" name="Rectangles 222"/>
            <p:cNvSpPr/>
            <p:nvPr/>
          </p:nvSpPr>
          <p:spPr>
            <a:xfrm>
              <a:off x="13409" y="7125"/>
              <a:ext cx="1728" cy="20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REST API</a:t>
              </a:r>
              <a:endParaRPr lang="en-US" sz="720"/>
            </a:p>
          </p:txBody>
        </p:sp>
        <p:sp>
          <p:nvSpPr>
            <p:cNvPr id="224" name="Rectangles 223"/>
            <p:cNvSpPr/>
            <p:nvPr/>
          </p:nvSpPr>
          <p:spPr>
            <a:xfrm>
              <a:off x="13409" y="7360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Cancel Order</a:t>
              </a:r>
              <a:endParaRPr lang="en-US" sz="720"/>
            </a:p>
          </p:txBody>
        </p:sp>
        <p:sp>
          <p:nvSpPr>
            <p:cNvPr id="234" name="Rectangles 233"/>
            <p:cNvSpPr/>
            <p:nvPr/>
          </p:nvSpPr>
          <p:spPr>
            <a:xfrm>
              <a:off x="13409" y="7595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Set State</a:t>
              </a:r>
              <a:endParaRPr lang="en-US" sz="720"/>
            </a:p>
          </p:txBody>
        </p:sp>
        <p:cxnSp>
          <p:nvCxnSpPr>
            <p:cNvPr id="293" name="Elbow Connector 292"/>
            <p:cNvCxnSpPr>
              <a:stCxn id="224" idx="3"/>
              <a:endCxn id="234" idx="3"/>
            </p:cNvCxnSpPr>
            <p:nvPr/>
          </p:nvCxnSpPr>
          <p:spPr>
            <a:xfrm>
              <a:off x="15137" y="7461"/>
              <a:ext cx="5" cy="235"/>
            </a:xfrm>
            <a:prstGeom prst="bentConnector3">
              <a:avLst>
                <a:gd name="adj1" fmla="val 7500000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5" name="Flowchart: Decision 214"/>
          <p:cNvSpPr/>
          <p:nvPr/>
        </p:nvSpPr>
        <p:spPr>
          <a:xfrm>
            <a:off x="2918568" y="6567444"/>
            <a:ext cx="664670" cy="488644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Queued?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sp>
        <p:nvSpPr>
          <p:cNvPr id="314" name="Oval 313"/>
          <p:cNvSpPr/>
          <p:nvPr/>
        </p:nvSpPr>
        <p:spPr>
          <a:xfrm>
            <a:off x="2568816" y="673355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330" name="Straight Arrow Connector 329"/>
          <p:cNvCxnSpPr>
            <a:stCxn id="340" idx="2"/>
            <a:endCxn id="128" idx="0"/>
          </p:cNvCxnSpPr>
          <p:nvPr/>
        </p:nvCxnSpPr>
        <p:spPr>
          <a:xfrm flipH="1">
            <a:off x="3655695" y="3037205"/>
            <a:ext cx="16510" cy="55435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3" name="Group 112"/>
          <p:cNvGrpSpPr/>
          <p:nvPr/>
        </p:nvGrpSpPr>
        <p:grpSpPr>
          <a:xfrm>
            <a:off x="3144520" y="3131185"/>
            <a:ext cx="1099185" cy="276860"/>
            <a:chOff x="5540" y="5447"/>
            <a:chExt cx="1731" cy="436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18" name="Rectangles 17"/>
            <p:cNvSpPr/>
            <p:nvPr/>
          </p:nvSpPr>
          <p:spPr>
            <a:xfrm>
              <a:off x="5543" y="5567"/>
              <a:ext cx="1728" cy="20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720"/>
            </a:p>
          </p:txBody>
        </p:sp>
        <p:sp>
          <p:nvSpPr>
            <p:cNvPr id="332" name="Rectangles 331"/>
            <p:cNvSpPr/>
            <p:nvPr/>
          </p:nvSpPr>
          <p:spPr>
            <a:xfrm>
              <a:off x="5540" y="5447"/>
              <a:ext cx="1728" cy="20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Interface</a:t>
              </a:r>
              <a:endParaRPr lang="en-US" sz="720"/>
            </a:p>
          </p:txBody>
        </p:sp>
        <p:sp>
          <p:nvSpPr>
            <p:cNvPr id="334" name="Rectangles 333"/>
            <p:cNvSpPr/>
            <p:nvPr/>
          </p:nvSpPr>
          <p:spPr>
            <a:xfrm>
              <a:off x="5540" y="5681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Submit</a:t>
              </a:r>
              <a:endParaRPr lang="en-US" sz="720"/>
            </a:p>
          </p:txBody>
        </p:sp>
      </p:grpSp>
      <p:cxnSp>
        <p:nvCxnSpPr>
          <p:cNvPr id="336" name="Straight Arrow Connector 335"/>
          <p:cNvCxnSpPr/>
          <p:nvPr/>
        </p:nvCxnSpPr>
        <p:spPr>
          <a:xfrm>
            <a:off x="2524125" y="3191510"/>
            <a:ext cx="620395" cy="381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7" name="Text Box 336"/>
          <p:cNvSpPr txBox="1"/>
          <p:nvPr/>
        </p:nvSpPr>
        <p:spPr>
          <a:xfrm>
            <a:off x="11440795" y="2477135"/>
            <a:ext cx="1543050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API/WSS Request Flow</a:t>
            </a:r>
            <a:endParaRPr lang="en-US" sz="900"/>
          </a:p>
          <a:p>
            <a:r>
              <a:rPr lang="en-US" sz="900"/>
              <a:t>06/05/2025</a:t>
            </a:r>
            <a:endParaRPr lang="en-US" sz="900"/>
          </a:p>
        </p:txBody>
      </p:sp>
      <p:sp>
        <p:nvSpPr>
          <p:cNvPr id="7" name="Oval 6"/>
          <p:cNvSpPr/>
          <p:nvPr/>
        </p:nvSpPr>
        <p:spPr>
          <a:xfrm>
            <a:off x="1942903" y="4846563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4" name="Oval 13"/>
          <p:cNvSpPr/>
          <p:nvPr/>
        </p:nvSpPr>
        <p:spPr>
          <a:xfrm>
            <a:off x="2508413" y="5243899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42" name="Straight Arrow Connector 41"/>
          <p:cNvCxnSpPr>
            <a:stCxn id="201" idx="0"/>
            <a:endCxn id="14" idx="4"/>
          </p:cNvCxnSpPr>
          <p:nvPr/>
        </p:nvCxnSpPr>
        <p:spPr>
          <a:xfrm flipV="1">
            <a:off x="2644140" y="5518150"/>
            <a:ext cx="0" cy="56959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9" name="Oval 208"/>
          <p:cNvSpPr/>
          <p:nvPr/>
        </p:nvSpPr>
        <p:spPr>
          <a:xfrm>
            <a:off x="2568232" y="5689724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sp>
        <p:nvSpPr>
          <p:cNvPr id="46" name="Flowchart: Decision 45"/>
          <p:cNvSpPr/>
          <p:nvPr/>
        </p:nvSpPr>
        <p:spPr>
          <a:xfrm>
            <a:off x="1175480" y="5226502"/>
            <a:ext cx="664670" cy="488644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Expiry?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sp>
        <p:nvSpPr>
          <p:cNvPr id="48" name="Oval 47"/>
          <p:cNvSpPr/>
          <p:nvPr/>
        </p:nvSpPr>
        <p:spPr>
          <a:xfrm>
            <a:off x="1372038" y="4483978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49" name="Straight Arrow Connector 48"/>
          <p:cNvCxnSpPr>
            <a:stCxn id="46" idx="0"/>
            <a:endCxn id="48" idx="4"/>
          </p:cNvCxnSpPr>
          <p:nvPr/>
        </p:nvCxnSpPr>
        <p:spPr>
          <a:xfrm flipV="1">
            <a:off x="1508125" y="4758055"/>
            <a:ext cx="0" cy="46863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7" name="Oval 206"/>
          <p:cNvSpPr/>
          <p:nvPr/>
        </p:nvSpPr>
        <p:spPr>
          <a:xfrm>
            <a:off x="1434223" y="4931137"/>
            <a:ext cx="137160" cy="137160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50" name="Flowchart: Decision 49"/>
          <p:cNvSpPr/>
          <p:nvPr/>
        </p:nvSpPr>
        <p:spPr>
          <a:xfrm>
            <a:off x="2284730" y="7832090"/>
            <a:ext cx="706120" cy="499110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Rejected?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sp>
        <p:nvSpPr>
          <p:cNvPr id="53" name="Oval 52"/>
          <p:cNvSpPr/>
          <p:nvPr/>
        </p:nvSpPr>
        <p:spPr>
          <a:xfrm>
            <a:off x="512002" y="7990730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F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57" name="Straight Arrow Connector 56"/>
          <p:cNvCxnSpPr>
            <a:stCxn id="58" idx="6"/>
            <a:endCxn id="27" idx="1"/>
          </p:cNvCxnSpPr>
          <p:nvPr/>
        </p:nvCxnSpPr>
        <p:spPr>
          <a:xfrm flipV="1">
            <a:off x="5161915" y="4055110"/>
            <a:ext cx="252730" cy="762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4890962" y="3925460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F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59" name="Oval 58"/>
          <p:cNvSpPr/>
          <p:nvPr/>
        </p:nvSpPr>
        <p:spPr>
          <a:xfrm>
            <a:off x="1434465" y="757683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sp>
        <p:nvSpPr>
          <p:cNvPr id="67" name="Flowchart: Decision 66"/>
          <p:cNvSpPr/>
          <p:nvPr/>
        </p:nvSpPr>
        <p:spPr>
          <a:xfrm>
            <a:off x="1155065" y="8599170"/>
            <a:ext cx="706120" cy="499110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Pending?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sp>
        <p:nvSpPr>
          <p:cNvPr id="74" name="Flowchart: Decision 73"/>
          <p:cNvSpPr/>
          <p:nvPr/>
        </p:nvSpPr>
        <p:spPr>
          <a:xfrm>
            <a:off x="1725930" y="7441565"/>
            <a:ext cx="706120" cy="499110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Canceled?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sp>
        <p:nvSpPr>
          <p:cNvPr id="82" name="Flowchart: Terminator 81"/>
          <p:cNvSpPr/>
          <p:nvPr/>
        </p:nvSpPr>
        <p:spPr>
          <a:xfrm>
            <a:off x="8768080" y="5591175"/>
            <a:ext cx="68072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order array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12" name="Flowchart: Terminator 311"/>
          <p:cNvSpPr/>
          <p:nvPr/>
        </p:nvSpPr>
        <p:spPr>
          <a:xfrm>
            <a:off x="7289800" y="5915660"/>
            <a:ext cx="55372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request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3" name="Flowchart: Off-page Connector 12"/>
          <p:cNvSpPr/>
          <p:nvPr/>
        </p:nvSpPr>
        <p:spPr>
          <a:xfrm>
            <a:off x="1022350" y="3115945"/>
            <a:ext cx="438912" cy="219456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app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340" name="Flowchart: Off-page Connector 339"/>
          <p:cNvSpPr/>
          <p:nvPr/>
        </p:nvSpPr>
        <p:spPr>
          <a:xfrm>
            <a:off x="3373120" y="2679700"/>
            <a:ext cx="597535" cy="35750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6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1" i="0" u="none" strike="noStrike" cap="none" normalizeH="0" baseline="-25000" smtClean="0">
                <a:ln>
                  <a:noFill/>
                </a:ln>
                <a:solidFill>
                  <a:schemeClr val="accent2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Submit</a:t>
            </a:r>
            <a:endParaRPr kumimoji="0" lang="en-US" altLang="en-US" sz="1200" b="1" i="0" u="none" strike="noStrike" cap="none" normalizeH="0" baseline="-25000" smtClean="0">
              <a:ln>
                <a:noFill/>
              </a:ln>
              <a:solidFill>
                <a:schemeClr val="accent2">
                  <a:lumMod val="20000"/>
                  <a:lumOff val="8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grpSp>
        <p:nvGrpSpPr>
          <p:cNvPr id="325" name="Group 324"/>
          <p:cNvGrpSpPr/>
          <p:nvPr/>
        </p:nvGrpSpPr>
        <p:grpSpPr>
          <a:xfrm rot="0">
            <a:off x="6018530" y="7879080"/>
            <a:ext cx="427355" cy="334010"/>
            <a:chOff x="16290" y="4518"/>
            <a:chExt cx="748" cy="584"/>
          </a:xfrm>
        </p:grpSpPr>
        <p:pic>
          <p:nvPicPr>
            <p:cNvPr id="326" name="Picture 325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327" name="Oval 326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328" name="Picture 327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  <p:cxnSp>
        <p:nvCxnSpPr>
          <p:cNvPr id="41" name="Straight Arrow Connector 40"/>
          <p:cNvCxnSpPr>
            <a:stCxn id="71" idx="2"/>
            <a:endCxn id="70" idx="0"/>
          </p:cNvCxnSpPr>
          <p:nvPr/>
        </p:nvCxnSpPr>
        <p:spPr>
          <a:xfrm flipH="1">
            <a:off x="8293100" y="6890385"/>
            <a:ext cx="9525" cy="400050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Oval 120"/>
          <p:cNvSpPr/>
          <p:nvPr/>
        </p:nvSpPr>
        <p:spPr>
          <a:xfrm>
            <a:off x="8223830" y="6968398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68" name="Flowchart: Terminator 67"/>
          <p:cNvSpPr/>
          <p:nvPr/>
        </p:nvSpPr>
        <p:spPr>
          <a:xfrm>
            <a:off x="7281545" y="6071235"/>
            <a:ext cx="55372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symbol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69" name="Straight Arrow Connector 68"/>
          <p:cNvCxnSpPr>
            <a:endCxn id="68" idx="1"/>
          </p:cNvCxnSpPr>
          <p:nvPr/>
        </p:nvCxnSpPr>
        <p:spPr>
          <a:xfrm flipV="1">
            <a:off x="6708775" y="6136005"/>
            <a:ext cx="572770" cy="3175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Elbow Connector 84"/>
          <p:cNvCxnSpPr>
            <a:stCxn id="72" idx="1"/>
            <a:endCxn id="82" idx="3"/>
          </p:cNvCxnSpPr>
          <p:nvPr/>
        </p:nvCxnSpPr>
        <p:spPr>
          <a:xfrm rot="10800000">
            <a:off x="9448800" y="5655945"/>
            <a:ext cx="852170" cy="2757805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/>
          <p:cNvCxnSpPr>
            <a:stCxn id="70" idx="2"/>
            <a:endCxn id="76" idx="0"/>
          </p:cNvCxnSpPr>
          <p:nvPr/>
        </p:nvCxnSpPr>
        <p:spPr>
          <a:xfrm flipH="1">
            <a:off x="8280400" y="7779385"/>
            <a:ext cx="12700" cy="429895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/>
          <p:cNvCxnSpPr>
            <a:stCxn id="120" idx="1"/>
            <a:endCxn id="285" idx="3"/>
          </p:cNvCxnSpPr>
          <p:nvPr/>
        </p:nvCxnSpPr>
        <p:spPr>
          <a:xfrm flipH="1">
            <a:off x="7383780" y="8922385"/>
            <a:ext cx="560705" cy="3175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Oval 90"/>
          <p:cNvSpPr/>
          <p:nvPr/>
        </p:nvSpPr>
        <p:spPr>
          <a:xfrm>
            <a:off x="7615489" y="8829468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grpSp>
        <p:nvGrpSpPr>
          <p:cNvPr id="100" name="Group 99"/>
          <p:cNvGrpSpPr/>
          <p:nvPr/>
        </p:nvGrpSpPr>
        <p:grpSpPr>
          <a:xfrm rot="0">
            <a:off x="5928360" y="5489575"/>
            <a:ext cx="427355" cy="334010"/>
            <a:chOff x="16290" y="4518"/>
            <a:chExt cx="748" cy="584"/>
          </a:xfrm>
        </p:grpSpPr>
        <p:pic>
          <p:nvPicPr>
            <p:cNvPr id="104" name="Picture 103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106" name="Oval 105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107" name="Picture 106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  <p:grpSp>
        <p:nvGrpSpPr>
          <p:cNvPr id="226" name="Group 225"/>
          <p:cNvGrpSpPr/>
          <p:nvPr/>
        </p:nvGrpSpPr>
        <p:grpSpPr>
          <a:xfrm rot="0">
            <a:off x="8629650" y="4184650"/>
            <a:ext cx="363855" cy="287020"/>
            <a:chOff x="10155" y="438"/>
            <a:chExt cx="1146" cy="883"/>
          </a:xfrm>
        </p:grpSpPr>
        <p:grpSp>
          <p:nvGrpSpPr>
            <p:cNvPr id="227" name="Group 226"/>
            <p:cNvGrpSpPr/>
            <p:nvPr/>
          </p:nvGrpSpPr>
          <p:grpSpPr>
            <a:xfrm>
              <a:off x="10155" y="438"/>
              <a:ext cx="854" cy="770"/>
              <a:chOff x="1264" y="1015"/>
              <a:chExt cx="854" cy="770"/>
            </a:xfrm>
          </p:grpSpPr>
          <p:pic>
            <p:nvPicPr>
              <p:cNvPr id="228" name="Picture 22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64" y="1015"/>
                <a:ext cx="854" cy="618"/>
              </a:xfrm>
              <a:prstGeom prst="rect">
                <a:avLst/>
              </a:prstGeom>
            </p:spPr>
          </p:pic>
          <p:pic>
            <p:nvPicPr>
              <p:cNvPr id="229" name="Picture 228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464" y="1225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230" name="Picture 229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626" y="1057"/>
              <a:ext cx="675" cy="264"/>
            </a:xfrm>
            <a:prstGeom prst="rect">
              <a:avLst/>
            </a:prstGeom>
          </p:spPr>
        </p:pic>
      </p:grpSp>
      <p:grpSp>
        <p:nvGrpSpPr>
          <p:cNvPr id="251" name="Group 250"/>
          <p:cNvGrpSpPr/>
          <p:nvPr/>
        </p:nvGrpSpPr>
        <p:grpSpPr>
          <a:xfrm rot="0">
            <a:off x="8629650" y="3111500"/>
            <a:ext cx="363855" cy="287020"/>
            <a:chOff x="10155" y="438"/>
            <a:chExt cx="1146" cy="883"/>
          </a:xfrm>
        </p:grpSpPr>
        <p:grpSp>
          <p:nvGrpSpPr>
            <p:cNvPr id="252" name="Group 251"/>
            <p:cNvGrpSpPr/>
            <p:nvPr/>
          </p:nvGrpSpPr>
          <p:grpSpPr>
            <a:xfrm>
              <a:off x="10155" y="438"/>
              <a:ext cx="854" cy="770"/>
              <a:chOff x="1264" y="1015"/>
              <a:chExt cx="854" cy="770"/>
            </a:xfrm>
          </p:grpSpPr>
          <p:pic>
            <p:nvPicPr>
              <p:cNvPr id="253" name="Picture 252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64" y="1015"/>
                <a:ext cx="854" cy="618"/>
              </a:xfrm>
              <a:prstGeom prst="rect">
                <a:avLst/>
              </a:prstGeom>
            </p:spPr>
          </p:pic>
          <p:pic>
            <p:nvPicPr>
              <p:cNvPr id="254" name="Picture 253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464" y="1225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255" name="Picture 254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626" y="1057"/>
              <a:ext cx="675" cy="264"/>
            </a:xfrm>
            <a:prstGeom prst="rect">
              <a:avLst/>
            </a:prstGeom>
          </p:spPr>
        </p:pic>
      </p:grpSp>
      <p:cxnSp>
        <p:nvCxnSpPr>
          <p:cNvPr id="286" name="Straight Arrow Connector 285"/>
          <p:cNvCxnSpPr>
            <a:stCxn id="215" idx="1"/>
            <a:endCxn id="314" idx="6"/>
          </p:cNvCxnSpPr>
          <p:nvPr/>
        </p:nvCxnSpPr>
        <p:spPr>
          <a:xfrm flipH="1">
            <a:off x="2716530" y="6811645"/>
            <a:ext cx="201930" cy="190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Flowchart: Terminator 29"/>
          <p:cNvSpPr/>
          <p:nvPr/>
        </p:nvSpPr>
        <p:spPr>
          <a:xfrm>
            <a:off x="11650980" y="4442452"/>
            <a:ext cx="457200" cy="13716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live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63" name="Picture 6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379630" y="3418417"/>
            <a:ext cx="1108735" cy="1859704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cxnSp>
        <p:nvCxnSpPr>
          <p:cNvPr id="31" name="Straight Arrow Connector 30"/>
          <p:cNvCxnSpPr>
            <a:endCxn id="43" idx="3"/>
          </p:cNvCxnSpPr>
          <p:nvPr/>
        </p:nvCxnSpPr>
        <p:spPr>
          <a:xfrm flipH="1">
            <a:off x="11727180" y="6824980"/>
            <a:ext cx="664845" cy="127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Flowchart: Terminator 42"/>
          <p:cNvSpPr/>
          <p:nvPr/>
        </p:nvSpPr>
        <p:spPr>
          <a:xfrm>
            <a:off x="11269980" y="6757662"/>
            <a:ext cx="457200" cy="13716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live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65" name="Picture 6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372772" y="5394520"/>
            <a:ext cx="1122452" cy="191685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69305" y="3522980"/>
            <a:ext cx="1109345" cy="190436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41" name="Flowchart: Terminator 240"/>
          <p:cNvSpPr/>
          <p:nvPr/>
        </p:nvSpPr>
        <p:spPr>
          <a:xfrm>
            <a:off x="6843061" y="468806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closed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43" name="Flowchart: Terminator 242"/>
          <p:cNvSpPr/>
          <p:nvPr/>
        </p:nvSpPr>
        <p:spPr>
          <a:xfrm>
            <a:off x="6849919" y="501839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canceled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64" name="Flowchart: Terminator 263"/>
          <p:cNvSpPr/>
          <p:nvPr/>
        </p:nvSpPr>
        <p:spPr>
          <a:xfrm>
            <a:off x="6841155" y="361533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pending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66" name="Flowchart: Terminator 265"/>
          <p:cNvSpPr/>
          <p:nvPr/>
        </p:nvSpPr>
        <p:spPr>
          <a:xfrm>
            <a:off x="6848013" y="3958938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rejected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13145" y="8155305"/>
            <a:ext cx="814070" cy="129032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76" name="Oval 75"/>
          <p:cNvSpPr/>
          <p:nvPr/>
        </p:nvSpPr>
        <p:spPr>
          <a:xfrm>
            <a:off x="8144504" y="8209060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pic>
        <p:nvPicPr>
          <p:cNvPr id="20" name="Picture 19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11545" y="5763895"/>
            <a:ext cx="993140" cy="188785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85" name="Flowchart: Terminator 284"/>
          <p:cNvSpPr/>
          <p:nvPr/>
        </p:nvSpPr>
        <p:spPr>
          <a:xfrm>
            <a:off x="6873875" y="8862060"/>
            <a:ext cx="509905" cy="12700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Publish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66" name="Elbow Connector 65"/>
          <p:cNvCxnSpPr>
            <a:stCxn id="71" idx="3"/>
            <a:endCxn id="78" idx="3"/>
          </p:cNvCxnSpPr>
          <p:nvPr/>
        </p:nvCxnSpPr>
        <p:spPr>
          <a:xfrm flipV="1">
            <a:off x="8634730" y="6137275"/>
            <a:ext cx="215900" cy="508635"/>
          </a:xfrm>
          <a:prstGeom prst="bentConnector3">
            <a:avLst>
              <a:gd name="adj1" fmla="val 210294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8789615" y="656644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70" name="Flowchart: Decision 69"/>
          <p:cNvSpPr/>
          <p:nvPr/>
        </p:nvSpPr>
        <p:spPr>
          <a:xfrm>
            <a:off x="7877810" y="7290435"/>
            <a:ext cx="829945" cy="48895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Instrument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Position?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71" name="Flowchart: Decision 70"/>
          <p:cNvSpPr/>
          <p:nvPr/>
        </p:nvSpPr>
        <p:spPr>
          <a:xfrm>
            <a:off x="7969951" y="6401479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Duplicate?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73" name="Elbow Connector 72"/>
          <p:cNvCxnSpPr>
            <a:stCxn id="70" idx="3"/>
            <a:endCxn id="78" idx="3"/>
          </p:cNvCxnSpPr>
          <p:nvPr/>
        </p:nvCxnSpPr>
        <p:spPr>
          <a:xfrm flipV="1">
            <a:off x="8707755" y="6137275"/>
            <a:ext cx="142875" cy="1397635"/>
          </a:xfrm>
          <a:prstGeom prst="bentConnector3">
            <a:avLst>
              <a:gd name="adj1" fmla="val 266667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Oval 76"/>
          <p:cNvSpPr/>
          <p:nvPr/>
        </p:nvSpPr>
        <p:spPr>
          <a:xfrm>
            <a:off x="8789615" y="745163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126" name="Oval 125"/>
          <p:cNvSpPr/>
          <p:nvPr/>
        </p:nvSpPr>
        <p:spPr>
          <a:xfrm>
            <a:off x="8218739" y="787506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79" name="Straight Arrow Connector 78"/>
          <p:cNvCxnSpPr>
            <a:stCxn id="76" idx="4"/>
            <a:endCxn id="120" idx="0"/>
          </p:cNvCxnSpPr>
          <p:nvPr/>
        </p:nvCxnSpPr>
        <p:spPr>
          <a:xfrm flipH="1">
            <a:off x="8277225" y="8483600"/>
            <a:ext cx="3175" cy="194310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Elbow Connector 79"/>
          <p:cNvCxnSpPr>
            <a:stCxn id="120" idx="3"/>
            <a:endCxn id="78" idx="3"/>
          </p:cNvCxnSpPr>
          <p:nvPr/>
        </p:nvCxnSpPr>
        <p:spPr>
          <a:xfrm flipV="1">
            <a:off x="8609330" y="6137275"/>
            <a:ext cx="241300" cy="2785110"/>
          </a:xfrm>
          <a:prstGeom prst="bentConnector3">
            <a:avLst>
              <a:gd name="adj1" fmla="val 198684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Oval 80"/>
          <p:cNvSpPr/>
          <p:nvPr/>
        </p:nvSpPr>
        <p:spPr>
          <a:xfrm>
            <a:off x="8789615" y="882323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125" name="Straight Arrow Connector 124"/>
          <p:cNvCxnSpPr>
            <a:stCxn id="128" idx="2"/>
            <a:endCxn id="127" idx="0"/>
          </p:cNvCxnSpPr>
          <p:nvPr/>
        </p:nvCxnSpPr>
        <p:spPr>
          <a:xfrm>
            <a:off x="3655695" y="3954780"/>
            <a:ext cx="3175" cy="34734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Flowchart: Decision 126"/>
          <p:cNvSpPr/>
          <p:nvPr/>
        </p:nvSpPr>
        <p:spPr>
          <a:xfrm>
            <a:off x="3376295" y="4302125"/>
            <a:ext cx="564515" cy="363220"/>
          </a:xfrm>
          <a:prstGeom prst="flowChartDecision">
            <a:avLst/>
          </a:prstGeom>
          <a:solidFill>
            <a:srgbClr val="92D050"/>
          </a:soli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550" b="1">
                <a:solidFill>
                  <a:schemeClr val="tx2">
                    <a:lumMod val="85000"/>
                    <a:lumOff val="15000"/>
                  </a:schemeClr>
                </a:solidFill>
                <a:sym typeface="+mn-ea"/>
              </a:rPr>
              <a:t>Newer?</a:t>
            </a:r>
            <a:endParaRPr lang="en-US" sz="550" b="1">
              <a:solidFill>
                <a:schemeClr val="tx2">
                  <a:lumMod val="85000"/>
                  <a:lumOff val="15000"/>
                </a:schemeClr>
              </a:solidFill>
              <a:sym typeface="+mn-ea"/>
            </a:endParaRPr>
          </a:p>
        </p:txBody>
      </p:sp>
      <p:sp>
        <p:nvSpPr>
          <p:cNvPr id="128" name="Flowchart: Decision 127"/>
          <p:cNvSpPr/>
          <p:nvPr/>
        </p:nvSpPr>
        <p:spPr>
          <a:xfrm>
            <a:off x="3373120" y="3591560"/>
            <a:ext cx="564515" cy="363220"/>
          </a:xfrm>
          <a:prstGeom prst="flowChartDecision">
            <a:avLst/>
          </a:prstGeom>
          <a:solidFill>
            <a:srgbClr val="92D050"/>
          </a:soli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550" b="1">
                <a:solidFill>
                  <a:schemeClr val="tx2">
                    <a:lumMod val="85000"/>
                    <a:lumOff val="15000"/>
                  </a:schemeClr>
                </a:solidFill>
                <a:sym typeface="+mn-ea"/>
              </a:rPr>
              <a:t>Found?</a:t>
            </a:r>
            <a:endParaRPr lang="en-US" sz="550" b="1">
              <a:solidFill>
                <a:schemeClr val="tx2">
                  <a:lumMod val="85000"/>
                  <a:lumOff val="15000"/>
                </a:schemeClr>
              </a:solidFill>
              <a:sym typeface="+mn-ea"/>
            </a:endParaRPr>
          </a:p>
        </p:txBody>
      </p:sp>
      <p:sp>
        <p:nvSpPr>
          <p:cNvPr id="129" name="Flowchart: Terminator 128"/>
          <p:cNvSpPr/>
          <p:nvPr/>
        </p:nvSpPr>
        <p:spPr>
          <a:xfrm>
            <a:off x="5406055" y="371121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queued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34" name="Oval 133"/>
          <p:cNvSpPr/>
          <p:nvPr/>
        </p:nvSpPr>
        <p:spPr>
          <a:xfrm>
            <a:off x="3581577" y="400571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pic>
        <p:nvPicPr>
          <p:cNvPr id="135" name="Picture 134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04670" y="2618105"/>
            <a:ext cx="954405" cy="1546860"/>
          </a:xfrm>
          <a:prstGeom prst="rect">
            <a:avLst/>
          </a:prstGeom>
        </p:spPr>
      </p:pic>
      <p:cxnSp>
        <p:nvCxnSpPr>
          <p:cNvPr id="15" name="Straight Arrow Connector 14"/>
          <p:cNvCxnSpPr>
            <a:stCxn id="13" idx="3"/>
          </p:cNvCxnSpPr>
          <p:nvPr/>
        </p:nvCxnSpPr>
        <p:spPr>
          <a:xfrm flipV="1">
            <a:off x="1461135" y="3224530"/>
            <a:ext cx="367030" cy="127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>
            <a:stCxn id="128" idx="3"/>
            <a:endCxn id="129" idx="1"/>
          </p:cNvCxnSpPr>
          <p:nvPr/>
        </p:nvCxnSpPr>
        <p:spPr>
          <a:xfrm>
            <a:off x="3937635" y="3773170"/>
            <a:ext cx="1468120" cy="254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4054767" y="3693919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27" name="Flowchart: Terminator 26"/>
          <p:cNvSpPr/>
          <p:nvPr/>
        </p:nvSpPr>
        <p:spPr>
          <a:xfrm>
            <a:off x="5414945" y="399061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Fulfilled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4" name="Flowchart: Terminator 83"/>
          <p:cNvSpPr/>
          <p:nvPr/>
        </p:nvSpPr>
        <p:spPr>
          <a:xfrm>
            <a:off x="5406055" y="509678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Expired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53" name="Elbow Connector 152"/>
          <p:cNvCxnSpPr>
            <a:stCxn id="40" idx="2"/>
            <a:endCxn id="155" idx="1"/>
          </p:cNvCxnSpPr>
          <p:nvPr/>
        </p:nvCxnSpPr>
        <p:spPr>
          <a:xfrm rot="5400000" flipV="1">
            <a:off x="4923790" y="4398010"/>
            <a:ext cx="208915" cy="744855"/>
          </a:xfrm>
          <a:prstGeom prst="bentConnector2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Flowchart: Terminator 154"/>
          <p:cNvSpPr/>
          <p:nvPr/>
        </p:nvSpPr>
        <p:spPr>
          <a:xfrm>
            <a:off x="5400975" y="481040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Publish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56" name="Oval 155"/>
          <p:cNvSpPr/>
          <p:nvPr/>
        </p:nvSpPr>
        <p:spPr>
          <a:xfrm>
            <a:off x="5084622" y="477977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157" name="Straight Arrow Connector 156"/>
          <p:cNvCxnSpPr>
            <a:stCxn id="127" idx="3"/>
            <a:endCxn id="40" idx="1"/>
          </p:cNvCxnSpPr>
          <p:nvPr/>
        </p:nvCxnSpPr>
        <p:spPr>
          <a:xfrm>
            <a:off x="3940810" y="4483735"/>
            <a:ext cx="432435" cy="63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4054767" y="439560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grpSp>
        <p:nvGrpSpPr>
          <p:cNvPr id="166" name="Group 165"/>
          <p:cNvGrpSpPr/>
          <p:nvPr/>
        </p:nvGrpSpPr>
        <p:grpSpPr>
          <a:xfrm>
            <a:off x="4373880" y="8258810"/>
            <a:ext cx="1097915" cy="1169003"/>
            <a:chOff x="6888" y="13006"/>
            <a:chExt cx="1729" cy="1841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183" name="Rectangles 182"/>
            <p:cNvSpPr/>
            <p:nvPr/>
          </p:nvSpPr>
          <p:spPr>
            <a:xfrm>
              <a:off x="6889" y="13006"/>
              <a:ext cx="1728" cy="20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Process</a:t>
              </a:r>
              <a:endParaRPr lang="en-US" sz="720"/>
            </a:p>
          </p:txBody>
        </p:sp>
        <p:sp>
          <p:nvSpPr>
            <p:cNvPr id="184" name="Rectangles 183"/>
            <p:cNvSpPr/>
            <p:nvPr/>
          </p:nvSpPr>
          <p:spPr>
            <a:xfrm>
              <a:off x="6889" y="14406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Canceled</a:t>
              </a:r>
              <a:endParaRPr lang="en-US" sz="720"/>
            </a:p>
          </p:txBody>
        </p:sp>
        <p:sp>
          <p:nvSpPr>
            <p:cNvPr id="213" name="Rectangles 212"/>
            <p:cNvSpPr/>
            <p:nvPr/>
          </p:nvSpPr>
          <p:spPr>
            <a:xfrm>
              <a:off x="6889" y="13235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Fetch</a:t>
              </a:r>
              <a:endParaRPr lang="en-US" sz="720"/>
            </a:p>
          </p:txBody>
        </p:sp>
        <p:sp>
          <p:nvSpPr>
            <p:cNvPr id="294" name="Rectangles 293"/>
            <p:cNvSpPr/>
            <p:nvPr/>
          </p:nvSpPr>
          <p:spPr>
            <a:xfrm>
              <a:off x="6889" y="13473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Fetch</a:t>
              </a:r>
              <a:endParaRPr lang="en-US" sz="720"/>
            </a:p>
          </p:txBody>
        </p:sp>
        <p:sp>
          <p:nvSpPr>
            <p:cNvPr id="60" name="Rectangles 59"/>
            <p:cNvSpPr/>
            <p:nvPr/>
          </p:nvSpPr>
          <p:spPr>
            <a:xfrm>
              <a:off x="6889" y="14173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Rejected</a:t>
              </a:r>
              <a:endParaRPr lang="en-US" sz="720"/>
            </a:p>
          </p:txBody>
        </p:sp>
        <p:sp>
          <p:nvSpPr>
            <p:cNvPr id="61" name="Rectangles 60"/>
            <p:cNvSpPr/>
            <p:nvPr/>
          </p:nvSpPr>
          <p:spPr>
            <a:xfrm>
              <a:off x="6889" y="13704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Hold</a:t>
              </a:r>
              <a:endParaRPr lang="en-US" sz="720"/>
            </a:p>
          </p:txBody>
        </p:sp>
        <p:sp>
          <p:nvSpPr>
            <p:cNvPr id="62" name="Rectangles 61"/>
            <p:cNvSpPr/>
            <p:nvPr/>
          </p:nvSpPr>
          <p:spPr>
            <a:xfrm>
              <a:off x="6889" y="13937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Queued</a:t>
              </a:r>
              <a:endParaRPr lang="en-US" sz="720"/>
            </a:p>
          </p:txBody>
        </p:sp>
        <p:sp>
          <p:nvSpPr>
            <p:cNvPr id="158" name="Rectangles 157"/>
            <p:cNvSpPr/>
            <p:nvPr/>
          </p:nvSpPr>
          <p:spPr>
            <a:xfrm>
              <a:off x="6888" y="14645"/>
              <a:ext cx="1728" cy="202"/>
            </a:xfrm>
            <a:prstGeom prst="rect">
              <a:avLst/>
            </a:prstGeom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Pending</a:t>
              </a:r>
              <a:endParaRPr lang="en-US" sz="720"/>
            </a:p>
          </p:txBody>
        </p:sp>
      </p:grpSp>
      <p:cxnSp>
        <p:nvCxnSpPr>
          <p:cNvPr id="159" name="Straight Arrow Connector 158"/>
          <p:cNvCxnSpPr>
            <a:stCxn id="160" idx="0"/>
            <a:endCxn id="162" idx="4"/>
          </p:cNvCxnSpPr>
          <p:nvPr/>
        </p:nvCxnSpPr>
        <p:spPr>
          <a:xfrm flipV="1">
            <a:off x="3874770" y="6471920"/>
            <a:ext cx="9525" cy="54546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0" name="Flowchart: Decision 159"/>
          <p:cNvSpPr/>
          <p:nvPr/>
        </p:nvSpPr>
        <p:spPr>
          <a:xfrm>
            <a:off x="3542151" y="7017153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canceled?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162" name="Oval 161"/>
          <p:cNvSpPr/>
          <p:nvPr/>
        </p:nvSpPr>
        <p:spPr>
          <a:xfrm>
            <a:off x="3748597" y="6197490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65" name="Elbow Connector 164"/>
          <p:cNvCxnSpPr>
            <a:stCxn id="169" idx="3"/>
            <a:endCxn id="160" idx="3"/>
          </p:cNvCxnSpPr>
          <p:nvPr/>
        </p:nvCxnSpPr>
        <p:spPr>
          <a:xfrm flipH="1" flipV="1">
            <a:off x="4206875" y="7261860"/>
            <a:ext cx="29845" cy="808990"/>
          </a:xfrm>
          <a:prstGeom prst="bentConnector3">
            <a:avLst>
              <a:gd name="adj1" fmla="val -797872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7" name="Flowchart: Terminator 296"/>
          <p:cNvSpPr/>
          <p:nvPr/>
        </p:nvSpPr>
        <p:spPr>
          <a:xfrm>
            <a:off x="5436235" y="8571230"/>
            <a:ext cx="448945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orders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3" name="Flowchart: Terminator 102"/>
          <p:cNvSpPr/>
          <p:nvPr/>
        </p:nvSpPr>
        <p:spPr>
          <a:xfrm>
            <a:off x="5400675" y="8414385"/>
            <a:ext cx="532765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requests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64" name="Oval 163"/>
          <p:cNvSpPr/>
          <p:nvPr/>
        </p:nvSpPr>
        <p:spPr>
          <a:xfrm>
            <a:off x="4334067" y="7484635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grpSp>
        <p:nvGrpSpPr>
          <p:cNvPr id="168" name="Group 167"/>
          <p:cNvGrpSpPr/>
          <p:nvPr/>
        </p:nvGrpSpPr>
        <p:grpSpPr>
          <a:xfrm>
            <a:off x="5313045" y="8108315"/>
            <a:ext cx="209550" cy="215900"/>
            <a:chOff x="8367" y="12769"/>
            <a:chExt cx="330" cy="340"/>
          </a:xfrm>
        </p:grpSpPr>
        <p:sp>
          <p:nvSpPr>
            <p:cNvPr id="3" name="Oval 2"/>
            <p:cNvSpPr/>
            <p:nvPr/>
          </p:nvSpPr>
          <p:spPr>
            <a:xfrm>
              <a:off x="8367" y="12769"/>
              <a:ext cx="320" cy="340"/>
            </a:xfrm>
            <a:prstGeom prst="ellipse">
              <a:avLst/>
            </a:prstGeom>
            <a:solidFill>
              <a:schemeClr val="bg2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11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8393" y="12830"/>
              <a:ext cx="305" cy="274"/>
            </a:xfrm>
            <a:prstGeom prst="rect">
              <a:avLst/>
            </a:prstGeom>
          </p:spPr>
        </p:pic>
      </p:grpSp>
      <p:sp>
        <p:nvSpPr>
          <p:cNvPr id="169" name="Flowchart: Decision 168"/>
          <p:cNvSpPr/>
          <p:nvPr/>
        </p:nvSpPr>
        <p:spPr>
          <a:xfrm>
            <a:off x="3530600" y="7821295"/>
            <a:ext cx="706120" cy="499110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Hold?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sp>
        <p:nvSpPr>
          <p:cNvPr id="161" name="Oval 160"/>
          <p:cNvSpPr/>
          <p:nvPr/>
        </p:nvSpPr>
        <p:spPr>
          <a:xfrm>
            <a:off x="4406265" y="796164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170" name="Oval 169"/>
          <p:cNvSpPr/>
          <p:nvPr/>
        </p:nvSpPr>
        <p:spPr>
          <a:xfrm>
            <a:off x="3803650" y="673101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171" name="Flowchart: Terminator 170"/>
          <p:cNvSpPr/>
          <p:nvPr/>
        </p:nvSpPr>
        <p:spPr>
          <a:xfrm>
            <a:off x="5428915" y="441860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Hold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72" name="Straight Arrow Connector 171"/>
          <p:cNvCxnSpPr>
            <a:stCxn id="40" idx="3"/>
            <a:endCxn id="171" idx="1"/>
          </p:cNvCxnSpPr>
          <p:nvPr/>
        </p:nvCxnSpPr>
        <p:spPr>
          <a:xfrm flipV="1">
            <a:off x="4937760" y="4483100"/>
            <a:ext cx="490855" cy="127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Oval 74"/>
          <p:cNvSpPr/>
          <p:nvPr/>
        </p:nvSpPr>
        <p:spPr>
          <a:xfrm>
            <a:off x="5084622" y="4394959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174" name="Elbow Connector 173"/>
          <p:cNvCxnSpPr>
            <a:stCxn id="61" idx="1"/>
            <a:endCxn id="169" idx="2"/>
          </p:cNvCxnSpPr>
          <p:nvPr/>
        </p:nvCxnSpPr>
        <p:spPr>
          <a:xfrm rot="10800000">
            <a:off x="3883660" y="8320405"/>
            <a:ext cx="490855" cy="44577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7" name="Group 176"/>
          <p:cNvGrpSpPr/>
          <p:nvPr/>
        </p:nvGrpSpPr>
        <p:grpSpPr>
          <a:xfrm>
            <a:off x="10300970" y="8044815"/>
            <a:ext cx="1097280" cy="433070"/>
            <a:chOff x="15894" y="11429"/>
            <a:chExt cx="1728" cy="682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25" name="Rectangles 24"/>
            <p:cNvSpPr/>
            <p:nvPr/>
          </p:nvSpPr>
          <p:spPr>
            <a:xfrm>
              <a:off x="15894" y="11429"/>
              <a:ext cx="1728" cy="20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REST API</a:t>
              </a:r>
              <a:endParaRPr lang="en-US" sz="720"/>
            </a:p>
          </p:txBody>
        </p:sp>
        <p:sp>
          <p:nvSpPr>
            <p:cNvPr id="26" name="Rectangles 25"/>
            <p:cNvSpPr/>
            <p:nvPr/>
          </p:nvSpPr>
          <p:spPr>
            <a:xfrm>
              <a:off x="15894" y="11670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Import</a:t>
              </a:r>
              <a:endParaRPr lang="en-US" sz="720"/>
            </a:p>
          </p:txBody>
        </p:sp>
        <p:sp>
          <p:nvSpPr>
            <p:cNvPr id="72" name="Rectangles 71"/>
            <p:cNvSpPr/>
            <p:nvPr/>
          </p:nvSpPr>
          <p:spPr>
            <a:xfrm>
              <a:off x="15894" y="11909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>
                  <a:sym typeface="+mn-ea"/>
                </a:rPr>
                <a:t>Fetch History</a:t>
              </a:r>
              <a:endParaRPr lang="en-US" sz="720"/>
            </a:p>
          </p:txBody>
        </p:sp>
      </p:grpSp>
      <p:sp>
        <p:nvSpPr>
          <p:cNvPr id="51" name="Flowchart: Terminator 50"/>
          <p:cNvSpPr/>
          <p:nvPr/>
        </p:nvSpPr>
        <p:spPr>
          <a:xfrm>
            <a:off x="11269980" y="8360410"/>
            <a:ext cx="457200" cy="13716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history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78" name="Straight Arrow Connector 177"/>
          <p:cNvCxnSpPr/>
          <p:nvPr/>
        </p:nvCxnSpPr>
        <p:spPr>
          <a:xfrm>
            <a:off x="11398250" y="8261985"/>
            <a:ext cx="712470" cy="127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Straight Arrow Connector 178"/>
          <p:cNvCxnSpPr>
            <a:endCxn id="51" idx="3"/>
          </p:cNvCxnSpPr>
          <p:nvPr/>
        </p:nvCxnSpPr>
        <p:spPr>
          <a:xfrm flipH="1">
            <a:off x="11727180" y="8427085"/>
            <a:ext cx="495300" cy="190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105640" y="7432675"/>
            <a:ext cx="1387475" cy="200977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138" name="Group 137"/>
          <p:cNvGrpSpPr/>
          <p:nvPr/>
        </p:nvGrpSpPr>
        <p:grpSpPr>
          <a:xfrm rot="0">
            <a:off x="10145395" y="6245225"/>
            <a:ext cx="363855" cy="287020"/>
            <a:chOff x="10155" y="414"/>
            <a:chExt cx="1146" cy="883"/>
          </a:xfrm>
        </p:grpSpPr>
        <p:grpSp>
          <p:nvGrpSpPr>
            <p:cNvPr id="139" name="Group 138"/>
            <p:cNvGrpSpPr/>
            <p:nvPr/>
          </p:nvGrpSpPr>
          <p:grpSpPr>
            <a:xfrm>
              <a:off x="10155" y="414"/>
              <a:ext cx="854" cy="770"/>
              <a:chOff x="1264" y="991"/>
              <a:chExt cx="854" cy="770"/>
            </a:xfrm>
          </p:grpSpPr>
          <p:pic>
            <p:nvPicPr>
              <p:cNvPr id="140" name="Picture 139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64" y="991"/>
                <a:ext cx="854" cy="618"/>
              </a:xfrm>
              <a:prstGeom prst="rect">
                <a:avLst/>
              </a:prstGeom>
            </p:spPr>
          </p:pic>
          <p:pic>
            <p:nvPicPr>
              <p:cNvPr id="141" name="Picture 140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464" y="1201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142" name="Picture 141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626" y="1033"/>
              <a:ext cx="675" cy="264"/>
            </a:xfrm>
            <a:prstGeom prst="rect">
              <a:avLst/>
            </a:prstGeom>
          </p:spPr>
        </p:pic>
      </p:grpSp>
      <p:grpSp>
        <p:nvGrpSpPr>
          <p:cNvPr id="28" name="Group 27"/>
          <p:cNvGrpSpPr/>
          <p:nvPr/>
        </p:nvGrpSpPr>
        <p:grpSpPr>
          <a:xfrm rot="0">
            <a:off x="10158730" y="7839075"/>
            <a:ext cx="363855" cy="287020"/>
            <a:chOff x="10155" y="414"/>
            <a:chExt cx="1146" cy="883"/>
          </a:xfrm>
        </p:grpSpPr>
        <p:grpSp>
          <p:nvGrpSpPr>
            <p:cNvPr id="29" name="Group 28"/>
            <p:cNvGrpSpPr/>
            <p:nvPr/>
          </p:nvGrpSpPr>
          <p:grpSpPr>
            <a:xfrm>
              <a:off x="10155" y="414"/>
              <a:ext cx="854" cy="770"/>
              <a:chOff x="1264" y="991"/>
              <a:chExt cx="854" cy="770"/>
            </a:xfrm>
          </p:grpSpPr>
          <p:pic>
            <p:nvPicPr>
              <p:cNvPr id="33" name="Picture 32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64" y="991"/>
                <a:ext cx="854" cy="618"/>
              </a:xfrm>
              <a:prstGeom prst="rect">
                <a:avLst/>
              </a:prstGeom>
            </p:spPr>
          </p:pic>
          <p:pic>
            <p:nvPicPr>
              <p:cNvPr id="35" name="Picture 34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464" y="1201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39" name="Picture 38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626" y="1033"/>
              <a:ext cx="675" cy="264"/>
            </a:xfrm>
            <a:prstGeom prst="rect">
              <a:avLst/>
            </a:prstGeom>
          </p:spPr>
        </p:pic>
      </p:grpSp>
      <p:grpSp>
        <p:nvGrpSpPr>
          <p:cNvPr id="45" name="Group 44"/>
          <p:cNvGrpSpPr/>
          <p:nvPr/>
        </p:nvGrpSpPr>
        <p:grpSpPr>
          <a:xfrm>
            <a:off x="4371975" y="4302760"/>
            <a:ext cx="567690" cy="363220"/>
            <a:chOff x="6885" y="6776"/>
            <a:chExt cx="894" cy="572"/>
          </a:xfrm>
          <a:solidFill>
            <a:srgbClr val="92D050"/>
          </a:solidFill>
        </p:grpSpPr>
        <p:sp>
          <p:nvSpPr>
            <p:cNvPr id="40" name="Flowchart: Decision 39"/>
            <p:cNvSpPr/>
            <p:nvPr/>
          </p:nvSpPr>
          <p:spPr>
            <a:xfrm>
              <a:off x="6887" y="6776"/>
              <a:ext cx="889" cy="572"/>
            </a:xfrm>
            <a:prstGeom prst="flowChartDecision">
              <a:avLst/>
            </a:prstGeom>
            <a:grpFill/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vertOverflow="overflow" horzOverflow="overflow" vert="horz" wrap="square" lIns="0" rIns="0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endParaRPr lang="en-US" sz="550" b="1">
                <a:solidFill>
                  <a:schemeClr val="tx2">
                    <a:lumMod val="85000"/>
                    <a:lumOff val="15000"/>
                  </a:schemeClr>
                </a:solidFill>
                <a:sym typeface="+mn-ea"/>
              </a:endParaRPr>
            </a:p>
          </p:txBody>
        </p:sp>
        <p:sp>
          <p:nvSpPr>
            <p:cNvPr id="24" name="Text Box 23"/>
            <p:cNvSpPr txBox="1"/>
            <p:nvPr/>
          </p:nvSpPr>
          <p:spPr>
            <a:xfrm>
              <a:off x="6885" y="6924"/>
              <a:ext cx="894" cy="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sz="550" b="1">
                  <a:solidFill>
                    <a:schemeClr val="tx2">
                      <a:lumMod val="85000"/>
                      <a:lumOff val="15000"/>
                    </a:schemeClr>
                  </a:solidFill>
                </a:rPr>
                <a:t>Pending?</a:t>
              </a:r>
              <a:endParaRPr lang="en-US"/>
            </a:p>
          </p:txBody>
        </p:sp>
      </p:grpSp>
      <p:sp>
        <p:nvSpPr>
          <p:cNvPr id="83" name="Flowchart: Off-page Connector 82"/>
          <p:cNvSpPr/>
          <p:nvPr/>
        </p:nvSpPr>
        <p:spPr>
          <a:xfrm>
            <a:off x="10627995" y="8993061"/>
            <a:ext cx="438912" cy="219075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orders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grpSp>
        <p:nvGrpSpPr>
          <p:cNvPr id="102" name="Group 101"/>
          <p:cNvGrpSpPr/>
          <p:nvPr/>
        </p:nvGrpSpPr>
        <p:grpSpPr>
          <a:xfrm>
            <a:off x="11005396" y="8863395"/>
            <a:ext cx="203459" cy="216032"/>
            <a:chOff x="8092" y="1237"/>
            <a:chExt cx="482" cy="524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101" name="Oval 100"/>
            <p:cNvSpPr/>
            <p:nvPr/>
          </p:nvSpPr>
          <p:spPr>
            <a:xfrm>
              <a:off x="8092" y="1237"/>
              <a:ext cx="482" cy="524"/>
            </a:xfrm>
            <a:prstGeom prst="ellipse">
              <a:avLst/>
            </a:prstGeom>
            <a:solidFill>
              <a:schemeClr val="bg2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99" name="Picture 98"/>
            <p:cNvPicPr>
              <a:picLocks noChangeAspect="1"/>
            </p:cNvPicPr>
            <p:nvPr/>
          </p:nvPicPr>
          <p:blipFill>
            <a:blip r:embed="rId11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8130" y="1345"/>
              <a:ext cx="444" cy="408"/>
            </a:xfrm>
            <a:prstGeom prst="rect">
              <a:avLst/>
            </a:prstGeom>
          </p:spPr>
        </p:pic>
      </p:grpSp>
      <p:cxnSp>
        <p:nvCxnSpPr>
          <p:cNvPr id="87" name="Straight Arrow Connector 86"/>
          <p:cNvCxnSpPr>
            <a:stCxn id="83" idx="0"/>
            <a:endCxn id="72" idx="2"/>
          </p:cNvCxnSpPr>
          <p:nvPr/>
        </p:nvCxnSpPr>
        <p:spPr>
          <a:xfrm flipV="1">
            <a:off x="10847705" y="8477885"/>
            <a:ext cx="1905" cy="514985"/>
          </a:xfrm>
          <a:prstGeom prst="straightConnector1">
            <a:avLst/>
          </a:prstGeom>
          <a:ln>
            <a:prstDash val="sysDot"/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90" name="Flowchart: Off-page Connector 89"/>
          <p:cNvSpPr/>
          <p:nvPr/>
        </p:nvSpPr>
        <p:spPr>
          <a:xfrm>
            <a:off x="11269980" y="5915660"/>
            <a:ext cx="597535" cy="35750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6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1" i="0" u="none" strike="noStrike" cap="none" normalizeH="0" baseline="-25000" smtClean="0">
                <a:ln>
                  <a:noFill/>
                </a:ln>
                <a:solidFill>
                  <a:schemeClr val="accent2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Trades</a:t>
            </a:r>
            <a:endParaRPr kumimoji="0" lang="en-US" altLang="en-US" sz="1200" b="1" i="0" u="none" strike="noStrike" cap="none" normalizeH="0" baseline="-25000" smtClean="0">
              <a:ln>
                <a:noFill/>
              </a:ln>
              <a:solidFill>
                <a:schemeClr val="accent2">
                  <a:lumMod val="20000"/>
                  <a:lumOff val="8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165" name="Group 164"/>
          <p:cNvGrpSpPr/>
          <p:nvPr/>
        </p:nvGrpSpPr>
        <p:grpSpPr>
          <a:xfrm>
            <a:off x="6873875" y="6372225"/>
            <a:ext cx="778510" cy="1923415"/>
            <a:chOff x="8333" y="8022"/>
            <a:chExt cx="1226" cy="3029"/>
          </a:xfrm>
        </p:grpSpPr>
        <p:grpSp>
          <p:nvGrpSpPr>
            <p:cNvPr id="160" name="Group 159"/>
            <p:cNvGrpSpPr/>
            <p:nvPr/>
          </p:nvGrpSpPr>
          <p:grpSpPr>
            <a:xfrm rot="0">
              <a:off x="8333" y="8022"/>
              <a:ext cx="673" cy="526"/>
              <a:chOff x="16290" y="4518"/>
              <a:chExt cx="748" cy="584"/>
            </a:xfrm>
          </p:grpSpPr>
          <p:pic>
            <p:nvPicPr>
              <p:cNvPr id="161" name="Picture 160"/>
              <p:cNvPicPr>
                <a:picLocks noChangeAspect="1"/>
              </p:cNvPicPr>
              <p:nvPr/>
            </p:nvPicPr>
            <p:blipFill>
              <a:blip r:embed="rId1">
                <a:clrChange>
                  <a:clrFrom>
                    <a:srgbClr val="FFFFFF">
                      <a:alpha val="100000"/>
                    </a:srgbClr>
                  </a:clrFrom>
                  <a:clrTo>
                    <a:srgbClr val="FFFFFF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162" name="Oval 161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163" name="Picture 162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92" name="Picture 91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499" y="8445"/>
              <a:ext cx="1060" cy="2606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337" name="Text Box 336"/>
          <p:cNvSpPr txBox="1"/>
          <p:nvPr/>
        </p:nvSpPr>
        <p:spPr>
          <a:xfrm>
            <a:off x="9187180" y="3910330"/>
            <a:ext cx="2003425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App Request Submit Flow</a:t>
            </a:r>
            <a:endParaRPr lang="en-US" sz="900"/>
          </a:p>
          <a:p>
            <a:r>
              <a:rPr lang="en-US" sz="900"/>
              <a:t>08/13/2025</a:t>
            </a:r>
            <a:endParaRPr lang="en-US" sz="900"/>
          </a:p>
        </p:txBody>
      </p:sp>
      <p:cxnSp>
        <p:nvCxnSpPr>
          <p:cNvPr id="4" name="Straight Arrow Connector 3"/>
          <p:cNvCxnSpPr>
            <a:stCxn id="201" idx="2"/>
            <a:endCxn id="29" idx="0"/>
          </p:cNvCxnSpPr>
          <p:nvPr/>
        </p:nvCxnSpPr>
        <p:spPr>
          <a:xfrm>
            <a:off x="5775325" y="4937125"/>
            <a:ext cx="635" cy="37401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6" name="Straight Arrow Connector 335"/>
          <p:cNvCxnSpPr>
            <a:endCxn id="5" idx="1"/>
          </p:cNvCxnSpPr>
          <p:nvPr/>
        </p:nvCxnSpPr>
        <p:spPr>
          <a:xfrm flipV="1">
            <a:off x="4610100" y="4719320"/>
            <a:ext cx="635000" cy="63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Flowchart: Off-page Connector 16"/>
          <p:cNvSpPr/>
          <p:nvPr/>
        </p:nvSpPr>
        <p:spPr>
          <a:xfrm>
            <a:off x="5556113" y="4206240"/>
            <a:ext cx="438912" cy="219456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submit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cxnSp>
        <p:nvCxnSpPr>
          <p:cNvPr id="20" name="Straight Arrow Connector 19"/>
          <p:cNvCxnSpPr>
            <a:stCxn id="17" idx="2"/>
            <a:endCxn id="5" idx="0"/>
          </p:cNvCxnSpPr>
          <p:nvPr/>
        </p:nvCxnSpPr>
        <p:spPr>
          <a:xfrm flipH="1">
            <a:off x="5775325" y="4425950"/>
            <a:ext cx="635" cy="22860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6" name="Pictur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0945" y="4095750"/>
            <a:ext cx="1123950" cy="161925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9" name="Flowchart: Decision 28"/>
          <p:cNvSpPr/>
          <p:nvPr/>
        </p:nvSpPr>
        <p:spPr>
          <a:xfrm>
            <a:off x="5443147" y="5311140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request id?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0" name="Flowchart: Decision 29"/>
          <p:cNvSpPr/>
          <p:nvPr/>
        </p:nvSpPr>
        <p:spPr>
          <a:xfrm>
            <a:off x="7512685" y="530923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auto?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31" name="Straight Arrow Connector 30"/>
          <p:cNvCxnSpPr>
            <a:stCxn id="29" idx="2"/>
            <a:endCxn id="63" idx="0"/>
          </p:cNvCxnSpPr>
          <p:nvPr/>
        </p:nvCxnSpPr>
        <p:spPr>
          <a:xfrm flipH="1">
            <a:off x="5775325" y="5796280"/>
            <a:ext cx="635" cy="48006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5701558" y="593534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34" name="Flowchart: Decision 33"/>
          <p:cNvSpPr/>
          <p:nvPr/>
        </p:nvSpPr>
        <p:spPr>
          <a:xfrm>
            <a:off x="5443147" y="6737350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exists?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55" name="Straight Arrow Connector 54"/>
          <p:cNvCxnSpPr>
            <a:stCxn id="30" idx="3"/>
            <a:endCxn id="148" idx="1"/>
          </p:cNvCxnSpPr>
          <p:nvPr/>
        </p:nvCxnSpPr>
        <p:spPr>
          <a:xfrm flipV="1">
            <a:off x="8177530" y="5531485"/>
            <a:ext cx="471805" cy="2032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8287385" y="5471795"/>
            <a:ext cx="147955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grpSp>
        <p:nvGrpSpPr>
          <p:cNvPr id="197" name="Group 196"/>
          <p:cNvGrpSpPr/>
          <p:nvPr/>
        </p:nvGrpSpPr>
        <p:grpSpPr>
          <a:xfrm>
            <a:off x="5245344" y="6276340"/>
            <a:ext cx="1060450" cy="285750"/>
            <a:chOff x="8264" y="9884"/>
            <a:chExt cx="1670" cy="450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63" name="Rectangles 62"/>
            <p:cNvSpPr/>
            <p:nvPr/>
          </p:nvSpPr>
          <p:spPr>
            <a:xfrm>
              <a:off x="8264" y="9884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Update</a:t>
              </a:r>
              <a:endParaRPr lang="en-US" sz="720"/>
            </a:p>
          </p:txBody>
        </p:sp>
        <p:sp>
          <p:nvSpPr>
            <p:cNvPr id="64" name="Rectangles 63"/>
            <p:cNvSpPr/>
            <p:nvPr/>
          </p:nvSpPr>
          <p:spPr>
            <a:xfrm>
              <a:off x="8264" y="10131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Fetch</a:t>
              </a:r>
              <a:endParaRPr lang="en-US" sz="720"/>
            </a:p>
          </p:txBody>
        </p:sp>
      </p:grpSp>
      <p:sp>
        <p:nvSpPr>
          <p:cNvPr id="65" name="Flowchart: Terminator 64"/>
          <p:cNvSpPr/>
          <p:nvPr/>
        </p:nvSpPr>
        <p:spPr>
          <a:xfrm>
            <a:off x="4818380" y="6421120"/>
            <a:ext cx="50038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request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69" name="Straight Arrow Connector 68"/>
          <p:cNvCxnSpPr/>
          <p:nvPr/>
        </p:nvCxnSpPr>
        <p:spPr>
          <a:xfrm flipV="1">
            <a:off x="4331335" y="6496685"/>
            <a:ext cx="487045" cy="6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/>
          <p:cNvCxnSpPr>
            <a:stCxn id="29" idx="3"/>
            <a:endCxn id="30" idx="1"/>
          </p:cNvCxnSpPr>
          <p:nvPr/>
        </p:nvCxnSpPr>
        <p:spPr>
          <a:xfrm flipV="1">
            <a:off x="6108065" y="5551805"/>
            <a:ext cx="1404620" cy="190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6472555" y="5473700"/>
            <a:ext cx="147955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78" name="Straight Arrow Connector 77"/>
          <p:cNvCxnSpPr>
            <a:stCxn id="64" idx="2"/>
            <a:endCxn id="34" idx="0"/>
          </p:cNvCxnSpPr>
          <p:nvPr/>
        </p:nvCxnSpPr>
        <p:spPr>
          <a:xfrm>
            <a:off x="5775325" y="6562090"/>
            <a:ext cx="635" cy="17526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1" name="Group 170"/>
          <p:cNvGrpSpPr/>
          <p:nvPr/>
        </p:nvGrpSpPr>
        <p:grpSpPr>
          <a:xfrm>
            <a:off x="3743960" y="5728970"/>
            <a:ext cx="781050" cy="2398395"/>
            <a:chOff x="3393" y="7555"/>
            <a:chExt cx="1230" cy="3777"/>
          </a:xfrm>
        </p:grpSpPr>
        <p:grpSp>
          <p:nvGrpSpPr>
            <p:cNvPr id="79" name="Group 78"/>
            <p:cNvGrpSpPr/>
            <p:nvPr/>
          </p:nvGrpSpPr>
          <p:grpSpPr>
            <a:xfrm rot="0">
              <a:off x="3393" y="7555"/>
              <a:ext cx="673" cy="526"/>
              <a:chOff x="16290" y="4518"/>
              <a:chExt cx="748" cy="584"/>
            </a:xfrm>
          </p:grpSpPr>
          <p:pic>
            <p:nvPicPr>
              <p:cNvPr id="80" name="Picture 79"/>
              <p:cNvPicPr>
                <a:picLocks noChangeAspect="1"/>
              </p:cNvPicPr>
              <p:nvPr/>
            </p:nvPicPr>
            <p:blipFill>
              <a:blip r:embed="rId1">
                <a:clrChange>
                  <a:clrFrom>
                    <a:srgbClr val="FFFFFF">
                      <a:alpha val="100000"/>
                    </a:srgbClr>
                  </a:clrFrom>
                  <a:clrTo>
                    <a:srgbClr val="FFFFFF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81" name="Oval 80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82" name="Picture 81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68" name="Picture 67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559" y="7976"/>
              <a:ext cx="1065" cy="3357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cxnSp>
        <p:nvCxnSpPr>
          <p:cNvPr id="84" name="Straight Arrow Connector 83"/>
          <p:cNvCxnSpPr>
            <a:stCxn id="30" idx="2"/>
            <a:endCxn id="94" idx="0"/>
          </p:cNvCxnSpPr>
          <p:nvPr/>
        </p:nvCxnSpPr>
        <p:spPr>
          <a:xfrm>
            <a:off x="7845425" y="5794375"/>
            <a:ext cx="3810" cy="133413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7768483" y="616013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88" name="Flowchart: Decision 87"/>
          <p:cNvSpPr/>
          <p:nvPr/>
        </p:nvSpPr>
        <p:spPr>
          <a:xfrm>
            <a:off x="8843010" y="599630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pending?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89" name="Straight Arrow Connector 88"/>
          <p:cNvCxnSpPr>
            <a:stCxn id="34" idx="3"/>
            <a:endCxn id="93" idx="1"/>
          </p:cNvCxnSpPr>
          <p:nvPr/>
        </p:nvCxnSpPr>
        <p:spPr>
          <a:xfrm flipV="1">
            <a:off x="6108065" y="6972300"/>
            <a:ext cx="418465" cy="762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Oval 89"/>
          <p:cNvSpPr/>
          <p:nvPr/>
        </p:nvSpPr>
        <p:spPr>
          <a:xfrm>
            <a:off x="6224163" y="6899910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93" name="Flowchart: Terminator 92"/>
          <p:cNvSpPr/>
          <p:nvPr/>
        </p:nvSpPr>
        <p:spPr>
          <a:xfrm>
            <a:off x="6526530" y="6899910"/>
            <a:ext cx="50038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insert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4" name="Flowchart: Terminator 93"/>
          <p:cNvSpPr/>
          <p:nvPr/>
        </p:nvSpPr>
        <p:spPr>
          <a:xfrm>
            <a:off x="7609840" y="7128510"/>
            <a:ext cx="47879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queued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8" name="Flowchart: Terminator 97"/>
          <p:cNvSpPr/>
          <p:nvPr/>
        </p:nvSpPr>
        <p:spPr>
          <a:xfrm>
            <a:off x="6548120" y="7843520"/>
            <a:ext cx="47879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update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198" name="Group 197"/>
          <p:cNvGrpSpPr/>
          <p:nvPr/>
        </p:nvGrpSpPr>
        <p:grpSpPr>
          <a:xfrm>
            <a:off x="8649335" y="5466715"/>
            <a:ext cx="1060450" cy="288925"/>
            <a:chOff x="13621" y="8609"/>
            <a:chExt cx="1670" cy="455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148" name="Rectangles 147"/>
            <p:cNvSpPr/>
            <p:nvPr/>
          </p:nvSpPr>
          <p:spPr>
            <a:xfrm>
              <a:off x="13621" y="8609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Insert</a:t>
              </a:r>
              <a:endParaRPr lang="en-US" sz="720"/>
            </a:p>
          </p:txBody>
        </p:sp>
        <p:sp>
          <p:nvSpPr>
            <p:cNvPr id="149" name="Rectangles 148"/>
            <p:cNvSpPr/>
            <p:nvPr/>
          </p:nvSpPr>
          <p:spPr>
            <a:xfrm>
              <a:off x="13621" y="8861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Fetch</a:t>
              </a:r>
              <a:endParaRPr lang="en-US" sz="720"/>
            </a:p>
          </p:txBody>
        </p:sp>
      </p:grpSp>
      <p:sp>
        <p:nvSpPr>
          <p:cNvPr id="151" name="Flowchart: Terminator 150"/>
          <p:cNvSpPr/>
          <p:nvPr/>
        </p:nvSpPr>
        <p:spPr>
          <a:xfrm>
            <a:off x="9681210" y="5624195"/>
            <a:ext cx="50038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pending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52" name="Straight Arrow Connector 151"/>
          <p:cNvCxnSpPr>
            <a:stCxn id="149" idx="2"/>
            <a:endCxn id="88" idx="0"/>
          </p:cNvCxnSpPr>
          <p:nvPr/>
        </p:nvCxnSpPr>
        <p:spPr>
          <a:xfrm flipH="1">
            <a:off x="9175750" y="5755640"/>
            <a:ext cx="3810" cy="24066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/>
          <p:cNvCxnSpPr>
            <a:stCxn id="88" idx="1"/>
            <a:endCxn id="85" idx="6"/>
          </p:cNvCxnSpPr>
          <p:nvPr/>
        </p:nvCxnSpPr>
        <p:spPr>
          <a:xfrm flipH="1">
            <a:off x="7916545" y="6238875"/>
            <a:ext cx="926465" cy="127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Arrow Connector 165"/>
          <p:cNvCxnSpPr>
            <a:endCxn id="151" idx="3"/>
          </p:cNvCxnSpPr>
          <p:nvPr/>
        </p:nvCxnSpPr>
        <p:spPr>
          <a:xfrm flipH="1">
            <a:off x="10181590" y="5692140"/>
            <a:ext cx="332740" cy="444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Arrow Connector 166"/>
          <p:cNvCxnSpPr>
            <a:stCxn id="88" idx="2"/>
          </p:cNvCxnSpPr>
          <p:nvPr/>
        </p:nvCxnSpPr>
        <p:spPr>
          <a:xfrm flipH="1">
            <a:off x="9171305" y="6481445"/>
            <a:ext cx="4445" cy="46863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Oval 167"/>
          <p:cNvSpPr/>
          <p:nvPr/>
        </p:nvSpPr>
        <p:spPr>
          <a:xfrm>
            <a:off x="9101348" y="6609080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169" name="Flowchart: Decision 168"/>
          <p:cNvSpPr/>
          <p:nvPr/>
        </p:nvSpPr>
        <p:spPr>
          <a:xfrm>
            <a:off x="8845550" y="695007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request</a:t>
            </a:r>
            <a:endParaRPr lang="en-US" sz="52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&gt; max</a:t>
            </a:r>
            <a:endParaRPr lang="en-US" sz="52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create</a:t>
            </a:r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?</a:t>
            </a:r>
            <a:endParaRPr lang="en-US" sz="52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grpSp>
        <p:nvGrpSpPr>
          <p:cNvPr id="172" name="Group 171"/>
          <p:cNvGrpSpPr/>
          <p:nvPr/>
        </p:nvGrpSpPr>
        <p:grpSpPr>
          <a:xfrm>
            <a:off x="10408920" y="4363085"/>
            <a:ext cx="781050" cy="2398395"/>
            <a:chOff x="3393" y="7555"/>
            <a:chExt cx="1230" cy="3777"/>
          </a:xfrm>
        </p:grpSpPr>
        <p:grpSp>
          <p:nvGrpSpPr>
            <p:cNvPr id="173" name="Group 172"/>
            <p:cNvGrpSpPr/>
            <p:nvPr/>
          </p:nvGrpSpPr>
          <p:grpSpPr>
            <a:xfrm rot="0">
              <a:off x="3393" y="7555"/>
              <a:ext cx="673" cy="526"/>
              <a:chOff x="16290" y="4518"/>
              <a:chExt cx="748" cy="584"/>
            </a:xfrm>
          </p:grpSpPr>
          <p:pic>
            <p:nvPicPr>
              <p:cNvPr id="174" name="Picture 173"/>
              <p:cNvPicPr>
                <a:picLocks noChangeAspect="1"/>
              </p:cNvPicPr>
              <p:nvPr/>
            </p:nvPicPr>
            <p:blipFill>
              <a:blip r:embed="rId1">
                <a:clrChange>
                  <a:clrFrom>
                    <a:srgbClr val="FFFFFF">
                      <a:alpha val="100000"/>
                    </a:srgbClr>
                  </a:clrFrom>
                  <a:clrTo>
                    <a:srgbClr val="FFFFFF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175" name="Oval 174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176" name="Picture 175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177" name="Picture 176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559" y="7976"/>
              <a:ext cx="1065" cy="3357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cxnSp>
        <p:nvCxnSpPr>
          <p:cNvPr id="181" name="Straight Arrow Connector 180"/>
          <p:cNvCxnSpPr>
            <a:stCxn id="169" idx="2"/>
            <a:endCxn id="184" idx="0"/>
          </p:cNvCxnSpPr>
          <p:nvPr/>
        </p:nvCxnSpPr>
        <p:spPr>
          <a:xfrm flipH="1">
            <a:off x="9173210" y="7435215"/>
            <a:ext cx="5080" cy="42989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/>
          <p:cNvSpPr/>
          <p:nvPr/>
        </p:nvSpPr>
        <p:spPr>
          <a:xfrm>
            <a:off x="9103253" y="754443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grpSp>
        <p:nvGrpSpPr>
          <p:cNvPr id="199" name="Group 198"/>
          <p:cNvGrpSpPr/>
          <p:nvPr/>
        </p:nvGrpSpPr>
        <p:grpSpPr>
          <a:xfrm>
            <a:off x="8642985" y="7865110"/>
            <a:ext cx="1060450" cy="282575"/>
            <a:chOff x="13611" y="12386"/>
            <a:chExt cx="1670" cy="445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184" name="Rectangles 183"/>
            <p:cNvSpPr/>
            <p:nvPr/>
          </p:nvSpPr>
          <p:spPr>
            <a:xfrm>
              <a:off x="13611" y="12386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Cancel</a:t>
              </a:r>
              <a:endParaRPr lang="en-US" sz="720"/>
            </a:p>
          </p:txBody>
        </p:sp>
        <p:sp>
          <p:nvSpPr>
            <p:cNvPr id="185" name="Rectangles 184"/>
            <p:cNvSpPr/>
            <p:nvPr/>
          </p:nvSpPr>
          <p:spPr>
            <a:xfrm>
              <a:off x="13611" y="12628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Cancels</a:t>
              </a:r>
              <a:endParaRPr lang="en-US" sz="720"/>
            </a:p>
          </p:txBody>
        </p:sp>
      </p:grpSp>
      <p:sp>
        <p:nvSpPr>
          <p:cNvPr id="190" name="Flowchart: Terminator 189"/>
          <p:cNvSpPr/>
          <p:nvPr/>
        </p:nvSpPr>
        <p:spPr>
          <a:xfrm>
            <a:off x="7609840" y="7982585"/>
            <a:ext cx="478790" cy="18542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cancel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array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92" name="Straight Arrow Connector 191"/>
          <p:cNvCxnSpPr>
            <a:stCxn id="185" idx="1"/>
            <a:endCxn id="190" idx="3"/>
          </p:cNvCxnSpPr>
          <p:nvPr/>
        </p:nvCxnSpPr>
        <p:spPr>
          <a:xfrm flipH="1" flipV="1">
            <a:off x="8088630" y="8075295"/>
            <a:ext cx="554355" cy="825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Straight Arrow Connector 192"/>
          <p:cNvCxnSpPr>
            <a:stCxn id="190" idx="0"/>
            <a:endCxn id="94" idx="2"/>
          </p:cNvCxnSpPr>
          <p:nvPr/>
        </p:nvCxnSpPr>
        <p:spPr>
          <a:xfrm flipV="1">
            <a:off x="7849235" y="7272655"/>
            <a:ext cx="0" cy="70993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Flowchart: Terminator 193"/>
          <p:cNvSpPr/>
          <p:nvPr/>
        </p:nvSpPr>
        <p:spPr>
          <a:xfrm>
            <a:off x="9681210" y="8006080"/>
            <a:ext cx="50038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pending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96" name="Straight Arrow Connector 195"/>
          <p:cNvCxnSpPr>
            <a:stCxn id="151" idx="2"/>
            <a:endCxn id="194" idx="0"/>
          </p:cNvCxnSpPr>
          <p:nvPr/>
        </p:nvCxnSpPr>
        <p:spPr>
          <a:xfrm>
            <a:off x="9931400" y="5768340"/>
            <a:ext cx="0" cy="223774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3" name="Group 202"/>
          <p:cNvGrpSpPr/>
          <p:nvPr/>
        </p:nvGrpSpPr>
        <p:grpSpPr>
          <a:xfrm>
            <a:off x="5245344" y="4654550"/>
            <a:ext cx="1060450" cy="281940"/>
            <a:chOff x="8271" y="7330"/>
            <a:chExt cx="1670" cy="444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5" name="Rectangles 4"/>
            <p:cNvSpPr/>
            <p:nvPr/>
          </p:nvSpPr>
          <p:spPr>
            <a:xfrm>
              <a:off x="8271" y="7330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Submit</a:t>
              </a:r>
              <a:endParaRPr lang="en-US" sz="720"/>
            </a:p>
          </p:txBody>
        </p:sp>
        <p:sp>
          <p:nvSpPr>
            <p:cNvPr id="201" name="Rectangles 200"/>
            <p:cNvSpPr/>
            <p:nvPr/>
          </p:nvSpPr>
          <p:spPr>
            <a:xfrm>
              <a:off x="8271" y="7572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Format Request</a:t>
              </a:r>
              <a:endParaRPr lang="en-US" sz="720"/>
            </a:p>
          </p:txBody>
        </p:sp>
      </p:grpSp>
      <p:cxnSp>
        <p:nvCxnSpPr>
          <p:cNvPr id="204" name="Straight Arrow Connector 203"/>
          <p:cNvCxnSpPr/>
          <p:nvPr/>
        </p:nvCxnSpPr>
        <p:spPr>
          <a:xfrm flipH="1">
            <a:off x="5771515" y="7207885"/>
            <a:ext cx="4445" cy="46863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" name="Oval 204"/>
          <p:cNvSpPr/>
          <p:nvPr/>
        </p:nvSpPr>
        <p:spPr>
          <a:xfrm>
            <a:off x="5701558" y="7335520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206" name="Flowchart: Decision 205"/>
          <p:cNvSpPr/>
          <p:nvPr/>
        </p:nvSpPr>
        <p:spPr>
          <a:xfrm>
            <a:off x="5443147" y="767651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request</a:t>
            </a:r>
            <a:endParaRPr lang="en-US" sz="52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&gt; max</a:t>
            </a:r>
            <a:endParaRPr lang="en-US" sz="52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create</a:t>
            </a:r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?</a:t>
            </a:r>
            <a:endParaRPr lang="en-US" sz="52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207" name="Straight Arrow Connector 206"/>
          <p:cNvCxnSpPr>
            <a:stCxn id="206" idx="3"/>
            <a:endCxn id="98" idx="1"/>
          </p:cNvCxnSpPr>
          <p:nvPr/>
        </p:nvCxnSpPr>
        <p:spPr>
          <a:xfrm flipV="1">
            <a:off x="6108065" y="7915910"/>
            <a:ext cx="440055" cy="317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6224163" y="7833360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307" name="Straight Arrow Connector 306"/>
          <p:cNvCxnSpPr>
            <a:endCxn id="308" idx="3"/>
          </p:cNvCxnSpPr>
          <p:nvPr/>
        </p:nvCxnSpPr>
        <p:spPr>
          <a:xfrm flipH="1">
            <a:off x="5184775" y="7621270"/>
            <a:ext cx="660400" cy="7620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6" name="Straight Arrow Connector 275"/>
          <p:cNvCxnSpPr>
            <a:endCxn id="277" idx="3"/>
          </p:cNvCxnSpPr>
          <p:nvPr/>
        </p:nvCxnSpPr>
        <p:spPr>
          <a:xfrm flipH="1">
            <a:off x="5179695" y="7458710"/>
            <a:ext cx="660400" cy="7620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8" name="Group 267"/>
          <p:cNvGrpSpPr/>
          <p:nvPr/>
        </p:nvGrpSpPr>
        <p:grpSpPr>
          <a:xfrm rot="0">
            <a:off x="5405120" y="4138930"/>
            <a:ext cx="427355" cy="334010"/>
            <a:chOff x="16290" y="4518"/>
            <a:chExt cx="748" cy="584"/>
          </a:xfrm>
        </p:grpSpPr>
        <p:pic>
          <p:nvPicPr>
            <p:cNvPr id="269" name="Picture 268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270" name="Oval 269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271" name="Picture 270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  <p:grpSp>
        <p:nvGrpSpPr>
          <p:cNvPr id="272" name="Group 271"/>
          <p:cNvGrpSpPr/>
          <p:nvPr/>
        </p:nvGrpSpPr>
        <p:grpSpPr>
          <a:xfrm rot="0">
            <a:off x="5408295" y="6641465"/>
            <a:ext cx="427355" cy="334010"/>
            <a:chOff x="16290" y="4518"/>
            <a:chExt cx="748" cy="584"/>
          </a:xfrm>
        </p:grpSpPr>
        <p:pic>
          <p:nvPicPr>
            <p:cNvPr id="273" name="Picture 272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274" name="Oval 273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275" name="Picture 274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  <p:pic>
        <p:nvPicPr>
          <p:cNvPr id="237" name="Picture 23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0530" y="6917055"/>
            <a:ext cx="967105" cy="864235"/>
          </a:xfrm>
          <a:prstGeom prst="rect">
            <a:avLst/>
          </a:prstGeom>
        </p:spPr>
      </p:pic>
      <p:pic>
        <p:nvPicPr>
          <p:cNvPr id="245" name="Picture 24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0530" y="4407535"/>
            <a:ext cx="951865" cy="2018665"/>
          </a:xfrm>
          <a:prstGeom prst="rect">
            <a:avLst/>
          </a:prstGeom>
        </p:spPr>
      </p:pic>
      <p:sp>
        <p:nvSpPr>
          <p:cNvPr id="22" name="Flowchart: Decision 21"/>
          <p:cNvSpPr/>
          <p:nvPr/>
        </p:nvSpPr>
        <p:spPr>
          <a:xfrm>
            <a:off x="7506401" y="6909584"/>
            <a:ext cx="664670" cy="488644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active?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23" name="Straight Arrow Connector 22"/>
          <p:cNvCxnSpPr/>
          <p:nvPr/>
        </p:nvCxnSpPr>
        <p:spPr>
          <a:xfrm>
            <a:off x="7837170" y="6563360"/>
            <a:ext cx="1905" cy="325755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03" name="Group 302"/>
          <p:cNvGrpSpPr/>
          <p:nvPr/>
        </p:nvGrpSpPr>
        <p:grpSpPr>
          <a:xfrm>
            <a:off x="9576435" y="5320030"/>
            <a:ext cx="1210945" cy="631126"/>
            <a:chOff x="16442" y="7775"/>
            <a:chExt cx="1907" cy="994"/>
          </a:xfrm>
        </p:grpSpPr>
        <p:grpSp>
          <p:nvGrpSpPr>
            <p:cNvPr id="30" name="Group 29"/>
            <p:cNvGrpSpPr/>
            <p:nvPr/>
          </p:nvGrpSpPr>
          <p:grpSpPr>
            <a:xfrm rot="0">
              <a:off x="16679" y="8099"/>
              <a:ext cx="1670" cy="670"/>
              <a:chOff x="13390" y="2057"/>
              <a:chExt cx="1855" cy="745"/>
            </a:xfrm>
          </p:grpSpPr>
          <p:sp>
            <p:nvSpPr>
              <p:cNvPr id="31" name="Rectangles 30"/>
              <p:cNvSpPr/>
              <p:nvPr/>
            </p:nvSpPr>
            <p:spPr>
              <a:xfrm>
                <a:off x="13390" y="2057"/>
                <a:ext cx="1855" cy="22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720"/>
                  <a:t>REST API</a:t>
                </a:r>
                <a:endParaRPr lang="en-US" sz="720"/>
              </a:p>
            </p:txBody>
          </p:sp>
          <p:sp>
            <p:nvSpPr>
              <p:cNvPr id="32" name="Rectangles 31"/>
              <p:cNvSpPr/>
              <p:nvPr/>
            </p:nvSpPr>
            <p:spPr>
              <a:xfrm>
                <a:off x="13390" y="2314"/>
                <a:ext cx="1855" cy="226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720">
                    <a:sym typeface="+mn-ea"/>
                  </a:rPr>
                  <a:t>Import</a:t>
                </a:r>
                <a:endParaRPr lang="en-US" sz="720"/>
              </a:p>
            </p:txBody>
          </p:sp>
          <p:sp>
            <p:nvSpPr>
              <p:cNvPr id="34" name="Rectangles 33"/>
              <p:cNvSpPr/>
              <p:nvPr/>
            </p:nvSpPr>
            <p:spPr>
              <a:xfrm>
                <a:off x="13390" y="2576"/>
                <a:ext cx="1855" cy="226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720">
                    <a:sym typeface="+mn-ea"/>
                  </a:rPr>
                  <a:t>Fetch Active</a:t>
                </a:r>
                <a:endParaRPr lang="en-US" sz="720"/>
              </a:p>
            </p:txBody>
          </p:sp>
        </p:grpSp>
        <p:grpSp>
          <p:nvGrpSpPr>
            <p:cNvPr id="138" name="Group 137"/>
            <p:cNvGrpSpPr/>
            <p:nvPr/>
          </p:nvGrpSpPr>
          <p:grpSpPr>
            <a:xfrm rot="0">
              <a:off x="16442" y="7775"/>
              <a:ext cx="573" cy="452"/>
              <a:chOff x="10155" y="414"/>
              <a:chExt cx="1146" cy="883"/>
            </a:xfrm>
          </p:grpSpPr>
          <p:grpSp>
            <p:nvGrpSpPr>
              <p:cNvPr id="139" name="Group 138"/>
              <p:cNvGrpSpPr/>
              <p:nvPr/>
            </p:nvGrpSpPr>
            <p:grpSpPr>
              <a:xfrm>
                <a:off x="10155" y="414"/>
                <a:ext cx="854" cy="770"/>
                <a:chOff x="1264" y="991"/>
                <a:chExt cx="854" cy="770"/>
              </a:xfrm>
            </p:grpSpPr>
            <p:pic>
              <p:nvPicPr>
                <p:cNvPr id="140" name="Picture 139"/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264" y="991"/>
                  <a:ext cx="854" cy="618"/>
                </a:xfrm>
                <a:prstGeom prst="rect">
                  <a:avLst/>
                </a:prstGeom>
              </p:spPr>
            </p:pic>
            <p:pic>
              <p:nvPicPr>
                <p:cNvPr id="141" name="Picture 140"/>
                <p:cNvPicPr>
                  <a:picLocks noChangeAspect="1"/>
                </p:cNvPicPr>
                <p:nvPr/>
              </p:nvPicPr>
              <p:blipFill>
                <a:blip r:embed="rId1"/>
                <a:stretch>
                  <a:fillRect/>
                </a:stretch>
              </p:blipFill>
              <p:spPr>
                <a:xfrm>
                  <a:off x="1464" y="1201"/>
                  <a:ext cx="454" cy="560"/>
                </a:xfrm>
                <a:prstGeom prst="rect">
                  <a:avLst/>
                </a:prstGeom>
              </p:spPr>
            </p:pic>
          </p:grpSp>
          <p:pic>
            <p:nvPicPr>
              <p:cNvPr id="142" name="Picture 141"/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0626" y="1033"/>
                <a:ext cx="675" cy="264"/>
              </a:xfrm>
              <a:prstGeom prst="rect">
                <a:avLst/>
              </a:prstGeom>
            </p:spPr>
          </p:pic>
        </p:grpSp>
      </p:grpSp>
      <p:cxnSp>
        <p:nvCxnSpPr>
          <p:cNvPr id="37" name="Straight Arrow Connector 36"/>
          <p:cNvCxnSpPr/>
          <p:nvPr/>
        </p:nvCxnSpPr>
        <p:spPr>
          <a:xfrm flipH="1">
            <a:off x="10257155" y="4874895"/>
            <a:ext cx="1270" cy="6508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/>
          <p:nvPr/>
        </p:nvCxnSpPr>
        <p:spPr>
          <a:xfrm>
            <a:off x="10787594" y="5743783"/>
            <a:ext cx="299473" cy="34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/>
          <p:cNvCxnSpPr/>
          <p:nvPr/>
        </p:nvCxnSpPr>
        <p:spPr>
          <a:xfrm flipH="1" flipV="1">
            <a:off x="10788015" y="4518025"/>
            <a:ext cx="353060" cy="6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/>
          <p:cNvCxnSpPr/>
          <p:nvPr/>
        </p:nvCxnSpPr>
        <p:spPr>
          <a:xfrm flipH="1">
            <a:off x="10788015" y="5884545"/>
            <a:ext cx="339725" cy="31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7" name="Group 86"/>
          <p:cNvGrpSpPr/>
          <p:nvPr/>
        </p:nvGrpSpPr>
        <p:grpSpPr>
          <a:xfrm>
            <a:off x="9728009" y="4451786"/>
            <a:ext cx="1060157" cy="428635"/>
            <a:chOff x="12732" y="1607"/>
            <a:chExt cx="1855" cy="750"/>
          </a:xfrm>
        </p:grpSpPr>
        <p:sp>
          <p:nvSpPr>
            <p:cNvPr id="148" name="Rectangles 147"/>
            <p:cNvSpPr/>
            <p:nvPr/>
          </p:nvSpPr>
          <p:spPr>
            <a:xfrm>
              <a:off x="12732" y="2131"/>
              <a:ext cx="1855" cy="22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Timer</a:t>
              </a:r>
              <a:endParaRPr lang="en-US" sz="720"/>
            </a:p>
          </p:txBody>
        </p:sp>
        <p:sp>
          <p:nvSpPr>
            <p:cNvPr id="8" name="Rectangles 7"/>
            <p:cNvSpPr/>
            <p:nvPr/>
          </p:nvSpPr>
          <p:spPr>
            <a:xfrm>
              <a:off x="12732" y="1607"/>
              <a:ext cx="1855" cy="22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Websocket</a:t>
              </a:r>
              <a:endParaRPr lang="en-US" sz="720"/>
            </a:p>
          </p:txBody>
        </p:sp>
        <p:sp>
          <p:nvSpPr>
            <p:cNvPr id="9" name="Rectangles 8"/>
            <p:cNvSpPr/>
            <p:nvPr/>
          </p:nvSpPr>
          <p:spPr>
            <a:xfrm>
              <a:off x="12732" y="1867"/>
              <a:ext cx="1855" cy="22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Message</a:t>
              </a:r>
              <a:endParaRPr lang="en-US" sz="720"/>
            </a:p>
          </p:txBody>
        </p:sp>
      </p:grpSp>
      <p:grpSp>
        <p:nvGrpSpPr>
          <p:cNvPr id="96" name="Group 95"/>
          <p:cNvGrpSpPr/>
          <p:nvPr/>
        </p:nvGrpSpPr>
        <p:grpSpPr>
          <a:xfrm>
            <a:off x="9575987" y="4244581"/>
            <a:ext cx="363482" cy="286900"/>
            <a:chOff x="12459" y="1283"/>
            <a:chExt cx="636" cy="502"/>
          </a:xfrm>
        </p:grpSpPr>
        <p:pic>
          <p:nvPicPr>
            <p:cNvPr id="93" name="Picture 92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2459" y="1283"/>
              <a:ext cx="475" cy="351"/>
            </a:xfrm>
            <a:prstGeom prst="rect">
              <a:avLst/>
            </a:prstGeom>
          </p:spPr>
        </p:pic>
        <p:pic>
          <p:nvPicPr>
            <p:cNvPr id="94" name="Picture 93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2570" y="1402"/>
              <a:ext cx="252" cy="318"/>
            </a:xfrm>
            <a:prstGeom prst="rect">
              <a:avLst/>
            </a:prstGeom>
          </p:spPr>
        </p:pic>
        <p:pic>
          <p:nvPicPr>
            <p:cNvPr id="95" name="Picture 94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2721" y="1635"/>
              <a:ext cx="375" cy="150"/>
            </a:xfrm>
            <a:prstGeom prst="rect">
              <a:avLst/>
            </a:prstGeom>
          </p:spPr>
        </p:pic>
      </p:grpSp>
      <p:grpSp>
        <p:nvGrpSpPr>
          <p:cNvPr id="102" name="Group 101"/>
          <p:cNvGrpSpPr/>
          <p:nvPr/>
        </p:nvGrpSpPr>
        <p:grpSpPr>
          <a:xfrm>
            <a:off x="10650431" y="4760025"/>
            <a:ext cx="203459" cy="216032"/>
            <a:chOff x="8092" y="1237"/>
            <a:chExt cx="482" cy="524"/>
          </a:xfrm>
        </p:grpSpPr>
        <p:sp>
          <p:nvSpPr>
            <p:cNvPr id="101" name="Oval 100"/>
            <p:cNvSpPr/>
            <p:nvPr/>
          </p:nvSpPr>
          <p:spPr>
            <a:xfrm>
              <a:off x="8092" y="1237"/>
              <a:ext cx="482" cy="524"/>
            </a:xfrm>
            <a:prstGeom prst="ellipse">
              <a:avLst/>
            </a:prstGeom>
            <a:solidFill>
              <a:schemeClr val="bg2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99" name="Picture 98"/>
            <p:cNvPicPr>
              <a:picLocks noChangeAspect="1"/>
            </p:cNvPicPr>
            <p:nvPr/>
          </p:nvPicPr>
          <p:blipFill>
            <a:blip r:embed="rId7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8130" y="1345"/>
              <a:ext cx="444" cy="408"/>
            </a:xfrm>
            <a:prstGeom prst="rect">
              <a:avLst/>
            </a:prstGeom>
          </p:spPr>
        </p:pic>
      </p:grpSp>
      <p:cxnSp>
        <p:nvCxnSpPr>
          <p:cNvPr id="175" name="Straight Arrow Connector 174"/>
          <p:cNvCxnSpPr>
            <a:stCxn id="22" idx="1"/>
            <a:endCxn id="25" idx="3"/>
          </p:cNvCxnSpPr>
          <p:nvPr/>
        </p:nvCxnSpPr>
        <p:spPr>
          <a:xfrm flipH="1">
            <a:off x="6845935" y="7153910"/>
            <a:ext cx="660400" cy="7620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Oval 132"/>
          <p:cNvSpPr/>
          <p:nvPr/>
        </p:nvSpPr>
        <p:spPr>
          <a:xfrm>
            <a:off x="7118243" y="7068655"/>
            <a:ext cx="148022" cy="159452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337" name="Text Box 336"/>
          <p:cNvSpPr txBox="1"/>
          <p:nvPr/>
        </p:nvSpPr>
        <p:spPr>
          <a:xfrm>
            <a:off x="10556240" y="2962910"/>
            <a:ext cx="2003425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API/WSS Positions Flow</a:t>
            </a:r>
            <a:endParaRPr lang="en-US" sz="900"/>
          </a:p>
          <a:p>
            <a:r>
              <a:rPr lang="en-US" sz="900"/>
              <a:t>06/05/2025</a:t>
            </a:r>
            <a:endParaRPr lang="en-US" sz="90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87100" y="5279390"/>
            <a:ext cx="1473200" cy="1500505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087100" y="3693795"/>
            <a:ext cx="1472565" cy="1543685"/>
          </a:xfrm>
          <a:prstGeom prst="rect">
            <a:avLst/>
          </a:prstGeom>
        </p:spPr>
      </p:pic>
      <p:sp>
        <p:nvSpPr>
          <p:cNvPr id="25" name="Flowchart: Terminator 24"/>
          <p:cNvSpPr/>
          <p:nvPr/>
        </p:nvSpPr>
        <p:spPr>
          <a:xfrm>
            <a:off x="6360795" y="7094220"/>
            <a:ext cx="485140" cy="13398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open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12" name="Flowchart: Terminator 311"/>
          <p:cNvSpPr/>
          <p:nvPr/>
        </p:nvSpPr>
        <p:spPr>
          <a:xfrm>
            <a:off x="6360160" y="5995670"/>
            <a:ext cx="501015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update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29" name="Group 28"/>
          <p:cNvGrpSpPr/>
          <p:nvPr/>
        </p:nvGrpSpPr>
        <p:grpSpPr>
          <a:xfrm>
            <a:off x="6861175" y="5777865"/>
            <a:ext cx="2101850" cy="785060"/>
            <a:chOff x="11390" y="8692"/>
            <a:chExt cx="3310" cy="1236"/>
          </a:xfrm>
        </p:grpSpPr>
        <p:sp>
          <p:nvSpPr>
            <p:cNvPr id="52" name="Rectangles 51"/>
            <p:cNvSpPr/>
            <p:nvPr/>
          </p:nvSpPr>
          <p:spPr>
            <a:xfrm>
              <a:off x="12092" y="8805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Publish</a:t>
              </a:r>
              <a:endParaRPr lang="en-US" sz="720"/>
            </a:p>
          </p:txBody>
        </p:sp>
        <p:sp>
          <p:nvSpPr>
            <p:cNvPr id="54" name="Rectangles 53"/>
            <p:cNvSpPr/>
            <p:nvPr/>
          </p:nvSpPr>
          <p:spPr>
            <a:xfrm>
              <a:off x="12092" y="9033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Publish</a:t>
              </a:r>
              <a:endParaRPr lang="en-US" sz="720"/>
            </a:p>
          </p:txBody>
        </p:sp>
        <p:sp>
          <p:nvSpPr>
            <p:cNvPr id="55" name="Rectangles 54"/>
            <p:cNvSpPr/>
            <p:nvPr/>
          </p:nvSpPr>
          <p:spPr>
            <a:xfrm>
              <a:off x="12092" y="9492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Fetch</a:t>
              </a:r>
              <a:endParaRPr lang="en-US" sz="720"/>
            </a:p>
          </p:txBody>
        </p:sp>
        <p:sp>
          <p:nvSpPr>
            <p:cNvPr id="5" name="Rectangles 4"/>
            <p:cNvSpPr/>
            <p:nvPr/>
          </p:nvSpPr>
          <p:spPr>
            <a:xfrm>
              <a:off x="12092" y="9262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Published</a:t>
              </a:r>
              <a:endParaRPr lang="en-US" sz="720"/>
            </a:p>
          </p:txBody>
        </p:sp>
        <p:sp>
          <p:nvSpPr>
            <p:cNvPr id="82" name="Flowchart: Terminator 81"/>
            <p:cNvSpPr/>
            <p:nvPr/>
          </p:nvSpPr>
          <p:spPr>
            <a:xfrm>
              <a:off x="13630" y="8692"/>
              <a:ext cx="1070" cy="330"/>
            </a:xfrm>
            <a:prstGeom prst="flowChartTerminator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/>
              </a:solidFill>
            </a:ln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450" b="1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api positions array</a:t>
              </a:r>
              <a:endParaRPr lang="en-US" sz="450" b="1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18" name="Flowchart: Terminator 17"/>
            <p:cNvSpPr/>
            <p:nvPr/>
          </p:nvSpPr>
          <p:spPr>
            <a:xfrm>
              <a:off x="11390" y="9505"/>
              <a:ext cx="872" cy="203"/>
            </a:xfrm>
            <a:prstGeom prst="flowChartTerminator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/>
              </a:solidFill>
            </a:ln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450" b="1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open</a:t>
              </a:r>
              <a:endParaRPr lang="en-US" sz="450" b="1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cxnSp>
          <p:nvCxnSpPr>
            <p:cNvPr id="27" name="Elbow Connector 26"/>
            <p:cNvCxnSpPr>
              <a:stCxn id="54" idx="3"/>
              <a:endCxn id="33" idx="3"/>
            </p:cNvCxnSpPr>
            <p:nvPr/>
          </p:nvCxnSpPr>
          <p:spPr>
            <a:xfrm>
              <a:off x="13762" y="9135"/>
              <a:ext cx="741" cy="243"/>
            </a:xfrm>
            <a:prstGeom prst="bentConnector3">
              <a:avLst>
                <a:gd name="adj1" fmla="val 150607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Rectangles 27"/>
            <p:cNvSpPr/>
            <p:nvPr/>
          </p:nvSpPr>
          <p:spPr>
            <a:xfrm>
              <a:off x="12092" y="9725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Compare</a:t>
              </a:r>
              <a:endParaRPr lang="en-US" sz="720"/>
            </a:p>
          </p:txBody>
        </p:sp>
      </p:grpSp>
      <p:sp>
        <p:nvSpPr>
          <p:cNvPr id="33" name="Flowchart: Terminator 32"/>
          <p:cNvSpPr/>
          <p:nvPr/>
        </p:nvSpPr>
        <p:spPr>
          <a:xfrm>
            <a:off x="8284210" y="6148705"/>
            <a:ext cx="55372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active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9" name="Straight Arrow Connector 38"/>
          <p:cNvCxnSpPr>
            <a:endCxn id="312" idx="3"/>
          </p:cNvCxnSpPr>
          <p:nvPr/>
        </p:nvCxnSpPr>
        <p:spPr>
          <a:xfrm flipH="1">
            <a:off x="6861175" y="6059170"/>
            <a:ext cx="502285" cy="12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4" name="Group 203"/>
          <p:cNvGrpSpPr/>
          <p:nvPr/>
        </p:nvGrpSpPr>
        <p:grpSpPr>
          <a:xfrm>
            <a:off x="3729164" y="7251501"/>
            <a:ext cx="1060157" cy="428064"/>
            <a:chOff x="12732" y="1607"/>
            <a:chExt cx="1855" cy="749"/>
          </a:xfrm>
        </p:grpSpPr>
        <p:sp>
          <p:nvSpPr>
            <p:cNvPr id="212" name="Rectangles 211"/>
            <p:cNvSpPr/>
            <p:nvPr/>
          </p:nvSpPr>
          <p:spPr>
            <a:xfrm>
              <a:off x="12732" y="2130"/>
              <a:ext cx="1855" cy="22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Reconcile</a:t>
              </a:r>
              <a:endParaRPr lang="en-US" sz="720"/>
            </a:p>
          </p:txBody>
        </p:sp>
        <p:sp>
          <p:nvSpPr>
            <p:cNvPr id="214" name="Rectangles 213"/>
            <p:cNvSpPr/>
            <p:nvPr/>
          </p:nvSpPr>
          <p:spPr>
            <a:xfrm>
              <a:off x="12732" y="1607"/>
              <a:ext cx="1855" cy="22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Process</a:t>
              </a:r>
              <a:endParaRPr lang="en-US" sz="720"/>
            </a:p>
          </p:txBody>
        </p:sp>
        <p:sp>
          <p:nvSpPr>
            <p:cNvPr id="216" name="Rectangles 215"/>
            <p:cNvSpPr/>
            <p:nvPr/>
          </p:nvSpPr>
          <p:spPr>
            <a:xfrm>
              <a:off x="12732" y="1867"/>
              <a:ext cx="1855" cy="22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Reconcile</a:t>
              </a:r>
              <a:endParaRPr lang="en-US" sz="720"/>
            </a:p>
          </p:txBody>
        </p:sp>
      </p:grpSp>
      <p:grpSp>
        <p:nvGrpSpPr>
          <p:cNvPr id="222" name="Group 221"/>
          <p:cNvGrpSpPr/>
          <p:nvPr/>
        </p:nvGrpSpPr>
        <p:grpSpPr>
          <a:xfrm>
            <a:off x="4649046" y="7126670"/>
            <a:ext cx="203459" cy="216032"/>
            <a:chOff x="8092" y="1237"/>
            <a:chExt cx="482" cy="524"/>
          </a:xfrm>
        </p:grpSpPr>
        <p:sp>
          <p:nvSpPr>
            <p:cNvPr id="225" name="Oval 224"/>
            <p:cNvSpPr/>
            <p:nvPr/>
          </p:nvSpPr>
          <p:spPr>
            <a:xfrm>
              <a:off x="8092" y="1237"/>
              <a:ext cx="482" cy="524"/>
            </a:xfrm>
            <a:prstGeom prst="ellipse">
              <a:avLst/>
            </a:prstGeom>
            <a:solidFill>
              <a:schemeClr val="bg2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236" name="Picture 235"/>
            <p:cNvPicPr>
              <a:picLocks noChangeAspect="1"/>
            </p:cNvPicPr>
            <p:nvPr/>
          </p:nvPicPr>
          <p:blipFill>
            <a:blip r:embed="rId7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8130" y="1345"/>
              <a:ext cx="444" cy="408"/>
            </a:xfrm>
            <a:prstGeom prst="rect">
              <a:avLst/>
            </a:prstGeom>
          </p:spPr>
        </p:pic>
      </p:grpSp>
      <p:cxnSp>
        <p:nvCxnSpPr>
          <p:cNvPr id="246" name="Elbow Connector 245"/>
          <p:cNvCxnSpPr>
            <a:stCxn id="22" idx="2"/>
            <a:endCxn id="247" idx="3"/>
          </p:cNvCxnSpPr>
          <p:nvPr/>
        </p:nvCxnSpPr>
        <p:spPr>
          <a:xfrm rot="5400000">
            <a:off x="7221855" y="6991985"/>
            <a:ext cx="210820" cy="102362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7" name="Flowchart: Terminator 246"/>
          <p:cNvSpPr/>
          <p:nvPr/>
        </p:nvSpPr>
        <p:spPr>
          <a:xfrm>
            <a:off x="6370955" y="7544435"/>
            <a:ext cx="44450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closed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48" name="Oval 247"/>
          <p:cNvSpPr/>
          <p:nvPr/>
        </p:nvSpPr>
        <p:spPr>
          <a:xfrm>
            <a:off x="7158883" y="7529030"/>
            <a:ext cx="148022" cy="159452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267" name="Elbow Connector 266"/>
          <p:cNvCxnSpPr>
            <a:stCxn id="237" idx="0"/>
          </p:cNvCxnSpPr>
          <p:nvPr/>
        </p:nvCxnSpPr>
        <p:spPr>
          <a:xfrm rot="16200000">
            <a:off x="6318885" y="6098540"/>
            <a:ext cx="494030" cy="1143635"/>
          </a:xfrm>
          <a:prstGeom prst="bentConnector3">
            <a:avLst>
              <a:gd name="adj1" fmla="val 5006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7" name="Flowchart: Terminator 276"/>
          <p:cNvSpPr/>
          <p:nvPr/>
        </p:nvSpPr>
        <p:spPr>
          <a:xfrm>
            <a:off x="4694555" y="7399020"/>
            <a:ext cx="485140" cy="13398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open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284" name="Elbow Connector 283"/>
          <p:cNvCxnSpPr>
            <a:endCxn id="338" idx="2"/>
          </p:cNvCxnSpPr>
          <p:nvPr/>
        </p:nvCxnSpPr>
        <p:spPr>
          <a:xfrm rot="10800000">
            <a:off x="3359150" y="7239635"/>
            <a:ext cx="370205" cy="22542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5" name="Elbow Connector 304"/>
          <p:cNvCxnSpPr>
            <a:endCxn id="340" idx="0"/>
          </p:cNvCxnSpPr>
          <p:nvPr/>
        </p:nvCxnSpPr>
        <p:spPr>
          <a:xfrm rot="10800000" flipV="1">
            <a:off x="3367405" y="7614920"/>
            <a:ext cx="361950" cy="21844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8" name="Flowchart: Terminator 307"/>
          <p:cNvSpPr/>
          <p:nvPr/>
        </p:nvSpPr>
        <p:spPr>
          <a:xfrm>
            <a:off x="4699635" y="7561580"/>
            <a:ext cx="485140" cy="13398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closed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09" name="Group 308"/>
          <p:cNvGrpSpPr/>
          <p:nvPr/>
        </p:nvGrpSpPr>
        <p:grpSpPr>
          <a:xfrm>
            <a:off x="7266114" y="4611171"/>
            <a:ext cx="1060157" cy="277756"/>
            <a:chOff x="12732" y="1607"/>
            <a:chExt cx="1855" cy="486"/>
          </a:xfrm>
        </p:grpSpPr>
        <p:sp>
          <p:nvSpPr>
            <p:cNvPr id="313" name="Rectangles 312"/>
            <p:cNvSpPr/>
            <p:nvPr/>
          </p:nvSpPr>
          <p:spPr>
            <a:xfrm>
              <a:off x="12732" y="1607"/>
              <a:ext cx="1855" cy="22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Publish</a:t>
              </a:r>
              <a:endParaRPr lang="en-US" sz="720"/>
            </a:p>
          </p:txBody>
        </p:sp>
        <p:sp>
          <p:nvSpPr>
            <p:cNvPr id="315" name="Rectangles 314"/>
            <p:cNvSpPr/>
            <p:nvPr/>
          </p:nvSpPr>
          <p:spPr>
            <a:xfrm>
              <a:off x="12732" y="1867"/>
              <a:ext cx="1855" cy="22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Publish</a:t>
              </a:r>
              <a:endParaRPr lang="en-US" sz="720"/>
            </a:p>
          </p:txBody>
        </p:sp>
      </p:grpSp>
      <p:cxnSp>
        <p:nvCxnSpPr>
          <p:cNvPr id="316" name="Straight Arrow Connector 315"/>
          <p:cNvCxnSpPr>
            <a:endCxn id="329" idx="3"/>
          </p:cNvCxnSpPr>
          <p:nvPr/>
        </p:nvCxnSpPr>
        <p:spPr>
          <a:xfrm flipH="1" flipV="1">
            <a:off x="8923020" y="4662805"/>
            <a:ext cx="805180" cy="25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9" name="Flowchart: Terminator 318"/>
          <p:cNvSpPr/>
          <p:nvPr/>
        </p:nvSpPr>
        <p:spPr>
          <a:xfrm>
            <a:off x="6339840" y="4754880"/>
            <a:ext cx="501015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update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24" name="Straight Arrow Connector 323"/>
          <p:cNvCxnSpPr>
            <a:endCxn id="319" idx="3"/>
          </p:cNvCxnSpPr>
          <p:nvPr/>
        </p:nvCxnSpPr>
        <p:spPr>
          <a:xfrm flipH="1" flipV="1">
            <a:off x="6840855" y="4819650"/>
            <a:ext cx="425450" cy="50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9" name="Flowchart: Terminator 328"/>
          <p:cNvSpPr/>
          <p:nvPr/>
        </p:nvSpPr>
        <p:spPr>
          <a:xfrm>
            <a:off x="8206740" y="4551045"/>
            <a:ext cx="716280" cy="22352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wss message array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33" name="Straight Arrow Connector 332"/>
          <p:cNvCxnSpPr/>
          <p:nvPr/>
        </p:nvCxnSpPr>
        <p:spPr>
          <a:xfrm flipH="1" flipV="1">
            <a:off x="8963025" y="5882640"/>
            <a:ext cx="763905" cy="38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8" name="Flowchart: Off-page Connector 337"/>
          <p:cNvSpPr/>
          <p:nvPr/>
        </p:nvSpPr>
        <p:spPr>
          <a:xfrm>
            <a:off x="3187065" y="6911340"/>
            <a:ext cx="344170" cy="32829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sz="120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</a:t>
            </a:r>
            <a:r>
              <a:rPr lang="en-US" sz="1200" baseline="-2500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o</a:t>
            </a:r>
            <a:endParaRPr kumimoji="0" lang="en-US" altLang="en-US" sz="1200" b="0" i="0" u="none" strike="noStrike" cap="none" normalizeH="0" baseline="-25000" smtClean="0">
              <a:ln>
                <a:noFill/>
              </a:ln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340" name="Flowchart: Off-page Connector 339"/>
          <p:cNvSpPr/>
          <p:nvPr/>
        </p:nvSpPr>
        <p:spPr>
          <a:xfrm>
            <a:off x="3195320" y="7833360"/>
            <a:ext cx="344170" cy="32829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sz="120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</a:t>
            </a:r>
            <a:r>
              <a:rPr lang="en-US" sz="1200" baseline="-2500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</a:t>
            </a:r>
            <a:endParaRPr kumimoji="0" lang="en-US" altLang="en-US" sz="1200" b="0" i="0" u="none" strike="noStrike" cap="none" normalizeH="0" baseline="-25000" smtClean="0">
              <a:ln>
                <a:noFill/>
              </a:ln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17" name="Flowchart: Off-page Connector 16"/>
          <p:cNvSpPr/>
          <p:nvPr/>
        </p:nvSpPr>
        <p:spPr>
          <a:xfrm>
            <a:off x="10038715" y="3950970"/>
            <a:ext cx="438912" cy="219456"/>
          </a:xfrm>
          <a:prstGeom prst="flowChartOffpageConnector">
            <a:avLst/>
          </a:prstGeom>
          <a:solidFill>
            <a:schemeClr val="accent5">
              <a:lumMod val="75000"/>
            </a:schemeClr>
          </a:solidFill>
          <a:ln w="9525" cmpd="sng">
            <a:solidFill>
              <a:schemeClr val="accent1">
                <a:shade val="50000"/>
              </a:schemeClr>
            </a:solidFill>
            <a:prstDash val="solid"/>
            <a:headEnd type="none" w="med" len="med"/>
            <a:tailEnd type="none" w="med" len="med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positions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cxnSp>
        <p:nvCxnSpPr>
          <p:cNvPr id="4" name="Straight Arrow Connector 3"/>
          <p:cNvCxnSpPr>
            <a:stCxn id="17" idx="2"/>
            <a:endCxn id="8" idx="0"/>
          </p:cNvCxnSpPr>
          <p:nvPr/>
        </p:nvCxnSpPr>
        <p:spPr>
          <a:xfrm>
            <a:off x="10258425" y="4170680"/>
            <a:ext cx="0" cy="2813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46" name="Rectangles 145"/>
          <p:cNvSpPr/>
          <p:nvPr/>
        </p:nvSpPr>
        <p:spPr>
          <a:xfrm>
            <a:off x="854075" y="2980055"/>
            <a:ext cx="4243070" cy="1811020"/>
          </a:xfrm>
          <a:prstGeom prst="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sp>
        <p:nvSpPr>
          <p:cNvPr id="27" name="Rectangles 26"/>
          <p:cNvSpPr/>
          <p:nvPr/>
        </p:nvSpPr>
        <p:spPr>
          <a:xfrm>
            <a:off x="10751185" y="3773170"/>
            <a:ext cx="2282825" cy="2573655"/>
          </a:xfrm>
          <a:prstGeom prst="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cxnSp>
        <p:nvCxnSpPr>
          <p:cNvPr id="283" name="Straight Arrow Connector 282"/>
          <p:cNvCxnSpPr>
            <a:stCxn id="280" idx="2"/>
          </p:cNvCxnSpPr>
          <p:nvPr/>
        </p:nvCxnSpPr>
        <p:spPr>
          <a:xfrm flipH="1">
            <a:off x="8724900" y="7325360"/>
            <a:ext cx="1905" cy="44132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8" name="Straight Arrow Connector 267"/>
          <p:cNvCxnSpPr>
            <a:stCxn id="70" idx="4"/>
            <a:endCxn id="295" idx="0"/>
          </p:cNvCxnSpPr>
          <p:nvPr/>
        </p:nvCxnSpPr>
        <p:spPr>
          <a:xfrm flipH="1">
            <a:off x="8724900" y="8033385"/>
            <a:ext cx="1905" cy="22225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138"/>
          <p:cNvCxnSpPr>
            <a:endCxn id="84" idx="1"/>
          </p:cNvCxnSpPr>
          <p:nvPr/>
        </p:nvCxnSpPr>
        <p:spPr>
          <a:xfrm flipV="1">
            <a:off x="2211705" y="5784850"/>
            <a:ext cx="384810" cy="127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Rectangles 168"/>
          <p:cNvSpPr/>
          <p:nvPr/>
        </p:nvSpPr>
        <p:spPr>
          <a:xfrm>
            <a:off x="8190865" y="5118735"/>
            <a:ext cx="1060450" cy="12890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Publish</a:t>
            </a:r>
            <a:endParaRPr lang="en-US" sz="720">
              <a:sym typeface="+mn-ea"/>
            </a:endParaRPr>
          </a:p>
        </p:txBody>
      </p:sp>
      <p:sp>
        <p:nvSpPr>
          <p:cNvPr id="171" name="Rectangles 170"/>
          <p:cNvSpPr/>
          <p:nvPr/>
        </p:nvSpPr>
        <p:spPr>
          <a:xfrm>
            <a:off x="8190865" y="5269865"/>
            <a:ext cx="1060450" cy="12890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Fetch</a:t>
            </a:r>
            <a:endParaRPr lang="en-US" sz="720">
              <a:sym typeface="+mn-ea"/>
            </a:endParaRPr>
          </a:p>
        </p:txBody>
      </p:sp>
      <p:sp>
        <p:nvSpPr>
          <p:cNvPr id="177" name="Rectangles 176"/>
          <p:cNvSpPr/>
          <p:nvPr/>
        </p:nvSpPr>
        <p:spPr>
          <a:xfrm>
            <a:off x="8190865" y="5575300"/>
            <a:ext cx="1060450" cy="12890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Compare</a:t>
            </a:r>
            <a:endParaRPr lang="en-US" sz="720">
              <a:sym typeface="+mn-ea"/>
            </a:endParaRPr>
          </a:p>
        </p:txBody>
      </p:sp>
      <p:sp>
        <p:nvSpPr>
          <p:cNvPr id="2" name="Rectangles 1"/>
          <p:cNvSpPr/>
          <p:nvPr/>
        </p:nvSpPr>
        <p:spPr>
          <a:xfrm>
            <a:off x="8190865" y="5422265"/>
            <a:ext cx="1060450" cy="12890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Fetch</a:t>
            </a:r>
            <a:endParaRPr lang="en-US" sz="720">
              <a:sym typeface="+mn-ea"/>
            </a:endParaRPr>
          </a:p>
        </p:txBody>
      </p:sp>
      <p:cxnSp>
        <p:nvCxnSpPr>
          <p:cNvPr id="98" name="Elbow Connector 97"/>
          <p:cNvCxnSpPr>
            <a:stCxn id="245" idx="0"/>
            <a:endCxn id="3" idx="1"/>
          </p:cNvCxnSpPr>
          <p:nvPr/>
        </p:nvCxnSpPr>
        <p:spPr>
          <a:xfrm rot="16200000">
            <a:off x="7365365" y="5391150"/>
            <a:ext cx="219710" cy="45466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Arrow Connector 136"/>
          <p:cNvCxnSpPr>
            <a:endCxn id="37" idx="3"/>
          </p:cNvCxnSpPr>
          <p:nvPr/>
        </p:nvCxnSpPr>
        <p:spPr>
          <a:xfrm flipH="1">
            <a:off x="12004040" y="4401820"/>
            <a:ext cx="440690" cy="63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1" name="Oval 230"/>
          <p:cNvSpPr/>
          <p:nvPr/>
        </p:nvSpPr>
        <p:spPr>
          <a:xfrm>
            <a:off x="8560915" y="3850099"/>
            <a:ext cx="270897" cy="26346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32" name="Straight Arrow Connector 231"/>
          <p:cNvCxnSpPr>
            <a:stCxn id="231" idx="4"/>
          </p:cNvCxnSpPr>
          <p:nvPr/>
        </p:nvCxnSpPr>
        <p:spPr>
          <a:xfrm>
            <a:off x="8696999" y="4113566"/>
            <a:ext cx="1270" cy="1981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Flowchart: Decision 232"/>
          <p:cNvSpPr/>
          <p:nvPr/>
        </p:nvSpPr>
        <p:spPr>
          <a:xfrm>
            <a:off x="7187374" y="4425613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success?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23" name="Rectangles 222"/>
          <p:cNvSpPr/>
          <p:nvPr/>
        </p:nvSpPr>
        <p:spPr>
          <a:xfrm>
            <a:off x="8162925" y="4300855"/>
            <a:ext cx="1069975" cy="1314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REST API</a:t>
            </a:r>
            <a:endParaRPr lang="en-US" sz="720">
              <a:sym typeface="+mn-ea"/>
            </a:endParaRPr>
          </a:p>
        </p:txBody>
      </p:sp>
      <p:sp>
        <p:nvSpPr>
          <p:cNvPr id="224" name="Rectangles 223"/>
          <p:cNvSpPr/>
          <p:nvPr/>
        </p:nvSpPr>
        <p:spPr>
          <a:xfrm>
            <a:off x="8162925" y="4451985"/>
            <a:ext cx="1069975" cy="1314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Cancel Order</a:t>
            </a:r>
            <a:endParaRPr lang="en-US" sz="720">
              <a:sym typeface="+mn-ea"/>
            </a:endParaRPr>
          </a:p>
        </p:txBody>
      </p:sp>
      <p:grpSp>
        <p:nvGrpSpPr>
          <p:cNvPr id="226" name="Group 225"/>
          <p:cNvGrpSpPr/>
          <p:nvPr/>
        </p:nvGrpSpPr>
        <p:grpSpPr>
          <a:xfrm rot="0">
            <a:off x="8010525" y="4098925"/>
            <a:ext cx="363855" cy="287020"/>
            <a:chOff x="10155" y="438"/>
            <a:chExt cx="1146" cy="883"/>
          </a:xfrm>
        </p:grpSpPr>
        <p:grpSp>
          <p:nvGrpSpPr>
            <p:cNvPr id="227" name="Group 226"/>
            <p:cNvGrpSpPr/>
            <p:nvPr/>
          </p:nvGrpSpPr>
          <p:grpSpPr>
            <a:xfrm>
              <a:off x="10155" y="438"/>
              <a:ext cx="854" cy="770"/>
              <a:chOff x="1264" y="1015"/>
              <a:chExt cx="854" cy="770"/>
            </a:xfrm>
          </p:grpSpPr>
          <p:pic>
            <p:nvPicPr>
              <p:cNvPr id="228" name="Picture 227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264" y="1015"/>
                <a:ext cx="854" cy="618"/>
              </a:xfrm>
              <a:prstGeom prst="rect">
                <a:avLst/>
              </a:prstGeom>
            </p:spPr>
          </p:pic>
          <p:pic>
            <p:nvPicPr>
              <p:cNvPr id="229" name="Picture 228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464" y="1225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230" name="Picture 229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626" y="1057"/>
              <a:ext cx="675" cy="264"/>
            </a:xfrm>
            <a:prstGeom prst="rect">
              <a:avLst/>
            </a:prstGeom>
          </p:spPr>
        </p:pic>
      </p:grpSp>
      <p:sp>
        <p:nvSpPr>
          <p:cNvPr id="234" name="Rectangles 233"/>
          <p:cNvSpPr/>
          <p:nvPr/>
        </p:nvSpPr>
        <p:spPr>
          <a:xfrm>
            <a:off x="8162925" y="4604385"/>
            <a:ext cx="1069975" cy="1314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Set State</a:t>
            </a:r>
            <a:endParaRPr lang="en-US" sz="720">
              <a:sym typeface="+mn-ea"/>
            </a:endParaRPr>
          </a:p>
        </p:txBody>
      </p:sp>
      <p:cxnSp>
        <p:nvCxnSpPr>
          <p:cNvPr id="235" name="Straight Arrow Connector 234"/>
          <p:cNvCxnSpPr>
            <a:endCxn id="233" idx="3"/>
          </p:cNvCxnSpPr>
          <p:nvPr/>
        </p:nvCxnSpPr>
        <p:spPr>
          <a:xfrm flipH="1">
            <a:off x="7852410" y="4665345"/>
            <a:ext cx="376555" cy="444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Straight Arrow Connector 237"/>
          <p:cNvCxnSpPr>
            <a:stCxn id="233" idx="1"/>
            <a:endCxn id="241" idx="3"/>
          </p:cNvCxnSpPr>
          <p:nvPr/>
        </p:nvCxnSpPr>
        <p:spPr>
          <a:xfrm flipH="1">
            <a:off x="6748023" y="4669585"/>
            <a:ext cx="439420" cy="762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0" name="Oval 239"/>
          <p:cNvSpPr/>
          <p:nvPr/>
        </p:nvSpPr>
        <p:spPr>
          <a:xfrm>
            <a:off x="6911868" y="4590208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256" name="Oval 255"/>
          <p:cNvSpPr/>
          <p:nvPr/>
        </p:nvSpPr>
        <p:spPr>
          <a:xfrm>
            <a:off x="8558058" y="2846139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57" name="Straight Arrow Connector 256"/>
          <p:cNvCxnSpPr>
            <a:stCxn id="256" idx="4"/>
          </p:cNvCxnSpPr>
          <p:nvPr/>
        </p:nvCxnSpPr>
        <p:spPr>
          <a:xfrm>
            <a:off x="8693506" y="3113036"/>
            <a:ext cx="4445" cy="1955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8" name="Flowchart: Decision 257"/>
          <p:cNvSpPr/>
          <p:nvPr/>
        </p:nvSpPr>
        <p:spPr>
          <a:xfrm>
            <a:off x="7187374" y="3434226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success?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49" name="Rectangles 248"/>
          <p:cNvSpPr/>
          <p:nvPr/>
        </p:nvSpPr>
        <p:spPr>
          <a:xfrm>
            <a:off x="8162925" y="3318510"/>
            <a:ext cx="1069975" cy="1314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REST API</a:t>
            </a:r>
            <a:endParaRPr lang="en-US" sz="720">
              <a:sym typeface="+mn-ea"/>
            </a:endParaRPr>
          </a:p>
        </p:txBody>
      </p:sp>
      <p:sp>
        <p:nvSpPr>
          <p:cNvPr id="250" name="Rectangles 249"/>
          <p:cNvSpPr/>
          <p:nvPr/>
        </p:nvSpPr>
        <p:spPr>
          <a:xfrm>
            <a:off x="8162925" y="3472180"/>
            <a:ext cx="1069975" cy="1314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Place Order</a:t>
            </a:r>
            <a:endParaRPr lang="en-US" sz="720">
              <a:sym typeface="+mn-ea"/>
            </a:endParaRPr>
          </a:p>
        </p:txBody>
      </p:sp>
      <p:grpSp>
        <p:nvGrpSpPr>
          <p:cNvPr id="251" name="Group 250"/>
          <p:cNvGrpSpPr/>
          <p:nvPr/>
        </p:nvGrpSpPr>
        <p:grpSpPr>
          <a:xfrm rot="0">
            <a:off x="8010525" y="3116580"/>
            <a:ext cx="363855" cy="287020"/>
            <a:chOff x="10155" y="438"/>
            <a:chExt cx="1146" cy="883"/>
          </a:xfrm>
        </p:grpSpPr>
        <p:grpSp>
          <p:nvGrpSpPr>
            <p:cNvPr id="252" name="Group 251"/>
            <p:cNvGrpSpPr/>
            <p:nvPr/>
          </p:nvGrpSpPr>
          <p:grpSpPr>
            <a:xfrm>
              <a:off x="10155" y="438"/>
              <a:ext cx="854" cy="770"/>
              <a:chOff x="1264" y="1015"/>
              <a:chExt cx="854" cy="770"/>
            </a:xfrm>
          </p:grpSpPr>
          <p:pic>
            <p:nvPicPr>
              <p:cNvPr id="253" name="Picture 252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264" y="1015"/>
                <a:ext cx="854" cy="618"/>
              </a:xfrm>
              <a:prstGeom prst="rect">
                <a:avLst/>
              </a:prstGeom>
            </p:spPr>
          </p:pic>
          <p:pic>
            <p:nvPicPr>
              <p:cNvPr id="254" name="Picture 253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464" y="1225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255" name="Picture 25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626" y="1057"/>
              <a:ext cx="675" cy="264"/>
            </a:xfrm>
            <a:prstGeom prst="rect">
              <a:avLst/>
            </a:prstGeom>
          </p:spPr>
        </p:pic>
      </p:grpSp>
      <p:sp>
        <p:nvSpPr>
          <p:cNvPr id="259" name="Rectangles 258"/>
          <p:cNvSpPr/>
          <p:nvPr/>
        </p:nvSpPr>
        <p:spPr>
          <a:xfrm>
            <a:off x="8162925" y="3629025"/>
            <a:ext cx="1069975" cy="1314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Set State</a:t>
            </a:r>
            <a:endParaRPr lang="en-US" sz="720">
              <a:sym typeface="+mn-ea"/>
            </a:endParaRPr>
          </a:p>
        </p:txBody>
      </p:sp>
      <p:cxnSp>
        <p:nvCxnSpPr>
          <p:cNvPr id="260" name="Straight Arrow Connector 259"/>
          <p:cNvCxnSpPr>
            <a:stCxn id="259" idx="1"/>
            <a:endCxn id="258" idx="3"/>
          </p:cNvCxnSpPr>
          <p:nvPr/>
        </p:nvCxnSpPr>
        <p:spPr>
          <a:xfrm flipH="1" flipV="1">
            <a:off x="7852410" y="3678555"/>
            <a:ext cx="310515" cy="1651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Arrow Connector 260"/>
          <p:cNvCxnSpPr>
            <a:stCxn id="258" idx="1"/>
            <a:endCxn id="264" idx="3"/>
          </p:cNvCxnSpPr>
          <p:nvPr/>
        </p:nvCxnSpPr>
        <p:spPr>
          <a:xfrm flipH="1">
            <a:off x="6748023" y="3678834"/>
            <a:ext cx="439420" cy="190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3" name="Oval 262"/>
          <p:cNvSpPr/>
          <p:nvPr/>
        </p:nvSpPr>
        <p:spPr>
          <a:xfrm>
            <a:off x="6911868" y="3607966"/>
            <a:ext cx="137160" cy="137160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292" name="Elbow Connector 291"/>
          <p:cNvCxnSpPr/>
          <p:nvPr/>
        </p:nvCxnSpPr>
        <p:spPr>
          <a:xfrm>
            <a:off x="9232900" y="3538220"/>
            <a:ext cx="3175" cy="150495"/>
          </a:xfrm>
          <a:prstGeom prst="bentConnector3">
            <a:avLst>
              <a:gd name="adj1" fmla="val 750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Elbow Connector 292"/>
          <p:cNvCxnSpPr/>
          <p:nvPr/>
        </p:nvCxnSpPr>
        <p:spPr>
          <a:xfrm>
            <a:off x="9233015" y="4526770"/>
            <a:ext cx="2858" cy="145164"/>
          </a:xfrm>
          <a:prstGeom prst="bentConnector3">
            <a:avLst>
              <a:gd name="adj1" fmla="val 750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7" name="Text Box 336"/>
          <p:cNvSpPr txBox="1"/>
          <p:nvPr/>
        </p:nvSpPr>
        <p:spPr>
          <a:xfrm>
            <a:off x="10813415" y="2689860"/>
            <a:ext cx="2003425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API/WSS Stops Flow</a:t>
            </a:r>
            <a:endParaRPr lang="en-US" sz="900"/>
          </a:p>
          <a:p>
            <a:r>
              <a:rPr lang="en-US" sz="900"/>
              <a:t>06/05/2025</a:t>
            </a:r>
            <a:endParaRPr lang="en-US" sz="900"/>
          </a:p>
        </p:txBody>
      </p:sp>
      <p:pic>
        <p:nvPicPr>
          <p:cNvPr id="115" name="Picture 11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53290" y="3623310"/>
            <a:ext cx="1320165" cy="12998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cxnSp>
        <p:nvCxnSpPr>
          <p:cNvPr id="132" name="Straight Arrow Connector 131"/>
          <p:cNvCxnSpPr>
            <a:stCxn id="17" idx="0"/>
          </p:cNvCxnSpPr>
          <p:nvPr/>
        </p:nvCxnSpPr>
        <p:spPr>
          <a:xfrm flipV="1">
            <a:off x="11065510" y="6001385"/>
            <a:ext cx="2540" cy="613410"/>
          </a:xfrm>
          <a:prstGeom prst="straightConnector1">
            <a:avLst/>
          </a:prstGeom>
          <a:ln>
            <a:prstDash val="sysDot"/>
            <a:tailEnd type="triangle" w="med" len="med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34" name="Straight Arrow Connector 133"/>
          <p:cNvCxnSpPr>
            <a:endCxn id="115" idx="1"/>
          </p:cNvCxnSpPr>
          <p:nvPr/>
        </p:nvCxnSpPr>
        <p:spPr>
          <a:xfrm>
            <a:off x="11598275" y="4269740"/>
            <a:ext cx="755015" cy="381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Flowchart: Terminator 172"/>
          <p:cNvSpPr/>
          <p:nvPr/>
        </p:nvSpPr>
        <p:spPr>
          <a:xfrm>
            <a:off x="9090660" y="5135245"/>
            <a:ext cx="756285" cy="12573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api stops array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3" name="Flowchart: Terminator 2"/>
          <p:cNvSpPr/>
          <p:nvPr/>
        </p:nvSpPr>
        <p:spPr>
          <a:xfrm>
            <a:off x="7702550" y="5454650"/>
            <a:ext cx="518795" cy="10731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position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cxnSp>
        <p:nvCxnSpPr>
          <p:cNvPr id="93" name="Straight Arrow Connector 92"/>
          <p:cNvCxnSpPr>
            <a:endCxn id="85" idx="3"/>
          </p:cNvCxnSpPr>
          <p:nvPr/>
        </p:nvCxnSpPr>
        <p:spPr>
          <a:xfrm flipH="1">
            <a:off x="4509770" y="5936615"/>
            <a:ext cx="2330450" cy="762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Straight Arrow Connector 159"/>
          <p:cNvCxnSpPr>
            <a:stCxn id="83" idx="2"/>
            <a:endCxn id="180" idx="0"/>
          </p:cNvCxnSpPr>
          <p:nvPr/>
        </p:nvCxnSpPr>
        <p:spPr>
          <a:xfrm flipH="1">
            <a:off x="3514090" y="6164580"/>
            <a:ext cx="2540" cy="30797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Elbow Connector 178"/>
          <p:cNvCxnSpPr>
            <a:stCxn id="258" idx="2"/>
            <a:endCxn id="181" idx="3"/>
          </p:cNvCxnSpPr>
          <p:nvPr/>
        </p:nvCxnSpPr>
        <p:spPr>
          <a:xfrm rot="5400000">
            <a:off x="7057708" y="3613468"/>
            <a:ext cx="153035" cy="77216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4" name="Group 373"/>
          <p:cNvGrpSpPr/>
          <p:nvPr/>
        </p:nvGrpSpPr>
        <p:grpSpPr>
          <a:xfrm>
            <a:off x="2986405" y="5579110"/>
            <a:ext cx="1060450" cy="585470"/>
            <a:chOff x="4703" y="8729"/>
            <a:chExt cx="1670" cy="922"/>
          </a:xfrm>
        </p:grpSpPr>
        <p:sp>
          <p:nvSpPr>
            <p:cNvPr id="55" name="Rectangles 54"/>
            <p:cNvSpPr/>
            <p:nvPr/>
          </p:nvSpPr>
          <p:spPr>
            <a:xfrm>
              <a:off x="4703" y="8729"/>
              <a:ext cx="1670" cy="204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Process</a:t>
              </a:r>
              <a:endParaRPr lang="en-US" sz="720"/>
            </a:p>
          </p:txBody>
        </p:sp>
        <p:sp>
          <p:nvSpPr>
            <p:cNvPr id="80" name="Rectangles 79"/>
            <p:cNvSpPr/>
            <p:nvPr/>
          </p:nvSpPr>
          <p:spPr>
            <a:xfrm>
              <a:off x="4703" y="8970"/>
              <a:ext cx="1670" cy="204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</a:t>
              </a:r>
              <a:endParaRPr lang="en-US" sz="720">
                <a:sym typeface="+mn-ea"/>
              </a:endParaRPr>
            </a:p>
          </p:txBody>
        </p:sp>
        <p:sp>
          <p:nvSpPr>
            <p:cNvPr id="82" name="Rectangles 81"/>
            <p:cNvSpPr/>
            <p:nvPr/>
          </p:nvSpPr>
          <p:spPr>
            <a:xfrm>
              <a:off x="4703" y="9209"/>
              <a:ext cx="1670" cy="204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</a:t>
              </a:r>
              <a:endParaRPr lang="en-US" sz="720">
                <a:sym typeface="+mn-ea"/>
              </a:endParaRPr>
            </a:p>
          </p:txBody>
        </p:sp>
        <p:sp>
          <p:nvSpPr>
            <p:cNvPr id="83" name="Rectangles 82"/>
            <p:cNvSpPr/>
            <p:nvPr/>
          </p:nvSpPr>
          <p:spPr>
            <a:xfrm>
              <a:off x="4703" y="9447"/>
              <a:ext cx="1670" cy="204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Process</a:t>
              </a:r>
              <a:endParaRPr lang="en-US" sz="720">
                <a:sym typeface="+mn-ea"/>
              </a:endParaRPr>
            </a:p>
          </p:txBody>
        </p:sp>
      </p:grpSp>
      <p:cxnSp>
        <p:nvCxnSpPr>
          <p:cNvPr id="212" name="Straight Arrow Connector 211"/>
          <p:cNvCxnSpPr>
            <a:stCxn id="351" idx="3"/>
            <a:endCxn id="214" idx="2"/>
          </p:cNvCxnSpPr>
          <p:nvPr/>
        </p:nvCxnSpPr>
        <p:spPr>
          <a:xfrm flipV="1">
            <a:off x="4906645" y="9429115"/>
            <a:ext cx="551815" cy="6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4" name="Oval 213"/>
          <p:cNvSpPr/>
          <p:nvPr/>
        </p:nvSpPr>
        <p:spPr>
          <a:xfrm>
            <a:off x="5458318" y="929583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16" name="Straight Arrow Connector 215"/>
          <p:cNvCxnSpPr>
            <a:stCxn id="248" idx="2"/>
            <a:endCxn id="310" idx="0"/>
          </p:cNvCxnSpPr>
          <p:nvPr/>
        </p:nvCxnSpPr>
        <p:spPr>
          <a:xfrm>
            <a:off x="3517265" y="8776970"/>
            <a:ext cx="0" cy="41338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Oval 216"/>
          <p:cNvSpPr/>
          <p:nvPr/>
        </p:nvSpPr>
        <p:spPr>
          <a:xfrm>
            <a:off x="3442619" y="886904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cxnSp>
        <p:nvCxnSpPr>
          <p:cNvPr id="244" name="Straight Arrow Connector 243"/>
          <p:cNvCxnSpPr>
            <a:endCxn id="178" idx="1"/>
          </p:cNvCxnSpPr>
          <p:nvPr/>
        </p:nvCxnSpPr>
        <p:spPr>
          <a:xfrm flipV="1">
            <a:off x="2145030" y="5342255"/>
            <a:ext cx="5560695" cy="825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8" name="Group 47"/>
          <p:cNvGrpSpPr/>
          <p:nvPr/>
        </p:nvGrpSpPr>
        <p:grpSpPr>
          <a:xfrm>
            <a:off x="6673215" y="5458460"/>
            <a:ext cx="1067435" cy="1804035"/>
            <a:chOff x="10064" y="7889"/>
            <a:chExt cx="1681" cy="2841"/>
          </a:xfrm>
        </p:grpSpPr>
        <p:grpSp>
          <p:nvGrpSpPr>
            <p:cNvPr id="320" name="Group 319"/>
            <p:cNvGrpSpPr/>
            <p:nvPr/>
          </p:nvGrpSpPr>
          <p:grpSpPr>
            <a:xfrm rot="0">
              <a:off x="10064" y="7889"/>
              <a:ext cx="673" cy="526"/>
              <a:chOff x="16290" y="4518"/>
              <a:chExt cx="748" cy="584"/>
            </a:xfrm>
          </p:grpSpPr>
          <p:pic>
            <p:nvPicPr>
              <p:cNvPr id="321" name="Picture 320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322" name="Oval 321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323" name="Picture 322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245" name="Picture 244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0191" y="8314"/>
              <a:ext cx="1555" cy="2417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267" name="Oval 266"/>
          <p:cNvSpPr/>
          <p:nvPr/>
        </p:nvSpPr>
        <p:spPr>
          <a:xfrm>
            <a:off x="6893453" y="398843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cxnSp>
        <p:nvCxnSpPr>
          <p:cNvPr id="274" name="Elbow Connector 273"/>
          <p:cNvCxnSpPr>
            <a:stCxn id="123" idx="1"/>
            <a:endCxn id="173" idx="3"/>
          </p:cNvCxnSpPr>
          <p:nvPr/>
        </p:nvCxnSpPr>
        <p:spPr>
          <a:xfrm rot="10800000" flipV="1">
            <a:off x="9846945" y="4424045"/>
            <a:ext cx="690880" cy="774065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Straight Arrow Connector 274"/>
          <p:cNvCxnSpPr>
            <a:stCxn id="177" idx="2"/>
          </p:cNvCxnSpPr>
          <p:nvPr/>
        </p:nvCxnSpPr>
        <p:spPr>
          <a:xfrm>
            <a:off x="8721090" y="5704205"/>
            <a:ext cx="2540" cy="20955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0" name="Flowchart: Decision 279"/>
          <p:cNvSpPr/>
          <p:nvPr/>
        </p:nvSpPr>
        <p:spPr>
          <a:xfrm>
            <a:off x="8394065" y="6840220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tpsl id?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95" name="Flowchart: Decision 294"/>
          <p:cNvSpPr/>
          <p:nvPr/>
        </p:nvSpPr>
        <p:spPr>
          <a:xfrm>
            <a:off x="8392174" y="8255784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request</a:t>
            </a: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96" name="Straight Arrow Connector 295"/>
          <p:cNvCxnSpPr>
            <a:stCxn id="295" idx="1"/>
            <a:endCxn id="270" idx="3"/>
          </p:cNvCxnSpPr>
          <p:nvPr/>
        </p:nvCxnSpPr>
        <p:spPr>
          <a:xfrm flipH="1">
            <a:off x="8004175" y="8500110"/>
            <a:ext cx="387985" cy="508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7" name="Oval 296"/>
          <p:cNvSpPr/>
          <p:nvPr/>
        </p:nvSpPr>
        <p:spPr>
          <a:xfrm>
            <a:off x="8159008" y="8416125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grpSp>
        <p:nvGrpSpPr>
          <p:cNvPr id="49" name="Group 48"/>
          <p:cNvGrpSpPr/>
          <p:nvPr/>
        </p:nvGrpSpPr>
        <p:grpSpPr>
          <a:xfrm>
            <a:off x="6746875" y="7624445"/>
            <a:ext cx="798195" cy="1292860"/>
            <a:chOff x="8348" y="9775"/>
            <a:chExt cx="1257" cy="2036"/>
          </a:xfrm>
        </p:grpSpPr>
        <p:grpSp>
          <p:nvGrpSpPr>
            <p:cNvPr id="41" name="Group 40"/>
            <p:cNvGrpSpPr/>
            <p:nvPr/>
          </p:nvGrpSpPr>
          <p:grpSpPr>
            <a:xfrm rot="0">
              <a:off x="8348" y="9775"/>
              <a:ext cx="673" cy="526"/>
              <a:chOff x="16290" y="4518"/>
              <a:chExt cx="748" cy="584"/>
            </a:xfrm>
          </p:grpSpPr>
          <p:pic>
            <p:nvPicPr>
              <p:cNvPr id="43" name="Picture 42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45" name="Oval 44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46" name="Picture 45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298" name="Picture 297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475" y="10203"/>
              <a:ext cx="1131" cy="1609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270" name="Flowchart: Terminator 269"/>
          <p:cNvSpPr/>
          <p:nvPr/>
        </p:nvSpPr>
        <p:spPr>
          <a:xfrm>
            <a:off x="7485350" y="844027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publish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17" name="Flowchart: Off-page Connector 16"/>
          <p:cNvSpPr/>
          <p:nvPr/>
        </p:nvSpPr>
        <p:spPr>
          <a:xfrm>
            <a:off x="10845800" y="6614795"/>
            <a:ext cx="438912" cy="219456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stops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grpSp>
        <p:nvGrpSpPr>
          <p:cNvPr id="154" name="Group 153"/>
          <p:cNvGrpSpPr/>
          <p:nvPr/>
        </p:nvGrpSpPr>
        <p:grpSpPr>
          <a:xfrm rot="0">
            <a:off x="11209655" y="6474460"/>
            <a:ext cx="203200" cy="215900"/>
            <a:chOff x="8092" y="1237"/>
            <a:chExt cx="482" cy="524"/>
          </a:xfrm>
        </p:grpSpPr>
        <p:sp>
          <p:nvSpPr>
            <p:cNvPr id="155" name="Oval 154"/>
            <p:cNvSpPr/>
            <p:nvPr/>
          </p:nvSpPr>
          <p:spPr>
            <a:xfrm>
              <a:off x="8092" y="1237"/>
              <a:ext cx="482" cy="524"/>
            </a:xfrm>
            <a:prstGeom prst="ellipse">
              <a:avLst/>
            </a:prstGeom>
            <a:solidFill>
              <a:schemeClr val="bg2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156" name="Picture 155"/>
            <p:cNvPicPr>
              <a:picLocks noChangeAspect="1"/>
            </p:cNvPicPr>
            <p:nvPr/>
          </p:nvPicPr>
          <p:blipFill>
            <a:blip r:embed="rId8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8130" y="1345"/>
              <a:ext cx="444" cy="408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84" name="Flowchart: Terminator 83"/>
          <p:cNvSpPr/>
          <p:nvPr/>
        </p:nvSpPr>
        <p:spPr>
          <a:xfrm>
            <a:off x="2596515" y="5720080"/>
            <a:ext cx="544195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orders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85" name="Flowchart: Terminator 84"/>
          <p:cNvSpPr/>
          <p:nvPr/>
        </p:nvSpPr>
        <p:spPr>
          <a:xfrm>
            <a:off x="3956685" y="5879465"/>
            <a:ext cx="553085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position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grpSp>
        <p:nvGrpSpPr>
          <p:cNvPr id="63" name="Group 62"/>
          <p:cNvGrpSpPr/>
          <p:nvPr/>
        </p:nvGrpSpPr>
        <p:grpSpPr>
          <a:xfrm rot="0">
            <a:off x="3965575" y="5453380"/>
            <a:ext cx="203200" cy="215900"/>
            <a:chOff x="8092" y="1237"/>
            <a:chExt cx="482" cy="524"/>
          </a:xfrm>
        </p:grpSpPr>
        <p:sp>
          <p:nvSpPr>
            <p:cNvPr id="64" name="Oval 63"/>
            <p:cNvSpPr/>
            <p:nvPr/>
          </p:nvSpPr>
          <p:spPr>
            <a:xfrm>
              <a:off x="8092" y="1237"/>
              <a:ext cx="482" cy="524"/>
            </a:xfrm>
            <a:prstGeom prst="ellipse">
              <a:avLst/>
            </a:prstGeom>
            <a:solidFill>
              <a:schemeClr val="bg2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65" name="Picture 64"/>
            <p:cNvPicPr>
              <a:picLocks noChangeAspect="1"/>
            </p:cNvPicPr>
            <p:nvPr/>
          </p:nvPicPr>
          <p:blipFill>
            <a:blip r:embed="rId8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8130" y="1345"/>
              <a:ext cx="444" cy="408"/>
            </a:xfrm>
            <a:prstGeom prst="rect">
              <a:avLst/>
            </a:prstGeom>
          </p:spPr>
        </p:pic>
      </p:grpSp>
      <p:cxnSp>
        <p:nvCxnSpPr>
          <p:cNvPr id="8" name="Straight Arrow Connector 7"/>
          <p:cNvCxnSpPr>
            <a:endCxn id="51" idx="3"/>
          </p:cNvCxnSpPr>
          <p:nvPr/>
        </p:nvCxnSpPr>
        <p:spPr>
          <a:xfrm flipH="1">
            <a:off x="12004040" y="5932805"/>
            <a:ext cx="337820" cy="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>
            <a:endCxn id="42" idx="1"/>
          </p:cNvCxnSpPr>
          <p:nvPr/>
        </p:nvCxnSpPr>
        <p:spPr>
          <a:xfrm>
            <a:off x="11585575" y="5775960"/>
            <a:ext cx="758825" cy="381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Flowchart: Off-page Connector 89"/>
          <p:cNvSpPr/>
          <p:nvPr/>
        </p:nvSpPr>
        <p:spPr>
          <a:xfrm>
            <a:off x="11397615" y="3478530"/>
            <a:ext cx="597535" cy="35750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6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1" i="0" u="none" strike="noStrike" cap="none" normalizeH="0" baseline="-25000" smtClean="0">
                <a:ln>
                  <a:noFill/>
                </a:ln>
                <a:solidFill>
                  <a:schemeClr val="accent2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Trades</a:t>
            </a:r>
            <a:endParaRPr kumimoji="0" lang="en-US" altLang="en-US" sz="1200" b="1" i="0" u="none" strike="noStrike" cap="none" normalizeH="0" baseline="-25000" smtClean="0">
              <a:ln>
                <a:noFill/>
              </a:ln>
              <a:solidFill>
                <a:schemeClr val="accent2">
                  <a:lumMod val="20000"/>
                  <a:lumOff val="8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pic>
        <p:nvPicPr>
          <p:cNvPr id="42" name="Picture 41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344400" y="5057775"/>
            <a:ext cx="1329055" cy="144335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cxnSp>
        <p:nvCxnSpPr>
          <p:cNvPr id="35" name="Elbow Connector 34"/>
          <p:cNvCxnSpPr>
            <a:stCxn id="141" idx="1"/>
            <a:endCxn id="173" idx="3"/>
          </p:cNvCxnSpPr>
          <p:nvPr/>
        </p:nvCxnSpPr>
        <p:spPr>
          <a:xfrm rot="10800000">
            <a:off x="9846945" y="5198110"/>
            <a:ext cx="690880" cy="739140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/>
          <p:nvPr/>
        </p:nvCxnSpPr>
        <p:spPr>
          <a:xfrm flipV="1">
            <a:off x="11064875" y="4488180"/>
            <a:ext cx="3175" cy="1073150"/>
          </a:xfrm>
          <a:prstGeom prst="straightConnector1">
            <a:avLst/>
          </a:prstGeom>
          <a:ln>
            <a:prstDash val="sysDot"/>
            <a:tailEnd type="triangle" w="med" len="med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grpSp>
        <p:nvGrpSpPr>
          <p:cNvPr id="47" name="Group 46"/>
          <p:cNvGrpSpPr/>
          <p:nvPr/>
        </p:nvGrpSpPr>
        <p:grpSpPr>
          <a:xfrm>
            <a:off x="1374140" y="4829175"/>
            <a:ext cx="977265" cy="3460750"/>
            <a:chOff x="9380" y="8369"/>
            <a:chExt cx="1539" cy="5450"/>
          </a:xfrm>
        </p:grpSpPr>
        <p:grpSp>
          <p:nvGrpSpPr>
            <p:cNvPr id="225" name="Group 224"/>
            <p:cNvGrpSpPr/>
            <p:nvPr/>
          </p:nvGrpSpPr>
          <p:grpSpPr>
            <a:xfrm rot="0">
              <a:off x="9380" y="8369"/>
              <a:ext cx="673" cy="526"/>
              <a:chOff x="16290" y="4518"/>
              <a:chExt cx="748" cy="584"/>
            </a:xfrm>
          </p:grpSpPr>
          <p:pic>
            <p:nvPicPr>
              <p:cNvPr id="236" name="Picture 235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237" name="Oval 236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239" name="Picture 238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40" name="Picture 39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9533" y="8803"/>
              <a:ext cx="1387" cy="5016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cxnSp>
        <p:nvCxnSpPr>
          <p:cNvPr id="52" name="Straight Arrow Connector 51"/>
          <p:cNvCxnSpPr>
            <a:endCxn id="280" idx="0"/>
          </p:cNvCxnSpPr>
          <p:nvPr/>
        </p:nvCxnSpPr>
        <p:spPr>
          <a:xfrm>
            <a:off x="8723630" y="6398895"/>
            <a:ext cx="3175" cy="44132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0" name="Group 59"/>
          <p:cNvGrpSpPr/>
          <p:nvPr/>
        </p:nvGrpSpPr>
        <p:grpSpPr>
          <a:xfrm>
            <a:off x="8282305" y="5913755"/>
            <a:ext cx="881380" cy="485140"/>
            <a:chOff x="12036" y="7556"/>
            <a:chExt cx="1388" cy="764"/>
          </a:xfrm>
        </p:grpSpPr>
        <p:sp>
          <p:nvSpPr>
            <p:cNvPr id="50" name="Flowchart: Decision 49"/>
            <p:cNvSpPr/>
            <p:nvPr/>
          </p:nvSpPr>
          <p:spPr>
            <a:xfrm>
              <a:off x="12207" y="7556"/>
              <a:ext cx="1047" cy="764"/>
            </a:xfrm>
            <a:prstGeom prst="flowChartDecision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vertOverflow="overflow" horzOverflow="overflow" vert="horz" wrap="square" lIns="0" rIns="0" numCol="1" spcCol="0" rtlCol="0" fromWordArt="0" anchor="ctr" anchorCtr="0" forceAA="0" compatLnSpc="1">
              <a:noAutofit/>
              <a:scene3d>
                <a:camera prst="orthographicFront"/>
                <a:lightRig rig="threePt" dir="t"/>
              </a:scene3d>
            </a:bodyPr>
            <a:p>
              <a:pPr lvl="0" algn="ctr">
                <a:buClrTx/>
                <a:buSzTx/>
                <a:buFontTx/>
              </a:pPr>
              <a:endParaRPr lang="en-US" sz="50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endParaRPr>
            </a:p>
          </p:txBody>
        </p:sp>
        <p:sp>
          <p:nvSpPr>
            <p:cNvPr id="59" name="Text Box 58"/>
            <p:cNvSpPr txBox="1"/>
            <p:nvPr/>
          </p:nvSpPr>
          <p:spPr>
            <a:xfrm>
              <a:off x="12036" y="7736"/>
              <a:ext cx="1389" cy="4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lvl="0" algn="ctr">
                <a:buClrTx/>
                <a:buSzTx/>
                <a:buFontTx/>
              </a:pPr>
              <a:r>
                <a:rPr lang="en-US" sz="540"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sym typeface="+mn-ea"/>
                </a:rPr>
                <a:t>instrument</a:t>
              </a:r>
              <a:endParaRPr lang="en-US" sz="540"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endParaRPr>
            </a:p>
            <a:p>
              <a:pPr lvl="0" algn="ctr">
                <a:buClrTx/>
                <a:buSzTx/>
                <a:buFontTx/>
              </a:pPr>
              <a:r>
                <a:rPr lang="en-US" sz="540"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sym typeface="+mn-ea"/>
                </a:rPr>
                <a:t>position?</a:t>
              </a:r>
              <a:endParaRPr lang="en-US" sz="540"/>
            </a:p>
          </p:txBody>
        </p:sp>
      </p:grpSp>
      <p:sp>
        <p:nvSpPr>
          <p:cNvPr id="66" name="Oval 65"/>
          <p:cNvSpPr/>
          <p:nvPr/>
        </p:nvSpPr>
        <p:spPr>
          <a:xfrm>
            <a:off x="8648593" y="649795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67" name="Oval 66"/>
          <p:cNvSpPr/>
          <p:nvPr/>
        </p:nvSpPr>
        <p:spPr>
          <a:xfrm>
            <a:off x="8649863" y="7424420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70" name="Oval 69"/>
          <p:cNvSpPr/>
          <p:nvPr/>
        </p:nvSpPr>
        <p:spPr>
          <a:xfrm>
            <a:off x="8591078" y="776690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72" name="Oval 71"/>
          <p:cNvSpPr/>
          <p:nvPr/>
        </p:nvSpPr>
        <p:spPr>
          <a:xfrm>
            <a:off x="3015172" y="2237630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73" name="Straight Arrow Connector 72"/>
          <p:cNvCxnSpPr>
            <a:stCxn id="72" idx="4"/>
            <a:endCxn id="340" idx="0"/>
          </p:cNvCxnSpPr>
          <p:nvPr/>
        </p:nvCxnSpPr>
        <p:spPr>
          <a:xfrm>
            <a:off x="3150870" y="2512060"/>
            <a:ext cx="2540" cy="188595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/>
          <p:cNvCxnSpPr>
            <a:stCxn id="340" idx="2"/>
            <a:endCxn id="128" idx="0"/>
          </p:cNvCxnSpPr>
          <p:nvPr/>
        </p:nvCxnSpPr>
        <p:spPr>
          <a:xfrm flipH="1">
            <a:off x="3136900" y="3058160"/>
            <a:ext cx="16510" cy="55435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Rectangles 75"/>
          <p:cNvSpPr/>
          <p:nvPr/>
        </p:nvSpPr>
        <p:spPr>
          <a:xfrm>
            <a:off x="2627630" y="3228340"/>
            <a:ext cx="1097280" cy="128905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 sz="720"/>
          </a:p>
        </p:txBody>
      </p:sp>
      <p:sp>
        <p:nvSpPr>
          <p:cNvPr id="77" name="Rectangles 76"/>
          <p:cNvSpPr/>
          <p:nvPr/>
        </p:nvSpPr>
        <p:spPr>
          <a:xfrm>
            <a:off x="2625725" y="3152140"/>
            <a:ext cx="1097280" cy="12827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Interface</a:t>
            </a:r>
            <a:endParaRPr lang="en-US" sz="720"/>
          </a:p>
        </p:txBody>
      </p:sp>
      <p:sp>
        <p:nvSpPr>
          <p:cNvPr id="78" name="Rectangles 77"/>
          <p:cNvSpPr/>
          <p:nvPr/>
        </p:nvSpPr>
        <p:spPr>
          <a:xfrm>
            <a:off x="2625725" y="3300730"/>
            <a:ext cx="1097280" cy="12827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Submit</a:t>
            </a:r>
            <a:endParaRPr lang="en-US" sz="720"/>
          </a:p>
        </p:txBody>
      </p:sp>
      <p:cxnSp>
        <p:nvCxnSpPr>
          <p:cNvPr id="336" name="Straight Arrow Connector 335"/>
          <p:cNvCxnSpPr>
            <a:stCxn id="142" idx="3"/>
            <a:endCxn id="78" idx="1"/>
          </p:cNvCxnSpPr>
          <p:nvPr/>
        </p:nvCxnSpPr>
        <p:spPr>
          <a:xfrm>
            <a:off x="2339975" y="3359150"/>
            <a:ext cx="285750" cy="571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Flowchart: Off-page Connector 87"/>
          <p:cNvSpPr/>
          <p:nvPr/>
        </p:nvSpPr>
        <p:spPr>
          <a:xfrm>
            <a:off x="610235" y="3248660"/>
            <a:ext cx="438912" cy="219456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app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340" name="Flowchart: Off-page Connector 339"/>
          <p:cNvSpPr/>
          <p:nvPr/>
        </p:nvSpPr>
        <p:spPr>
          <a:xfrm>
            <a:off x="2854325" y="2700655"/>
            <a:ext cx="597535" cy="35750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6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1" i="0" u="none" strike="noStrike" cap="none" normalizeH="0" baseline="-25000" smtClean="0">
                <a:ln>
                  <a:noFill/>
                </a:ln>
                <a:solidFill>
                  <a:schemeClr val="accent2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Submit</a:t>
            </a:r>
            <a:endParaRPr kumimoji="0" lang="en-US" altLang="en-US" sz="1200" b="1" i="0" u="none" strike="noStrike" cap="none" normalizeH="0" baseline="-25000" smtClean="0">
              <a:ln>
                <a:noFill/>
              </a:ln>
              <a:solidFill>
                <a:schemeClr val="accent2">
                  <a:lumMod val="20000"/>
                  <a:lumOff val="8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cxnSp>
        <p:nvCxnSpPr>
          <p:cNvPr id="91" name="Straight Arrow Connector 90"/>
          <p:cNvCxnSpPr>
            <a:stCxn id="128" idx="2"/>
            <a:endCxn id="127" idx="0"/>
          </p:cNvCxnSpPr>
          <p:nvPr/>
        </p:nvCxnSpPr>
        <p:spPr>
          <a:xfrm>
            <a:off x="3136900" y="3975735"/>
            <a:ext cx="3175" cy="34734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Flowchart: Decision 126"/>
          <p:cNvSpPr/>
          <p:nvPr/>
        </p:nvSpPr>
        <p:spPr>
          <a:xfrm>
            <a:off x="2857500" y="4323080"/>
            <a:ext cx="564515" cy="363220"/>
          </a:xfrm>
          <a:prstGeom prst="flowChartDecision">
            <a:avLst/>
          </a:prstGeom>
          <a:solidFill>
            <a:srgbClr val="92D050"/>
          </a:soli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550" b="1">
                <a:solidFill>
                  <a:schemeClr val="tx2">
                    <a:lumMod val="85000"/>
                    <a:lumOff val="15000"/>
                  </a:schemeClr>
                </a:solidFill>
                <a:sym typeface="+mn-ea"/>
              </a:rPr>
              <a:t>Newer?</a:t>
            </a:r>
            <a:endParaRPr lang="en-US" sz="550" b="1">
              <a:solidFill>
                <a:schemeClr val="tx2">
                  <a:lumMod val="85000"/>
                  <a:lumOff val="15000"/>
                </a:schemeClr>
              </a:solidFill>
              <a:sym typeface="+mn-ea"/>
            </a:endParaRPr>
          </a:p>
        </p:txBody>
      </p:sp>
      <p:sp>
        <p:nvSpPr>
          <p:cNvPr id="128" name="Flowchart: Decision 127"/>
          <p:cNvSpPr/>
          <p:nvPr/>
        </p:nvSpPr>
        <p:spPr>
          <a:xfrm>
            <a:off x="2854325" y="3612515"/>
            <a:ext cx="564515" cy="363220"/>
          </a:xfrm>
          <a:prstGeom prst="flowChartDecision">
            <a:avLst/>
          </a:prstGeom>
          <a:solidFill>
            <a:srgbClr val="92D050"/>
          </a:soli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550" b="1">
                <a:solidFill>
                  <a:schemeClr val="tx2">
                    <a:lumMod val="85000"/>
                    <a:lumOff val="15000"/>
                  </a:schemeClr>
                </a:solidFill>
                <a:sym typeface="+mn-ea"/>
              </a:rPr>
              <a:t>Found?</a:t>
            </a:r>
            <a:endParaRPr lang="en-US" sz="550" b="1">
              <a:solidFill>
                <a:schemeClr val="tx2">
                  <a:lumMod val="85000"/>
                  <a:lumOff val="15000"/>
                </a:schemeClr>
              </a:solidFill>
              <a:sym typeface="+mn-ea"/>
            </a:endParaRPr>
          </a:p>
        </p:txBody>
      </p:sp>
      <p:sp>
        <p:nvSpPr>
          <p:cNvPr id="94" name="Oval 93"/>
          <p:cNvSpPr/>
          <p:nvPr/>
        </p:nvSpPr>
        <p:spPr>
          <a:xfrm>
            <a:off x="3062782" y="402666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95" name="Straight Arrow Connector 94"/>
          <p:cNvCxnSpPr>
            <a:stCxn id="88" idx="3"/>
            <a:endCxn id="142" idx="1"/>
          </p:cNvCxnSpPr>
          <p:nvPr/>
        </p:nvCxnSpPr>
        <p:spPr>
          <a:xfrm>
            <a:off x="1049020" y="3358515"/>
            <a:ext cx="276860" cy="63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Arrow Connector 95"/>
          <p:cNvCxnSpPr>
            <a:stCxn id="128" idx="3"/>
            <a:endCxn id="92" idx="1"/>
          </p:cNvCxnSpPr>
          <p:nvPr/>
        </p:nvCxnSpPr>
        <p:spPr>
          <a:xfrm>
            <a:off x="3418840" y="3794125"/>
            <a:ext cx="1468120" cy="254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Oval 96"/>
          <p:cNvSpPr/>
          <p:nvPr/>
        </p:nvSpPr>
        <p:spPr>
          <a:xfrm>
            <a:off x="3535972" y="3714874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101" name="Elbow Connector 100"/>
          <p:cNvCxnSpPr>
            <a:endCxn id="102" idx="1"/>
          </p:cNvCxnSpPr>
          <p:nvPr/>
        </p:nvCxnSpPr>
        <p:spPr>
          <a:xfrm rot="16200000">
            <a:off x="4403725" y="3846195"/>
            <a:ext cx="210185" cy="744855"/>
          </a:xfrm>
          <a:prstGeom prst="bentConnector2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Oval 102"/>
          <p:cNvSpPr/>
          <p:nvPr/>
        </p:nvSpPr>
        <p:spPr>
          <a:xfrm>
            <a:off x="4565827" y="403365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157" name="Straight Arrow Connector 156"/>
          <p:cNvCxnSpPr>
            <a:stCxn id="127" idx="3"/>
          </p:cNvCxnSpPr>
          <p:nvPr/>
        </p:nvCxnSpPr>
        <p:spPr>
          <a:xfrm>
            <a:off x="3422015" y="4504690"/>
            <a:ext cx="432435" cy="63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Oval 103"/>
          <p:cNvSpPr/>
          <p:nvPr/>
        </p:nvSpPr>
        <p:spPr>
          <a:xfrm>
            <a:off x="3535972" y="441655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106" name="Straight Arrow Connector 105"/>
          <p:cNvCxnSpPr>
            <a:endCxn id="105" idx="1"/>
          </p:cNvCxnSpPr>
          <p:nvPr/>
        </p:nvCxnSpPr>
        <p:spPr>
          <a:xfrm flipV="1">
            <a:off x="4418965" y="4504055"/>
            <a:ext cx="490855" cy="127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Oval 106"/>
          <p:cNvSpPr/>
          <p:nvPr/>
        </p:nvSpPr>
        <p:spPr>
          <a:xfrm>
            <a:off x="4565827" y="4415914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grpSp>
        <p:nvGrpSpPr>
          <p:cNvPr id="108" name="Group 107"/>
          <p:cNvGrpSpPr/>
          <p:nvPr/>
        </p:nvGrpSpPr>
        <p:grpSpPr>
          <a:xfrm>
            <a:off x="3853180" y="4323715"/>
            <a:ext cx="567690" cy="363220"/>
            <a:chOff x="6885" y="6776"/>
            <a:chExt cx="894" cy="572"/>
          </a:xfrm>
          <a:solidFill>
            <a:srgbClr val="92D050"/>
          </a:solidFill>
        </p:grpSpPr>
        <p:sp>
          <p:nvSpPr>
            <p:cNvPr id="109" name="Flowchart: Decision 108"/>
            <p:cNvSpPr/>
            <p:nvPr/>
          </p:nvSpPr>
          <p:spPr>
            <a:xfrm>
              <a:off x="6887" y="6776"/>
              <a:ext cx="889" cy="572"/>
            </a:xfrm>
            <a:prstGeom prst="flowChartDecision">
              <a:avLst/>
            </a:prstGeom>
            <a:grpFill/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vertOverflow="overflow" horzOverflow="overflow" vert="horz" wrap="square" lIns="0" rIns="0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endParaRPr lang="en-US" sz="550" b="1">
                <a:solidFill>
                  <a:schemeClr val="tx2">
                    <a:lumMod val="85000"/>
                    <a:lumOff val="15000"/>
                  </a:schemeClr>
                </a:solidFill>
                <a:sym typeface="+mn-ea"/>
              </a:endParaRPr>
            </a:p>
          </p:txBody>
        </p:sp>
        <p:sp>
          <p:nvSpPr>
            <p:cNvPr id="110" name="Text Box 109"/>
            <p:cNvSpPr txBox="1"/>
            <p:nvPr/>
          </p:nvSpPr>
          <p:spPr>
            <a:xfrm>
              <a:off x="6885" y="6924"/>
              <a:ext cx="894" cy="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sz="550" b="1">
                  <a:solidFill>
                    <a:schemeClr val="tx2">
                      <a:lumMod val="85000"/>
                      <a:lumOff val="15000"/>
                    </a:schemeClr>
                  </a:solidFill>
                </a:rPr>
                <a:t>Pending?</a:t>
              </a:r>
              <a:endParaRPr lang="en-US"/>
            </a:p>
          </p:txBody>
        </p:sp>
      </p:grpSp>
      <p:grpSp>
        <p:nvGrpSpPr>
          <p:cNvPr id="114" name="Group 113"/>
          <p:cNvGrpSpPr/>
          <p:nvPr/>
        </p:nvGrpSpPr>
        <p:grpSpPr>
          <a:xfrm>
            <a:off x="10387330" y="3849370"/>
            <a:ext cx="1220470" cy="638175"/>
            <a:chOff x="16890" y="5259"/>
            <a:chExt cx="1922" cy="1005"/>
          </a:xfrm>
        </p:grpSpPr>
        <p:sp>
          <p:nvSpPr>
            <p:cNvPr id="111" name="Rectangles 110"/>
            <p:cNvSpPr/>
            <p:nvPr/>
          </p:nvSpPr>
          <p:spPr>
            <a:xfrm>
              <a:off x="17084" y="5724"/>
              <a:ext cx="1728" cy="20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720"/>
            </a:p>
          </p:txBody>
        </p:sp>
        <p:sp>
          <p:nvSpPr>
            <p:cNvPr id="120" name="Rectangles 119"/>
            <p:cNvSpPr/>
            <p:nvPr/>
          </p:nvSpPr>
          <p:spPr>
            <a:xfrm>
              <a:off x="17127" y="5583"/>
              <a:ext cx="1670" cy="203"/>
            </a:xfrm>
            <a:prstGeom prst="rect">
              <a:avLst/>
            </a:prstGeom>
            <a:effectLst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REST API</a:t>
              </a:r>
              <a:endParaRPr lang="en-US" sz="720">
                <a:sym typeface="+mn-ea"/>
              </a:endParaRPr>
            </a:p>
          </p:txBody>
        </p:sp>
        <p:grpSp>
          <p:nvGrpSpPr>
            <p:cNvPr id="124" name="Group 123"/>
            <p:cNvGrpSpPr/>
            <p:nvPr/>
          </p:nvGrpSpPr>
          <p:grpSpPr>
            <a:xfrm rot="0">
              <a:off x="16890" y="5259"/>
              <a:ext cx="573" cy="452"/>
              <a:chOff x="10155" y="414"/>
              <a:chExt cx="1146" cy="883"/>
            </a:xfrm>
          </p:grpSpPr>
          <p:grpSp>
            <p:nvGrpSpPr>
              <p:cNvPr id="125" name="Group 124"/>
              <p:cNvGrpSpPr/>
              <p:nvPr/>
            </p:nvGrpSpPr>
            <p:grpSpPr>
              <a:xfrm>
                <a:off x="10155" y="414"/>
                <a:ext cx="854" cy="770"/>
                <a:chOff x="1264" y="991"/>
                <a:chExt cx="854" cy="770"/>
              </a:xfrm>
            </p:grpSpPr>
            <p:pic>
              <p:nvPicPr>
                <p:cNvPr id="126" name="Picture 125"/>
                <p:cNvPicPr>
                  <a:picLocks noChangeAspect="1"/>
                </p:cNvPicPr>
                <p:nvPr/>
              </p:nvPicPr>
              <p:blipFill>
                <a:blip r:embed="rId1"/>
                <a:stretch>
                  <a:fillRect/>
                </a:stretch>
              </p:blipFill>
              <p:spPr>
                <a:xfrm>
                  <a:off x="1264" y="991"/>
                  <a:ext cx="854" cy="618"/>
                </a:xfrm>
                <a:prstGeom prst="rect">
                  <a:avLst/>
                </a:prstGeom>
              </p:spPr>
            </p:pic>
            <p:pic>
              <p:nvPicPr>
                <p:cNvPr id="129" name="Picture 128"/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1464" y="1201"/>
                  <a:ext cx="454" cy="560"/>
                </a:xfrm>
                <a:prstGeom prst="rect">
                  <a:avLst/>
                </a:prstGeom>
              </p:spPr>
            </p:pic>
          </p:grpSp>
          <p:pic>
            <p:nvPicPr>
              <p:cNvPr id="131" name="Picture 130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626" y="1033"/>
                <a:ext cx="675" cy="264"/>
              </a:xfrm>
              <a:prstGeom prst="rect">
                <a:avLst/>
              </a:prstGeom>
            </p:spPr>
          </p:pic>
        </p:grpSp>
        <p:sp>
          <p:nvSpPr>
            <p:cNvPr id="112" name="Rectangles 111"/>
            <p:cNvSpPr/>
            <p:nvPr/>
          </p:nvSpPr>
          <p:spPr>
            <a:xfrm>
              <a:off x="17082" y="5938"/>
              <a:ext cx="1728" cy="20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720"/>
            </a:p>
          </p:txBody>
        </p:sp>
        <p:sp>
          <p:nvSpPr>
            <p:cNvPr id="122" name="Rectangles 121"/>
            <p:cNvSpPr/>
            <p:nvPr/>
          </p:nvSpPr>
          <p:spPr>
            <a:xfrm>
              <a:off x="17127" y="5819"/>
              <a:ext cx="1670" cy="203"/>
            </a:xfrm>
            <a:prstGeom prst="rect">
              <a:avLst/>
            </a:prstGeom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Import</a:t>
              </a:r>
              <a:endParaRPr lang="en-US" sz="720">
                <a:sym typeface="+mn-ea"/>
              </a:endParaRPr>
            </a:p>
          </p:txBody>
        </p:sp>
        <p:sp>
          <p:nvSpPr>
            <p:cNvPr id="123" name="Rectangles 122"/>
            <p:cNvSpPr/>
            <p:nvPr/>
          </p:nvSpPr>
          <p:spPr>
            <a:xfrm>
              <a:off x="17127" y="6062"/>
              <a:ext cx="1670" cy="203"/>
            </a:xfrm>
            <a:prstGeom prst="rect">
              <a:avLst/>
            </a:prstGeom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 Active</a:t>
              </a:r>
              <a:endParaRPr lang="en-US" sz="720">
                <a:sym typeface="+mn-ea"/>
              </a:endParaRPr>
            </a:p>
          </p:txBody>
        </p:sp>
      </p:grpSp>
      <p:sp>
        <p:nvSpPr>
          <p:cNvPr id="37" name="Flowchart: Terminator 36"/>
          <p:cNvSpPr/>
          <p:nvPr/>
        </p:nvSpPr>
        <p:spPr>
          <a:xfrm>
            <a:off x="11546840" y="4333867"/>
            <a:ext cx="457200" cy="13716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live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116" name="Group 115"/>
          <p:cNvGrpSpPr/>
          <p:nvPr/>
        </p:nvGrpSpPr>
        <p:grpSpPr>
          <a:xfrm>
            <a:off x="10387330" y="5362575"/>
            <a:ext cx="1220470" cy="638175"/>
            <a:chOff x="16890" y="5259"/>
            <a:chExt cx="1922" cy="1005"/>
          </a:xfrm>
        </p:grpSpPr>
        <p:sp>
          <p:nvSpPr>
            <p:cNvPr id="117" name="Rectangles 116"/>
            <p:cNvSpPr/>
            <p:nvPr/>
          </p:nvSpPr>
          <p:spPr>
            <a:xfrm>
              <a:off x="17084" y="5724"/>
              <a:ext cx="1728" cy="20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720"/>
            </a:p>
          </p:txBody>
        </p:sp>
        <p:sp>
          <p:nvSpPr>
            <p:cNvPr id="118" name="Rectangles 117"/>
            <p:cNvSpPr/>
            <p:nvPr/>
          </p:nvSpPr>
          <p:spPr>
            <a:xfrm>
              <a:off x="17127" y="5583"/>
              <a:ext cx="1670" cy="203"/>
            </a:xfrm>
            <a:prstGeom prst="rect">
              <a:avLst/>
            </a:prstGeom>
            <a:effectLst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REST API</a:t>
              </a:r>
              <a:endParaRPr lang="en-US" sz="720">
                <a:sym typeface="+mn-ea"/>
              </a:endParaRPr>
            </a:p>
          </p:txBody>
        </p:sp>
        <p:grpSp>
          <p:nvGrpSpPr>
            <p:cNvPr id="119" name="Group 118"/>
            <p:cNvGrpSpPr/>
            <p:nvPr/>
          </p:nvGrpSpPr>
          <p:grpSpPr>
            <a:xfrm rot="0">
              <a:off x="16890" y="5259"/>
              <a:ext cx="573" cy="452"/>
              <a:chOff x="10155" y="414"/>
              <a:chExt cx="1146" cy="883"/>
            </a:xfrm>
          </p:grpSpPr>
          <p:grpSp>
            <p:nvGrpSpPr>
              <p:cNvPr id="121" name="Group 120"/>
              <p:cNvGrpSpPr/>
              <p:nvPr/>
            </p:nvGrpSpPr>
            <p:grpSpPr>
              <a:xfrm>
                <a:off x="10155" y="414"/>
                <a:ext cx="854" cy="770"/>
                <a:chOff x="1264" y="991"/>
                <a:chExt cx="854" cy="770"/>
              </a:xfrm>
            </p:grpSpPr>
            <p:pic>
              <p:nvPicPr>
                <p:cNvPr id="130" name="Picture 129"/>
                <p:cNvPicPr>
                  <a:picLocks noChangeAspect="1"/>
                </p:cNvPicPr>
                <p:nvPr/>
              </p:nvPicPr>
              <p:blipFill>
                <a:blip r:embed="rId1"/>
                <a:stretch>
                  <a:fillRect/>
                </a:stretch>
              </p:blipFill>
              <p:spPr>
                <a:xfrm>
                  <a:off x="1264" y="991"/>
                  <a:ext cx="854" cy="618"/>
                </a:xfrm>
                <a:prstGeom prst="rect">
                  <a:avLst/>
                </a:prstGeom>
              </p:spPr>
            </p:pic>
            <p:pic>
              <p:nvPicPr>
                <p:cNvPr id="133" name="Picture 132"/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1464" y="1201"/>
                  <a:ext cx="454" cy="560"/>
                </a:xfrm>
                <a:prstGeom prst="rect">
                  <a:avLst/>
                </a:prstGeom>
              </p:spPr>
            </p:pic>
          </p:grpSp>
          <p:pic>
            <p:nvPicPr>
              <p:cNvPr id="136" name="Picture 135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626" y="1033"/>
                <a:ext cx="675" cy="264"/>
              </a:xfrm>
              <a:prstGeom prst="rect">
                <a:avLst/>
              </a:prstGeom>
            </p:spPr>
          </p:pic>
        </p:grpSp>
        <p:sp>
          <p:nvSpPr>
            <p:cNvPr id="138" name="Rectangles 137"/>
            <p:cNvSpPr/>
            <p:nvPr/>
          </p:nvSpPr>
          <p:spPr>
            <a:xfrm>
              <a:off x="17082" y="5938"/>
              <a:ext cx="1728" cy="20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720"/>
            </a:p>
          </p:txBody>
        </p:sp>
        <p:sp>
          <p:nvSpPr>
            <p:cNvPr id="140" name="Rectangles 139"/>
            <p:cNvSpPr/>
            <p:nvPr/>
          </p:nvSpPr>
          <p:spPr>
            <a:xfrm>
              <a:off x="17127" y="5819"/>
              <a:ext cx="1670" cy="203"/>
            </a:xfrm>
            <a:prstGeom prst="rect">
              <a:avLst/>
            </a:prstGeom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Import</a:t>
              </a:r>
              <a:endParaRPr lang="en-US" sz="720">
                <a:sym typeface="+mn-ea"/>
              </a:endParaRPr>
            </a:p>
          </p:txBody>
        </p:sp>
        <p:sp>
          <p:nvSpPr>
            <p:cNvPr id="141" name="Rectangles 140"/>
            <p:cNvSpPr/>
            <p:nvPr/>
          </p:nvSpPr>
          <p:spPr>
            <a:xfrm>
              <a:off x="17127" y="6062"/>
              <a:ext cx="1670" cy="203"/>
            </a:xfrm>
            <a:prstGeom prst="rect">
              <a:avLst/>
            </a:prstGeom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 History</a:t>
              </a:r>
              <a:endParaRPr lang="en-US" sz="720">
                <a:sym typeface="+mn-ea"/>
              </a:endParaRPr>
            </a:p>
          </p:txBody>
        </p:sp>
      </p:grpSp>
      <p:sp>
        <p:nvSpPr>
          <p:cNvPr id="51" name="Flowchart: Terminator 50"/>
          <p:cNvSpPr/>
          <p:nvPr/>
        </p:nvSpPr>
        <p:spPr>
          <a:xfrm>
            <a:off x="11546840" y="5864225"/>
            <a:ext cx="457200" cy="13716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history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42" name="Picture 14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25880" y="2840355"/>
            <a:ext cx="1014095" cy="1036955"/>
          </a:xfrm>
          <a:prstGeom prst="rect">
            <a:avLst/>
          </a:prstGeom>
        </p:spPr>
      </p:pic>
      <p:grpSp>
        <p:nvGrpSpPr>
          <p:cNvPr id="309" name="Group 308"/>
          <p:cNvGrpSpPr/>
          <p:nvPr/>
        </p:nvGrpSpPr>
        <p:grpSpPr>
          <a:xfrm>
            <a:off x="5251450" y="3259455"/>
            <a:ext cx="1069975" cy="1911350"/>
            <a:chOff x="8270" y="4526"/>
            <a:chExt cx="1685" cy="3010"/>
          </a:xfrm>
        </p:grpSpPr>
        <p:grpSp>
          <p:nvGrpSpPr>
            <p:cNvPr id="12" name="Group 11"/>
            <p:cNvGrpSpPr/>
            <p:nvPr/>
          </p:nvGrpSpPr>
          <p:grpSpPr>
            <a:xfrm rot="0">
              <a:off x="8270" y="4526"/>
              <a:ext cx="673" cy="526"/>
              <a:chOff x="16290" y="4518"/>
              <a:chExt cx="748" cy="584"/>
            </a:xfrm>
          </p:grpSpPr>
          <p:pic>
            <p:nvPicPr>
              <p:cNvPr id="13" name="Picture 12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14" name="Oval 13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15" name="Picture 14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168" name="Picture 167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387" y="4946"/>
              <a:ext cx="1568" cy="2591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241" name="Flowchart: Terminator 240"/>
          <p:cNvSpPr/>
          <p:nvPr/>
        </p:nvSpPr>
        <p:spPr>
          <a:xfrm>
            <a:off x="6229320" y="461249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closed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264" name="Flowchart: Terminator 263"/>
          <p:cNvSpPr/>
          <p:nvPr/>
        </p:nvSpPr>
        <p:spPr>
          <a:xfrm>
            <a:off x="6229320" y="361596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pending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181" name="Flowchart: Terminator 180"/>
          <p:cNvSpPr/>
          <p:nvPr/>
        </p:nvSpPr>
        <p:spPr>
          <a:xfrm>
            <a:off x="6229320" y="401115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rejected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92" name="Flowchart: Terminator 91"/>
          <p:cNvSpPr/>
          <p:nvPr/>
        </p:nvSpPr>
        <p:spPr>
          <a:xfrm>
            <a:off x="4887260" y="373217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queued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2" name="Flowchart: Terminator 101"/>
          <p:cNvSpPr/>
          <p:nvPr/>
        </p:nvSpPr>
        <p:spPr>
          <a:xfrm>
            <a:off x="4882180" y="404903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Publish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5" name="Flowchart: Terminator 104"/>
          <p:cNvSpPr/>
          <p:nvPr/>
        </p:nvSpPr>
        <p:spPr>
          <a:xfrm>
            <a:off x="4910120" y="443956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Hold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78" name="Flowchart: Terminator 177"/>
          <p:cNvSpPr/>
          <p:nvPr/>
        </p:nvSpPr>
        <p:spPr>
          <a:xfrm>
            <a:off x="7705725" y="5277485"/>
            <a:ext cx="544195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orders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180" name="Flowchart: Decision 179"/>
          <p:cNvSpPr/>
          <p:nvPr/>
        </p:nvSpPr>
        <p:spPr>
          <a:xfrm>
            <a:off x="3181120" y="6472555"/>
            <a:ext cx="664670" cy="488315"/>
          </a:xfrm>
          <a:prstGeom prst="flowChartDecision">
            <a:avLst/>
          </a:prstGeom>
          <a:solidFill>
            <a:schemeClr val="bg1">
              <a:lumMod val="75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endParaRPr lang="en-US" sz="540" b="1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183" name="Flowchart: Decision 182"/>
          <p:cNvSpPr/>
          <p:nvPr/>
        </p:nvSpPr>
        <p:spPr>
          <a:xfrm>
            <a:off x="4241800" y="648271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position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193" name="Flowchart: Terminator 192"/>
          <p:cNvSpPr/>
          <p:nvPr/>
        </p:nvSpPr>
        <p:spPr>
          <a:xfrm>
            <a:off x="5334300" y="666079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queued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94" name="Flowchart: Terminator 193"/>
          <p:cNvSpPr/>
          <p:nvPr/>
        </p:nvSpPr>
        <p:spPr>
          <a:xfrm>
            <a:off x="5334300" y="709513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closed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97" name="Straight Arrow Connector 196"/>
          <p:cNvCxnSpPr>
            <a:stCxn id="183" idx="3"/>
            <a:endCxn id="193" idx="1"/>
          </p:cNvCxnSpPr>
          <p:nvPr/>
        </p:nvCxnSpPr>
        <p:spPr>
          <a:xfrm>
            <a:off x="4906645" y="6725285"/>
            <a:ext cx="427355" cy="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" name="Oval 204"/>
          <p:cNvSpPr/>
          <p:nvPr/>
        </p:nvSpPr>
        <p:spPr>
          <a:xfrm>
            <a:off x="6237094" y="681186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06" name="Oval 205"/>
          <p:cNvSpPr/>
          <p:nvPr/>
        </p:nvSpPr>
        <p:spPr>
          <a:xfrm>
            <a:off x="5033135" y="663437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207" name="Elbow Connector 206"/>
          <p:cNvCxnSpPr>
            <a:stCxn id="183" idx="2"/>
            <a:endCxn id="194" idx="1"/>
          </p:cNvCxnSpPr>
          <p:nvPr/>
        </p:nvCxnSpPr>
        <p:spPr>
          <a:xfrm rot="5400000" flipV="1">
            <a:off x="4858385" y="6684010"/>
            <a:ext cx="191770" cy="75946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8" name="Oval 207"/>
          <p:cNvSpPr/>
          <p:nvPr/>
        </p:nvSpPr>
        <p:spPr>
          <a:xfrm>
            <a:off x="5033135" y="7079450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cxnSp>
        <p:nvCxnSpPr>
          <p:cNvPr id="209" name="Elbow Connector 208"/>
          <p:cNvCxnSpPr>
            <a:stCxn id="194" idx="3"/>
            <a:endCxn id="205" idx="2"/>
          </p:cNvCxnSpPr>
          <p:nvPr/>
        </p:nvCxnSpPr>
        <p:spPr>
          <a:xfrm flipV="1">
            <a:off x="5852795" y="6944995"/>
            <a:ext cx="384175" cy="214630"/>
          </a:xfrm>
          <a:prstGeom prst="bentConnector3">
            <a:avLst>
              <a:gd name="adj1" fmla="val 50083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Elbow Connector 214"/>
          <p:cNvCxnSpPr>
            <a:stCxn id="193" idx="3"/>
            <a:endCxn id="205" idx="2"/>
          </p:cNvCxnSpPr>
          <p:nvPr/>
        </p:nvCxnSpPr>
        <p:spPr>
          <a:xfrm>
            <a:off x="5852795" y="6725285"/>
            <a:ext cx="384175" cy="219710"/>
          </a:xfrm>
          <a:prstGeom prst="bentConnector3">
            <a:avLst>
              <a:gd name="adj1" fmla="val 50083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Straight Arrow Connector 221"/>
          <p:cNvCxnSpPr>
            <a:stCxn id="180" idx="3"/>
            <a:endCxn id="183" idx="1"/>
          </p:cNvCxnSpPr>
          <p:nvPr/>
        </p:nvCxnSpPr>
        <p:spPr>
          <a:xfrm>
            <a:off x="3846195" y="6717030"/>
            <a:ext cx="395605" cy="825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2" name="Oval 241"/>
          <p:cNvSpPr/>
          <p:nvPr/>
        </p:nvSpPr>
        <p:spPr>
          <a:xfrm>
            <a:off x="3944110" y="664580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243" name="Straight Arrow Connector 242"/>
          <p:cNvCxnSpPr>
            <a:stCxn id="369" idx="2"/>
            <a:endCxn id="248" idx="0"/>
          </p:cNvCxnSpPr>
          <p:nvPr/>
        </p:nvCxnSpPr>
        <p:spPr>
          <a:xfrm>
            <a:off x="3517265" y="7887970"/>
            <a:ext cx="0" cy="40068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8" name="Flowchart: Decision 247"/>
          <p:cNvSpPr/>
          <p:nvPr/>
        </p:nvSpPr>
        <p:spPr>
          <a:xfrm>
            <a:off x="3184295" y="8288655"/>
            <a:ext cx="664670" cy="488315"/>
          </a:xfrm>
          <a:prstGeom prst="flowChartDecision">
            <a:avLst/>
          </a:prstGeom>
          <a:solidFill>
            <a:schemeClr val="bg1">
              <a:lumMod val="75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 b="1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Pending</a:t>
            </a:r>
            <a:r>
              <a:rPr lang="en-US" sz="540" b="1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?</a:t>
            </a:r>
            <a:endParaRPr lang="en-US" sz="540" b="1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65" name="Flowchart: Decision 264"/>
          <p:cNvSpPr/>
          <p:nvPr/>
        </p:nvSpPr>
        <p:spPr>
          <a:xfrm>
            <a:off x="4241800" y="8305800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position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69" name="Flowchart: Terminator 268"/>
          <p:cNvSpPr/>
          <p:nvPr/>
        </p:nvSpPr>
        <p:spPr>
          <a:xfrm>
            <a:off x="5334300" y="891821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expired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72" name="Oval 271"/>
          <p:cNvSpPr/>
          <p:nvPr/>
        </p:nvSpPr>
        <p:spPr>
          <a:xfrm>
            <a:off x="6237094" y="8634949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77" name="Elbow Connector 276"/>
          <p:cNvCxnSpPr>
            <a:stCxn id="265" idx="2"/>
            <a:endCxn id="269" idx="1"/>
          </p:cNvCxnSpPr>
          <p:nvPr/>
        </p:nvCxnSpPr>
        <p:spPr>
          <a:xfrm rot="5400000" flipV="1">
            <a:off x="4858385" y="8507095"/>
            <a:ext cx="191770" cy="75946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8" name="Oval 277"/>
          <p:cNvSpPr/>
          <p:nvPr/>
        </p:nvSpPr>
        <p:spPr>
          <a:xfrm>
            <a:off x="5033135" y="8902535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cxnSp>
        <p:nvCxnSpPr>
          <p:cNvPr id="286" name="Elbow Connector 285"/>
          <p:cNvCxnSpPr>
            <a:stCxn id="269" idx="3"/>
            <a:endCxn id="272" idx="2"/>
          </p:cNvCxnSpPr>
          <p:nvPr/>
        </p:nvCxnSpPr>
        <p:spPr>
          <a:xfrm flipV="1">
            <a:off x="5852795" y="8768080"/>
            <a:ext cx="384175" cy="214630"/>
          </a:xfrm>
          <a:prstGeom prst="bentConnector3">
            <a:avLst>
              <a:gd name="adj1" fmla="val 50083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Straight Arrow Connector 290"/>
          <p:cNvCxnSpPr>
            <a:stCxn id="265" idx="3"/>
            <a:endCxn id="375" idx="1"/>
          </p:cNvCxnSpPr>
          <p:nvPr/>
        </p:nvCxnSpPr>
        <p:spPr>
          <a:xfrm flipV="1">
            <a:off x="4906645" y="8547735"/>
            <a:ext cx="427355" cy="63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Straight Arrow Connector 299"/>
          <p:cNvCxnSpPr>
            <a:stCxn id="248" idx="3"/>
            <a:endCxn id="265" idx="1"/>
          </p:cNvCxnSpPr>
          <p:nvPr/>
        </p:nvCxnSpPr>
        <p:spPr>
          <a:xfrm>
            <a:off x="3849370" y="8533130"/>
            <a:ext cx="392430" cy="1524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Oval 300"/>
          <p:cNvSpPr/>
          <p:nvPr/>
        </p:nvSpPr>
        <p:spPr>
          <a:xfrm>
            <a:off x="3944110" y="849429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273" name="Oval 272"/>
          <p:cNvSpPr/>
          <p:nvPr/>
        </p:nvSpPr>
        <p:spPr>
          <a:xfrm>
            <a:off x="5033135" y="845746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305" name="Elbow Connector 304"/>
          <p:cNvCxnSpPr>
            <a:stCxn id="233" idx="2"/>
            <a:endCxn id="307" idx="3"/>
          </p:cNvCxnSpPr>
          <p:nvPr/>
        </p:nvCxnSpPr>
        <p:spPr>
          <a:xfrm rot="5400000">
            <a:off x="7056755" y="4603750"/>
            <a:ext cx="152400" cy="77279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6" name="Oval 305"/>
          <p:cNvSpPr/>
          <p:nvPr/>
        </p:nvSpPr>
        <p:spPr>
          <a:xfrm>
            <a:off x="6892183" y="4979670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sp>
        <p:nvSpPr>
          <p:cNvPr id="307" name="Flowchart: Terminator 306"/>
          <p:cNvSpPr/>
          <p:nvPr/>
        </p:nvSpPr>
        <p:spPr>
          <a:xfrm>
            <a:off x="6228050" y="500238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canceled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310" name="Flowchart: Decision 309"/>
          <p:cNvSpPr/>
          <p:nvPr/>
        </p:nvSpPr>
        <p:spPr>
          <a:xfrm>
            <a:off x="3184295" y="9190355"/>
            <a:ext cx="664670" cy="488315"/>
          </a:xfrm>
          <a:prstGeom prst="flowChartDecision">
            <a:avLst/>
          </a:prstGeom>
          <a:solidFill>
            <a:schemeClr val="bg1">
              <a:lumMod val="75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 b="1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Hold?</a:t>
            </a:r>
            <a:endParaRPr lang="en-US" sz="540" b="1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328" name="Flowchart: Decision 327"/>
          <p:cNvSpPr/>
          <p:nvPr/>
        </p:nvSpPr>
        <p:spPr>
          <a:xfrm>
            <a:off x="6040120" y="918273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closed?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329" name="Flowchart: Terminator 328"/>
          <p:cNvSpPr/>
          <p:nvPr/>
        </p:nvSpPr>
        <p:spPr>
          <a:xfrm>
            <a:off x="7161195" y="936081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queued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38" name="Straight Arrow Connector 337"/>
          <p:cNvCxnSpPr>
            <a:stCxn id="328" idx="3"/>
            <a:endCxn id="329" idx="1"/>
          </p:cNvCxnSpPr>
          <p:nvPr/>
        </p:nvCxnSpPr>
        <p:spPr>
          <a:xfrm>
            <a:off x="6704965" y="9425305"/>
            <a:ext cx="455930" cy="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9" name="Oval 338"/>
          <p:cNvSpPr/>
          <p:nvPr/>
        </p:nvSpPr>
        <p:spPr>
          <a:xfrm>
            <a:off x="8089428" y="951188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341" name="Oval 340"/>
          <p:cNvSpPr/>
          <p:nvPr/>
        </p:nvSpPr>
        <p:spPr>
          <a:xfrm>
            <a:off x="6804785" y="933439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345" name="Elbow Connector 344"/>
          <p:cNvCxnSpPr>
            <a:stCxn id="329" idx="3"/>
            <a:endCxn id="339" idx="2"/>
          </p:cNvCxnSpPr>
          <p:nvPr/>
        </p:nvCxnSpPr>
        <p:spPr>
          <a:xfrm>
            <a:off x="7679690" y="9425305"/>
            <a:ext cx="409575" cy="219710"/>
          </a:xfrm>
          <a:prstGeom prst="bentConnector3">
            <a:avLst>
              <a:gd name="adj1" fmla="val 46821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1" name="Flowchart: Decision 350"/>
          <p:cNvSpPr/>
          <p:nvPr/>
        </p:nvSpPr>
        <p:spPr>
          <a:xfrm>
            <a:off x="4241800" y="9187180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position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352" name="Flowchart: Terminator 351"/>
          <p:cNvSpPr/>
          <p:nvPr/>
        </p:nvSpPr>
        <p:spPr>
          <a:xfrm>
            <a:off x="7135795" y="979959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expired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54" name="Elbow Connector 353"/>
          <p:cNvCxnSpPr>
            <a:stCxn id="351" idx="2"/>
            <a:endCxn id="352" idx="1"/>
          </p:cNvCxnSpPr>
          <p:nvPr/>
        </p:nvCxnSpPr>
        <p:spPr>
          <a:xfrm rot="5400000" flipV="1">
            <a:off x="5759133" y="8487728"/>
            <a:ext cx="191770" cy="256095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5" name="Oval 354"/>
          <p:cNvSpPr/>
          <p:nvPr/>
        </p:nvSpPr>
        <p:spPr>
          <a:xfrm>
            <a:off x="5033135" y="9783915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cxnSp>
        <p:nvCxnSpPr>
          <p:cNvPr id="356" name="Elbow Connector 355"/>
          <p:cNvCxnSpPr>
            <a:stCxn id="352" idx="3"/>
            <a:endCxn id="339" idx="2"/>
          </p:cNvCxnSpPr>
          <p:nvPr/>
        </p:nvCxnSpPr>
        <p:spPr>
          <a:xfrm flipV="1">
            <a:off x="7654290" y="9645015"/>
            <a:ext cx="434975" cy="219075"/>
          </a:xfrm>
          <a:prstGeom prst="bentConnector3">
            <a:avLst>
              <a:gd name="adj1" fmla="val 50073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7" name="Straight Arrow Connector 356"/>
          <p:cNvCxnSpPr>
            <a:stCxn id="214" idx="6"/>
            <a:endCxn id="328" idx="1"/>
          </p:cNvCxnSpPr>
          <p:nvPr/>
        </p:nvCxnSpPr>
        <p:spPr>
          <a:xfrm flipV="1">
            <a:off x="5729605" y="9425305"/>
            <a:ext cx="310515" cy="381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8" name="Straight Arrow Connector 357"/>
          <p:cNvCxnSpPr>
            <a:stCxn id="310" idx="3"/>
            <a:endCxn id="351" idx="1"/>
          </p:cNvCxnSpPr>
          <p:nvPr/>
        </p:nvCxnSpPr>
        <p:spPr>
          <a:xfrm flipV="1">
            <a:off x="3849370" y="9429750"/>
            <a:ext cx="392430" cy="508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9" name="Oval 358"/>
          <p:cNvSpPr/>
          <p:nvPr/>
        </p:nvSpPr>
        <p:spPr>
          <a:xfrm>
            <a:off x="3944110" y="935027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360" name="Oval 359"/>
          <p:cNvSpPr/>
          <p:nvPr/>
        </p:nvSpPr>
        <p:spPr>
          <a:xfrm>
            <a:off x="5033135" y="933884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361" name="Straight Arrow Connector 360"/>
          <p:cNvCxnSpPr>
            <a:stCxn id="180" idx="2"/>
            <a:endCxn id="369" idx="0"/>
          </p:cNvCxnSpPr>
          <p:nvPr/>
        </p:nvCxnSpPr>
        <p:spPr>
          <a:xfrm>
            <a:off x="3514090" y="6960870"/>
            <a:ext cx="3175" cy="43878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2" name="Oval 361"/>
          <p:cNvSpPr/>
          <p:nvPr/>
        </p:nvSpPr>
        <p:spPr>
          <a:xfrm>
            <a:off x="3442619" y="796734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cxnSp>
        <p:nvCxnSpPr>
          <p:cNvPr id="363" name="Straight Arrow Connector 362"/>
          <p:cNvCxnSpPr>
            <a:stCxn id="370" idx="1"/>
            <a:endCxn id="365" idx="2"/>
          </p:cNvCxnSpPr>
          <p:nvPr/>
        </p:nvCxnSpPr>
        <p:spPr>
          <a:xfrm flipV="1">
            <a:off x="3184525" y="10337165"/>
            <a:ext cx="1254125" cy="57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4" name="Oval 363"/>
          <p:cNvSpPr/>
          <p:nvPr/>
        </p:nvSpPr>
        <p:spPr>
          <a:xfrm>
            <a:off x="3944110" y="1026149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365" name="Oval 364"/>
          <p:cNvSpPr/>
          <p:nvPr/>
        </p:nvSpPr>
        <p:spPr>
          <a:xfrm>
            <a:off x="4438774" y="1020388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366" name="Straight Arrow Connector 365"/>
          <p:cNvCxnSpPr>
            <a:stCxn id="369" idx="3"/>
            <a:endCxn id="368" idx="2"/>
          </p:cNvCxnSpPr>
          <p:nvPr/>
        </p:nvCxnSpPr>
        <p:spPr>
          <a:xfrm>
            <a:off x="3849370" y="7644130"/>
            <a:ext cx="577215" cy="19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7" name="Oval 366"/>
          <p:cNvSpPr/>
          <p:nvPr/>
        </p:nvSpPr>
        <p:spPr>
          <a:xfrm>
            <a:off x="3932045" y="756020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368" name="Oval 367"/>
          <p:cNvSpPr/>
          <p:nvPr/>
        </p:nvSpPr>
        <p:spPr>
          <a:xfrm>
            <a:off x="4426709" y="751275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369" name="Flowchart: Decision 368"/>
          <p:cNvSpPr/>
          <p:nvPr/>
        </p:nvSpPr>
        <p:spPr>
          <a:xfrm>
            <a:off x="3184295" y="7399655"/>
            <a:ext cx="664670" cy="488315"/>
          </a:xfrm>
          <a:prstGeom prst="flowChartDecision">
            <a:avLst/>
          </a:prstGeom>
          <a:solidFill>
            <a:schemeClr val="bg1">
              <a:lumMod val="75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endParaRPr lang="en-US" sz="540" b="1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70" name="Flowchart: Decision 369"/>
          <p:cNvSpPr/>
          <p:nvPr/>
        </p:nvSpPr>
        <p:spPr>
          <a:xfrm>
            <a:off x="3184295" y="10098405"/>
            <a:ext cx="664670" cy="488315"/>
          </a:xfrm>
          <a:prstGeom prst="flowChartDecision">
            <a:avLst/>
          </a:prstGeom>
          <a:solidFill>
            <a:schemeClr val="bg1">
              <a:lumMod val="75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 b="1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Queued?</a:t>
            </a:r>
            <a:endParaRPr lang="en-US" sz="540" b="1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371" name="Text Box 370"/>
          <p:cNvSpPr txBox="1"/>
          <p:nvPr/>
        </p:nvSpPr>
        <p:spPr>
          <a:xfrm>
            <a:off x="3239770" y="7562850"/>
            <a:ext cx="553720" cy="1739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540" b="1"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Canceled?</a:t>
            </a:r>
            <a:endParaRPr lang="en-US" sz="540" b="1"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372" name="Straight Arrow Connector 371"/>
          <p:cNvCxnSpPr>
            <a:stCxn id="310" idx="2"/>
            <a:endCxn id="370" idx="0"/>
          </p:cNvCxnSpPr>
          <p:nvPr/>
        </p:nvCxnSpPr>
        <p:spPr>
          <a:xfrm>
            <a:off x="3517265" y="9678670"/>
            <a:ext cx="0" cy="41973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3" name="Oval 372"/>
          <p:cNvSpPr/>
          <p:nvPr/>
        </p:nvSpPr>
        <p:spPr>
          <a:xfrm>
            <a:off x="3452144" y="978344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sp>
        <p:nvSpPr>
          <p:cNvPr id="247" name="Oval 246"/>
          <p:cNvSpPr/>
          <p:nvPr/>
        </p:nvSpPr>
        <p:spPr>
          <a:xfrm>
            <a:off x="3442619" y="707834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sp>
        <p:nvSpPr>
          <p:cNvPr id="375" name="Flowchart: Terminator 374"/>
          <p:cNvSpPr/>
          <p:nvPr/>
        </p:nvSpPr>
        <p:spPr>
          <a:xfrm>
            <a:off x="5334300" y="848324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pending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76" name="Elbow Connector 375"/>
          <p:cNvCxnSpPr>
            <a:stCxn id="375" idx="3"/>
            <a:endCxn id="272" idx="2"/>
          </p:cNvCxnSpPr>
          <p:nvPr/>
        </p:nvCxnSpPr>
        <p:spPr>
          <a:xfrm>
            <a:off x="5852795" y="8547735"/>
            <a:ext cx="384175" cy="220345"/>
          </a:xfrm>
          <a:prstGeom prst="bentConnector3">
            <a:avLst>
              <a:gd name="adj1" fmla="val 50083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9" name="Text Box 438"/>
          <p:cNvSpPr txBox="1"/>
          <p:nvPr/>
        </p:nvSpPr>
        <p:spPr>
          <a:xfrm>
            <a:off x="3236595" y="6626860"/>
            <a:ext cx="553720" cy="1739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540" b="1"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Rejected</a:t>
            </a:r>
            <a:r>
              <a:rPr lang="en-US" sz="540" b="1"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?</a:t>
            </a:r>
            <a:endParaRPr lang="en-US" sz="540" b="1"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35" name="Oval 134"/>
          <p:cNvSpPr/>
          <p:nvPr/>
        </p:nvSpPr>
        <p:spPr>
          <a:xfrm>
            <a:off x="9508653" y="6692969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27" name="Straight Arrow Connector 126"/>
          <p:cNvCxnSpPr>
            <a:stCxn id="135" idx="4"/>
            <a:endCxn id="121" idx="0"/>
          </p:cNvCxnSpPr>
          <p:nvPr/>
        </p:nvCxnSpPr>
        <p:spPr>
          <a:xfrm>
            <a:off x="9644380" y="6959600"/>
            <a:ext cx="0" cy="4806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/>
          <p:cNvCxnSpPr>
            <a:stCxn id="7" idx="3"/>
            <a:endCxn id="52" idx="1"/>
          </p:cNvCxnSpPr>
          <p:nvPr/>
        </p:nvCxnSpPr>
        <p:spPr>
          <a:xfrm>
            <a:off x="6191250" y="7773670"/>
            <a:ext cx="405130" cy="19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3" name="Straight Arrow Connector 282"/>
          <p:cNvCxnSpPr>
            <a:stCxn id="49" idx="3"/>
            <a:endCxn id="7" idx="1"/>
          </p:cNvCxnSpPr>
          <p:nvPr/>
        </p:nvCxnSpPr>
        <p:spPr>
          <a:xfrm flipV="1">
            <a:off x="5110480" y="7773670"/>
            <a:ext cx="415925" cy="12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/>
          <p:cNvCxnSpPr>
            <a:endCxn id="334" idx="3"/>
          </p:cNvCxnSpPr>
          <p:nvPr/>
        </p:nvCxnSpPr>
        <p:spPr>
          <a:xfrm flipH="1">
            <a:off x="6545580" y="5133340"/>
            <a:ext cx="521335" cy="38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0" name="Straight Arrow Connector 329"/>
          <p:cNvCxnSpPr>
            <a:stCxn id="44" idx="1"/>
          </p:cNvCxnSpPr>
          <p:nvPr/>
        </p:nvCxnSpPr>
        <p:spPr>
          <a:xfrm flipH="1">
            <a:off x="3761105" y="6898640"/>
            <a:ext cx="68389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2" name="Rectangles 331"/>
          <p:cNvSpPr/>
          <p:nvPr/>
        </p:nvSpPr>
        <p:spPr>
          <a:xfrm>
            <a:off x="5485130" y="4926330"/>
            <a:ext cx="1060450" cy="12890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Submit</a:t>
            </a:r>
            <a:endParaRPr lang="en-US" sz="720"/>
          </a:p>
        </p:txBody>
      </p:sp>
      <p:sp>
        <p:nvSpPr>
          <p:cNvPr id="334" name="Rectangles 333"/>
          <p:cNvSpPr/>
          <p:nvPr/>
        </p:nvSpPr>
        <p:spPr>
          <a:xfrm>
            <a:off x="5485130" y="5072380"/>
            <a:ext cx="1060450" cy="1289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Fetch</a:t>
            </a:r>
            <a:endParaRPr lang="en-US" sz="720"/>
          </a:p>
        </p:txBody>
      </p:sp>
      <p:sp>
        <p:nvSpPr>
          <p:cNvPr id="337" name="Text Box 336"/>
          <p:cNvSpPr txBox="1"/>
          <p:nvPr/>
        </p:nvSpPr>
        <p:spPr>
          <a:xfrm>
            <a:off x="10432415" y="3312160"/>
            <a:ext cx="2003425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API/WSS Stops Submit Flow</a:t>
            </a:r>
            <a:endParaRPr lang="en-US" sz="900"/>
          </a:p>
          <a:p>
            <a:r>
              <a:rPr lang="en-US" sz="900"/>
              <a:t>08/02/2025</a:t>
            </a:r>
            <a:endParaRPr lang="en-US" sz="900"/>
          </a:p>
        </p:txBody>
      </p:sp>
      <p:grpSp>
        <p:nvGrpSpPr>
          <p:cNvPr id="290" name="Group 289"/>
          <p:cNvGrpSpPr/>
          <p:nvPr/>
        </p:nvGrpSpPr>
        <p:grpSpPr>
          <a:xfrm>
            <a:off x="6975475" y="6682105"/>
            <a:ext cx="1050925" cy="1601470"/>
            <a:chOff x="8760" y="5809"/>
            <a:chExt cx="1655" cy="2522"/>
          </a:xfrm>
        </p:grpSpPr>
        <p:grpSp>
          <p:nvGrpSpPr>
            <p:cNvPr id="12" name="Group 11"/>
            <p:cNvGrpSpPr/>
            <p:nvPr/>
          </p:nvGrpSpPr>
          <p:grpSpPr>
            <a:xfrm rot="0">
              <a:off x="8760" y="5809"/>
              <a:ext cx="673" cy="526"/>
              <a:chOff x="16290" y="4518"/>
              <a:chExt cx="748" cy="584"/>
            </a:xfrm>
          </p:grpSpPr>
          <p:pic>
            <p:nvPicPr>
              <p:cNvPr id="13" name="Picture 12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14" name="Oval 13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15" name="Picture 14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24" name="Picture 23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89" y="6239"/>
              <a:ext cx="1527" cy="2092"/>
            </a:xfrm>
            <a:prstGeom prst="rect">
              <a:avLst/>
            </a:prstGeom>
          </p:spPr>
        </p:pic>
      </p:grpSp>
      <p:sp>
        <p:nvSpPr>
          <p:cNvPr id="335" name="Flowchart: Terminator 334"/>
          <p:cNvSpPr/>
          <p:nvPr/>
        </p:nvSpPr>
        <p:spPr>
          <a:xfrm>
            <a:off x="5227320" y="4827270"/>
            <a:ext cx="50038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app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244" name="Straight Arrow Connector 243"/>
          <p:cNvCxnSpPr>
            <a:endCxn id="340" idx="0"/>
          </p:cNvCxnSpPr>
          <p:nvPr/>
        </p:nvCxnSpPr>
        <p:spPr>
          <a:xfrm>
            <a:off x="3230880" y="6962775"/>
            <a:ext cx="0" cy="287655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6" name="Group 245"/>
          <p:cNvGrpSpPr/>
          <p:nvPr/>
        </p:nvGrpSpPr>
        <p:grpSpPr>
          <a:xfrm>
            <a:off x="6930390" y="4646295"/>
            <a:ext cx="1068070" cy="1800860"/>
            <a:chOff x="6777" y="7323"/>
            <a:chExt cx="1682" cy="2836"/>
          </a:xfrm>
        </p:grpSpPr>
        <p:grpSp>
          <p:nvGrpSpPr>
            <p:cNvPr id="320" name="Group 319"/>
            <p:cNvGrpSpPr/>
            <p:nvPr/>
          </p:nvGrpSpPr>
          <p:grpSpPr>
            <a:xfrm rot="0">
              <a:off x="6777" y="7323"/>
              <a:ext cx="673" cy="526"/>
              <a:chOff x="16290" y="4518"/>
              <a:chExt cx="748" cy="584"/>
            </a:xfrm>
          </p:grpSpPr>
          <p:pic>
            <p:nvPicPr>
              <p:cNvPr id="321" name="Picture 320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322" name="Oval 321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323" name="Picture 322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245" name="Picture 244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905" y="7743"/>
              <a:ext cx="1555" cy="2417"/>
            </a:xfrm>
            <a:prstGeom prst="rect">
              <a:avLst/>
            </a:prstGeom>
          </p:spPr>
        </p:pic>
      </p:grpSp>
      <p:sp>
        <p:nvSpPr>
          <p:cNvPr id="267" name="Oval 266"/>
          <p:cNvSpPr/>
          <p:nvPr/>
        </p:nvSpPr>
        <p:spPr>
          <a:xfrm>
            <a:off x="5223403" y="769175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6" name="Elbow Connector 5"/>
          <p:cNvCxnSpPr>
            <a:stCxn id="39" idx="3"/>
            <a:endCxn id="267" idx="0"/>
          </p:cNvCxnSpPr>
          <p:nvPr/>
        </p:nvCxnSpPr>
        <p:spPr>
          <a:xfrm>
            <a:off x="5109845" y="6032500"/>
            <a:ext cx="187325" cy="165925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lowchart: Decision 6"/>
          <p:cNvSpPr/>
          <p:nvPr/>
        </p:nvSpPr>
        <p:spPr>
          <a:xfrm>
            <a:off x="5526419" y="7529195"/>
            <a:ext cx="664670" cy="488315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tpsl exists?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8" name="Elbow Connector 7"/>
          <p:cNvCxnSpPr>
            <a:stCxn id="37" idx="1"/>
          </p:cNvCxnSpPr>
          <p:nvPr/>
        </p:nvCxnSpPr>
        <p:spPr>
          <a:xfrm rot="10800000" flipV="1">
            <a:off x="3761105" y="5137150"/>
            <a:ext cx="683895" cy="1761490"/>
          </a:xfrm>
          <a:prstGeom prst="bentConnector3">
            <a:avLst>
              <a:gd name="adj1" fmla="val 4995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2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0745" y="3252470"/>
            <a:ext cx="1573530" cy="918210"/>
          </a:xfrm>
          <a:prstGeom prst="rect">
            <a:avLst/>
          </a:prstGeom>
        </p:spPr>
      </p:pic>
      <p:cxnSp>
        <p:nvCxnSpPr>
          <p:cNvPr id="28" name="Straight Arrow Connector 27"/>
          <p:cNvCxnSpPr>
            <a:stCxn id="27" idx="2"/>
            <a:endCxn id="335" idx="0"/>
          </p:cNvCxnSpPr>
          <p:nvPr/>
        </p:nvCxnSpPr>
        <p:spPr>
          <a:xfrm>
            <a:off x="5477510" y="4170680"/>
            <a:ext cx="0" cy="6565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0" name="Flowchart: Off-page Connector 339"/>
          <p:cNvSpPr/>
          <p:nvPr/>
        </p:nvSpPr>
        <p:spPr>
          <a:xfrm>
            <a:off x="3058795" y="7250430"/>
            <a:ext cx="344170" cy="32829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0" i="0" u="none" strike="noStrike" cap="none" normalizeH="0" baseline="-25000" smtClean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RTS</a:t>
            </a:r>
            <a:endParaRPr kumimoji="0" lang="en-US" altLang="en-US" sz="1200" b="0" i="0" u="none" strike="noStrike" cap="none" normalizeH="0" baseline="-25000" smtClean="0">
              <a:ln>
                <a:noFill/>
              </a:ln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37" name="Flowchart: Decision 36"/>
          <p:cNvSpPr/>
          <p:nvPr/>
        </p:nvSpPr>
        <p:spPr>
          <a:xfrm>
            <a:off x="4445014" y="4892824"/>
            <a:ext cx="664670" cy="488644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valid position?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38" name="Straight Arrow Connector 37"/>
          <p:cNvCxnSpPr>
            <a:stCxn id="334" idx="1"/>
            <a:endCxn id="37" idx="3"/>
          </p:cNvCxnSpPr>
          <p:nvPr/>
        </p:nvCxnSpPr>
        <p:spPr>
          <a:xfrm flipH="1">
            <a:off x="5109845" y="5137150"/>
            <a:ext cx="37528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Flowchart: Decision 38"/>
          <p:cNvSpPr/>
          <p:nvPr/>
        </p:nvSpPr>
        <p:spPr>
          <a:xfrm>
            <a:off x="4445000" y="5789930"/>
            <a:ext cx="664845" cy="485140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auto?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40" name="Straight Arrow Connector 39"/>
          <p:cNvCxnSpPr>
            <a:stCxn id="37" idx="2"/>
            <a:endCxn id="39" idx="0"/>
          </p:cNvCxnSpPr>
          <p:nvPr/>
        </p:nvCxnSpPr>
        <p:spPr>
          <a:xfrm>
            <a:off x="4777740" y="5381625"/>
            <a:ext cx="0" cy="4083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4700798" y="548195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44" name="Flowchart: Decision 43"/>
          <p:cNvSpPr/>
          <p:nvPr/>
        </p:nvSpPr>
        <p:spPr>
          <a:xfrm>
            <a:off x="4445000" y="6656070"/>
            <a:ext cx="664845" cy="485140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position 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47" name="Straight Arrow Connector 46"/>
          <p:cNvCxnSpPr>
            <a:stCxn id="39" idx="2"/>
            <a:endCxn id="44" idx="0"/>
          </p:cNvCxnSpPr>
          <p:nvPr/>
        </p:nvCxnSpPr>
        <p:spPr>
          <a:xfrm>
            <a:off x="4777740" y="6275070"/>
            <a:ext cx="0" cy="381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4700798" y="634809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49" name="Flowchart: Decision 48"/>
          <p:cNvSpPr/>
          <p:nvPr/>
        </p:nvSpPr>
        <p:spPr>
          <a:xfrm>
            <a:off x="4445635" y="7532370"/>
            <a:ext cx="664845" cy="485140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tpsl 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50" name="Straight Arrow Connector 49"/>
          <p:cNvCxnSpPr>
            <a:stCxn id="44" idx="2"/>
            <a:endCxn id="49" idx="0"/>
          </p:cNvCxnSpPr>
          <p:nvPr/>
        </p:nvCxnSpPr>
        <p:spPr>
          <a:xfrm>
            <a:off x="4777740" y="7141210"/>
            <a:ext cx="635" cy="3911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4701433" y="722439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52" name="Flowchart: Terminator 51"/>
          <p:cNvSpPr/>
          <p:nvPr/>
        </p:nvSpPr>
        <p:spPr>
          <a:xfrm>
            <a:off x="6596350" y="771108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publish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59" name="Elbow Connector 58"/>
          <p:cNvCxnSpPr>
            <a:stCxn id="49" idx="1"/>
          </p:cNvCxnSpPr>
          <p:nvPr/>
        </p:nvCxnSpPr>
        <p:spPr>
          <a:xfrm rot="10800000">
            <a:off x="3761105" y="6898640"/>
            <a:ext cx="684530" cy="8763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0" name="Group 69"/>
          <p:cNvGrpSpPr/>
          <p:nvPr/>
        </p:nvGrpSpPr>
        <p:grpSpPr>
          <a:xfrm>
            <a:off x="2700655" y="6687820"/>
            <a:ext cx="1060450" cy="274320"/>
            <a:chOff x="1539" y="9703"/>
            <a:chExt cx="1670" cy="432"/>
          </a:xfrm>
        </p:grpSpPr>
        <p:sp>
          <p:nvSpPr>
            <p:cNvPr id="60" name="Rectangles 59"/>
            <p:cNvSpPr/>
            <p:nvPr/>
          </p:nvSpPr>
          <p:spPr>
            <a:xfrm>
              <a:off x="1539" y="9703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Error</a:t>
              </a:r>
              <a:endParaRPr lang="en-US" sz="720"/>
            </a:p>
          </p:txBody>
        </p:sp>
        <p:sp>
          <p:nvSpPr>
            <p:cNvPr id="66" name="Rectangles 65"/>
            <p:cNvSpPr/>
            <p:nvPr/>
          </p:nvSpPr>
          <p:spPr>
            <a:xfrm>
              <a:off x="1539" y="9933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Log</a:t>
              </a:r>
              <a:endParaRPr lang="en-US" sz="720"/>
            </a:p>
          </p:txBody>
        </p:sp>
      </p:grpSp>
      <p:sp>
        <p:nvSpPr>
          <p:cNvPr id="71" name="Oval 70"/>
          <p:cNvSpPr/>
          <p:nvPr/>
        </p:nvSpPr>
        <p:spPr>
          <a:xfrm>
            <a:off x="4195973" y="769366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72" name="Oval 71"/>
          <p:cNvSpPr/>
          <p:nvPr/>
        </p:nvSpPr>
        <p:spPr>
          <a:xfrm>
            <a:off x="6264168" y="768032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76" name="Oval 75"/>
          <p:cNvSpPr/>
          <p:nvPr/>
        </p:nvSpPr>
        <p:spPr>
          <a:xfrm>
            <a:off x="4157873" y="682117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86" name="Oval 85"/>
          <p:cNvSpPr/>
          <p:nvPr/>
        </p:nvSpPr>
        <p:spPr>
          <a:xfrm>
            <a:off x="4009918" y="618871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pic>
        <p:nvPicPr>
          <p:cNvPr id="32" name="Picture 3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64905" y="5993130"/>
            <a:ext cx="3670935" cy="1097280"/>
          </a:xfrm>
          <a:prstGeom prst="rect">
            <a:avLst/>
          </a:prstGeom>
        </p:spPr>
      </p:pic>
      <p:pic>
        <p:nvPicPr>
          <p:cNvPr id="115" name="Picture 11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83595" y="4808220"/>
            <a:ext cx="1566545" cy="1542415"/>
          </a:xfrm>
          <a:prstGeom prst="rect">
            <a:avLst/>
          </a:prstGeom>
        </p:spPr>
      </p:pic>
      <p:cxnSp>
        <p:nvCxnSpPr>
          <p:cNvPr id="95" name="Straight Arrow Connector 94"/>
          <p:cNvCxnSpPr/>
          <p:nvPr/>
        </p:nvCxnSpPr>
        <p:spPr>
          <a:xfrm flipH="1">
            <a:off x="10164445" y="5361940"/>
            <a:ext cx="835025" cy="12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Group 95"/>
          <p:cNvGrpSpPr/>
          <p:nvPr/>
        </p:nvGrpSpPr>
        <p:grpSpPr>
          <a:xfrm>
            <a:off x="8953500" y="4794885"/>
            <a:ext cx="1210945" cy="631825"/>
            <a:chOff x="13904" y="7220"/>
            <a:chExt cx="1907" cy="995"/>
          </a:xfrm>
        </p:grpSpPr>
        <p:sp>
          <p:nvSpPr>
            <p:cNvPr id="97" name="Rectangles 96"/>
            <p:cNvSpPr/>
            <p:nvPr/>
          </p:nvSpPr>
          <p:spPr>
            <a:xfrm>
              <a:off x="14141" y="7544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REST API</a:t>
              </a:r>
              <a:endParaRPr lang="en-US" sz="720"/>
            </a:p>
          </p:txBody>
        </p:sp>
        <p:sp>
          <p:nvSpPr>
            <p:cNvPr id="99" name="Rectangles 98"/>
            <p:cNvSpPr/>
            <p:nvPr/>
          </p:nvSpPr>
          <p:spPr>
            <a:xfrm>
              <a:off x="14141" y="7780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>
                  <a:sym typeface="+mn-ea"/>
                </a:rPr>
                <a:t>Import</a:t>
              </a:r>
              <a:endParaRPr lang="en-US" sz="720"/>
            </a:p>
          </p:txBody>
        </p:sp>
        <p:sp>
          <p:nvSpPr>
            <p:cNvPr id="100" name="Rectangles 99"/>
            <p:cNvSpPr/>
            <p:nvPr/>
          </p:nvSpPr>
          <p:spPr>
            <a:xfrm>
              <a:off x="14141" y="8013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>
                  <a:sym typeface="+mn-ea"/>
                </a:rPr>
                <a:t>Fetch Active</a:t>
              </a:r>
              <a:endParaRPr lang="en-US" sz="720"/>
            </a:p>
          </p:txBody>
        </p:sp>
        <p:grpSp>
          <p:nvGrpSpPr>
            <p:cNvPr id="101" name="Group 100"/>
            <p:cNvGrpSpPr/>
            <p:nvPr/>
          </p:nvGrpSpPr>
          <p:grpSpPr>
            <a:xfrm rot="0">
              <a:off x="13904" y="7220"/>
              <a:ext cx="573" cy="452"/>
              <a:chOff x="10155" y="414"/>
              <a:chExt cx="1146" cy="883"/>
            </a:xfrm>
          </p:grpSpPr>
          <p:grpSp>
            <p:nvGrpSpPr>
              <p:cNvPr id="102" name="Group 101"/>
              <p:cNvGrpSpPr/>
              <p:nvPr/>
            </p:nvGrpSpPr>
            <p:grpSpPr>
              <a:xfrm>
                <a:off x="10155" y="414"/>
                <a:ext cx="854" cy="770"/>
                <a:chOff x="1264" y="991"/>
                <a:chExt cx="854" cy="770"/>
              </a:xfrm>
            </p:grpSpPr>
            <p:pic>
              <p:nvPicPr>
                <p:cNvPr id="103" name="Picture 102"/>
                <p:cNvPicPr>
                  <a:picLocks noChangeAspect="1"/>
                </p:cNvPicPr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264" y="991"/>
                  <a:ext cx="854" cy="618"/>
                </a:xfrm>
                <a:prstGeom prst="rect">
                  <a:avLst/>
                </a:prstGeom>
              </p:spPr>
            </p:pic>
            <p:pic>
              <p:nvPicPr>
                <p:cNvPr id="104" name="Picture 103"/>
                <p:cNvPicPr>
                  <a:picLocks noChangeAspect="1"/>
                </p:cNvPicPr>
                <p:nvPr/>
              </p:nvPicPr>
              <p:blipFill>
                <a:blip r:embed="rId1"/>
                <a:stretch>
                  <a:fillRect/>
                </a:stretch>
              </p:blipFill>
              <p:spPr>
                <a:xfrm>
                  <a:off x="1464" y="1201"/>
                  <a:ext cx="454" cy="560"/>
                </a:xfrm>
                <a:prstGeom prst="rect">
                  <a:avLst/>
                </a:prstGeom>
              </p:spPr>
            </p:pic>
          </p:grpSp>
          <p:pic>
            <p:nvPicPr>
              <p:cNvPr id="105" name="Picture 104"/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0626" y="1033"/>
                <a:ext cx="675" cy="264"/>
              </a:xfrm>
              <a:prstGeom prst="rect">
                <a:avLst/>
              </a:prstGeom>
            </p:spPr>
          </p:pic>
        </p:grpSp>
      </p:grpSp>
      <p:cxnSp>
        <p:nvCxnSpPr>
          <p:cNvPr id="106" name="Straight Arrow Connector 105"/>
          <p:cNvCxnSpPr/>
          <p:nvPr/>
        </p:nvCxnSpPr>
        <p:spPr>
          <a:xfrm flipH="1">
            <a:off x="9634220" y="4704080"/>
            <a:ext cx="2540" cy="2965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/>
          <p:cNvCxnSpPr/>
          <p:nvPr/>
        </p:nvCxnSpPr>
        <p:spPr>
          <a:xfrm>
            <a:off x="10164445" y="5215255"/>
            <a:ext cx="807085" cy="44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8" name="Group 107"/>
          <p:cNvGrpSpPr/>
          <p:nvPr/>
        </p:nvGrpSpPr>
        <p:grpSpPr>
          <a:xfrm>
            <a:off x="8954135" y="4224020"/>
            <a:ext cx="1264285" cy="614680"/>
            <a:chOff x="13905" y="5801"/>
            <a:chExt cx="1991" cy="968"/>
          </a:xfrm>
        </p:grpSpPr>
        <p:grpSp>
          <p:nvGrpSpPr>
            <p:cNvPr id="109" name="Group 108"/>
            <p:cNvGrpSpPr/>
            <p:nvPr/>
          </p:nvGrpSpPr>
          <p:grpSpPr>
            <a:xfrm rot="0">
              <a:off x="14145" y="6121"/>
              <a:ext cx="1670" cy="436"/>
              <a:chOff x="12732" y="1607"/>
              <a:chExt cx="1855" cy="484"/>
            </a:xfrm>
          </p:grpSpPr>
          <p:sp>
            <p:nvSpPr>
              <p:cNvPr id="110" name="Rectangles 109"/>
              <p:cNvSpPr/>
              <p:nvPr/>
            </p:nvSpPr>
            <p:spPr>
              <a:xfrm>
                <a:off x="12732" y="1865"/>
                <a:ext cx="1855" cy="226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720"/>
                  <a:t>Timer</a:t>
                </a:r>
                <a:endParaRPr lang="en-US" sz="720"/>
              </a:p>
            </p:txBody>
          </p:sp>
          <p:sp>
            <p:nvSpPr>
              <p:cNvPr id="111" name="Rectangles 110"/>
              <p:cNvSpPr/>
              <p:nvPr/>
            </p:nvSpPr>
            <p:spPr>
              <a:xfrm>
                <a:off x="12732" y="1607"/>
                <a:ext cx="1855" cy="22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720"/>
                  <a:t>Websocket</a:t>
                </a:r>
                <a:endParaRPr lang="en-US" sz="720"/>
              </a:p>
            </p:txBody>
          </p:sp>
        </p:grpSp>
        <p:grpSp>
          <p:nvGrpSpPr>
            <p:cNvPr id="112" name="Group 111"/>
            <p:cNvGrpSpPr/>
            <p:nvPr/>
          </p:nvGrpSpPr>
          <p:grpSpPr>
            <a:xfrm rot="0">
              <a:off x="13905" y="5801"/>
              <a:ext cx="572" cy="452"/>
              <a:chOff x="12459" y="1283"/>
              <a:chExt cx="636" cy="502"/>
            </a:xfrm>
          </p:grpSpPr>
          <p:pic>
            <p:nvPicPr>
              <p:cNvPr id="113" name="Picture 112"/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2459" y="1283"/>
                <a:ext cx="475" cy="351"/>
              </a:xfrm>
              <a:prstGeom prst="rect">
                <a:avLst/>
              </a:prstGeom>
            </p:spPr>
          </p:pic>
          <p:pic>
            <p:nvPicPr>
              <p:cNvPr id="114" name="Picture 113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2570" y="1402"/>
                <a:ext cx="252" cy="318"/>
              </a:xfrm>
              <a:prstGeom prst="rect">
                <a:avLst/>
              </a:prstGeom>
            </p:spPr>
          </p:pic>
          <p:pic>
            <p:nvPicPr>
              <p:cNvPr id="116" name="Picture 115"/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2721" y="1635"/>
                <a:ext cx="375" cy="150"/>
              </a:xfrm>
              <a:prstGeom prst="rect">
                <a:avLst/>
              </a:prstGeom>
            </p:spPr>
          </p:pic>
        </p:grpSp>
        <p:grpSp>
          <p:nvGrpSpPr>
            <p:cNvPr id="117" name="Group 116"/>
            <p:cNvGrpSpPr/>
            <p:nvPr/>
          </p:nvGrpSpPr>
          <p:grpSpPr>
            <a:xfrm rot="0">
              <a:off x="15576" y="6429"/>
              <a:ext cx="320" cy="340"/>
              <a:chOff x="8092" y="1237"/>
              <a:chExt cx="482" cy="524"/>
            </a:xfrm>
          </p:grpSpPr>
          <p:sp>
            <p:nvSpPr>
              <p:cNvPr id="118" name="Oval 117"/>
              <p:cNvSpPr/>
              <p:nvPr/>
            </p:nvSpPr>
            <p:spPr>
              <a:xfrm>
                <a:off x="8092" y="1237"/>
                <a:ext cx="482" cy="524"/>
              </a:xfrm>
              <a:prstGeom prst="ellipse">
                <a:avLst/>
              </a:prstGeom>
              <a:solidFill>
                <a:schemeClr val="bg2"/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119" name="Picture 118"/>
              <p:cNvPicPr>
                <a:picLocks noChangeAspect="1"/>
              </p:cNvPicPr>
              <p:nvPr/>
            </p:nvPicPr>
            <p:blipFill>
              <a:blip r:embed="rId10">
                <a:clrChange>
                  <a:clrFrom>
                    <a:srgbClr val="FFFFFF">
                      <a:alpha val="100000"/>
                    </a:srgbClr>
                  </a:clrFrom>
                  <a:clrTo>
                    <a:srgbClr val="FFFFFF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8130" y="1345"/>
                <a:ext cx="444" cy="408"/>
              </a:xfrm>
              <a:prstGeom prst="rect">
                <a:avLst/>
              </a:prstGeom>
            </p:spPr>
          </p:pic>
        </p:grpSp>
      </p:grpSp>
      <p:sp>
        <p:nvSpPr>
          <p:cNvPr id="121" name="Oval 120"/>
          <p:cNvSpPr/>
          <p:nvPr/>
        </p:nvSpPr>
        <p:spPr>
          <a:xfrm>
            <a:off x="9508653" y="744036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30" name="Rectangles 129"/>
          <p:cNvSpPr/>
          <p:nvPr/>
        </p:nvSpPr>
        <p:spPr>
          <a:xfrm>
            <a:off x="9101455" y="5445125"/>
            <a:ext cx="1060450" cy="1289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>
                <a:sym typeface="+mn-ea"/>
              </a:rPr>
              <a:t>Format</a:t>
            </a:r>
            <a:endParaRPr lang="en-US" sz="720"/>
          </a:p>
        </p:txBody>
      </p:sp>
      <p:cxnSp>
        <p:nvCxnSpPr>
          <p:cNvPr id="133" name="Straight Arrow Connector 132"/>
          <p:cNvCxnSpPr>
            <a:stCxn id="130" idx="2"/>
          </p:cNvCxnSpPr>
          <p:nvPr/>
        </p:nvCxnSpPr>
        <p:spPr>
          <a:xfrm>
            <a:off x="9631680" y="5574030"/>
            <a:ext cx="4445" cy="3975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Oval 137"/>
          <p:cNvSpPr/>
          <p:nvPr/>
        </p:nvSpPr>
        <p:spPr>
          <a:xfrm>
            <a:off x="4642648" y="4415859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40" name="Straight Arrow Connector 139"/>
          <p:cNvCxnSpPr>
            <a:stCxn id="7" idx="2"/>
            <a:endCxn id="141" idx="0"/>
          </p:cNvCxnSpPr>
          <p:nvPr/>
        </p:nvCxnSpPr>
        <p:spPr>
          <a:xfrm flipH="1">
            <a:off x="5858510" y="8017510"/>
            <a:ext cx="635" cy="438785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Flowchart: Off-page Connector 140"/>
          <p:cNvSpPr/>
          <p:nvPr/>
        </p:nvSpPr>
        <p:spPr>
          <a:xfrm>
            <a:off x="5686425" y="8456295"/>
            <a:ext cx="344170" cy="32829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0" i="0" u="none" strike="noStrike" cap="none" normalizeH="0" baseline="-25000" smtClean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RTS</a:t>
            </a:r>
            <a:endParaRPr kumimoji="0" lang="en-US" altLang="en-US" sz="1200" b="0" i="0" u="none" strike="noStrike" cap="none" normalizeH="0" baseline="-25000" smtClean="0">
              <a:ln>
                <a:noFill/>
              </a:ln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142" name="Oval 141"/>
          <p:cNvSpPr/>
          <p:nvPr/>
        </p:nvSpPr>
        <p:spPr>
          <a:xfrm>
            <a:off x="5784108" y="811403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2" name="Elbow Connector 1"/>
          <p:cNvCxnSpPr>
            <a:stCxn id="138" idx="6"/>
            <a:endCxn id="335" idx="0"/>
          </p:cNvCxnSpPr>
          <p:nvPr/>
        </p:nvCxnSpPr>
        <p:spPr>
          <a:xfrm>
            <a:off x="4913630" y="4549140"/>
            <a:ext cx="563880" cy="27813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35" name="Oval 134"/>
          <p:cNvSpPr/>
          <p:nvPr/>
        </p:nvSpPr>
        <p:spPr>
          <a:xfrm>
            <a:off x="11049798" y="6435159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27" name="Straight Arrow Connector 126"/>
          <p:cNvCxnSpPr>
            <a:stCxn id="135" idx="4"/>
            <a:endCxn id="121" idx="0"/>
          </p:cNvCxnSpPr>
          <p:nvPr/>
        </p:nvCxnSpPr>
        <p:spPr>
          <a:xfrm>
            <a:off x="11185525" y="6701790"/>
            <a:ext cx="0" cy="4806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/>
          <p:cNvCxnSpPr>
            <a:stCxn id="7" idx="3"/>
            <a:endCxn id="52" idx="1"/>
          </p:cNvCxnSpPr>
          <p:nvPr/>
        </p:nvCxnSpPr>
        <p:spPr>
          <a:xfrm>
            <a:off x="7732395" y="7515860"/>
            <a:ext cx="405130" cy="19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3" name="Straight Arrow Connector 282"/>
          <p:cNvCxnSpPr>
            <a:stCxn id="49" idx="3"/>
            <a:endCxn id="7" idx="1"/>
          </p:cNvCxnSpPr>
          <p:nvPr/>
        </p:nvCxnSpPr>
        <p:spPr>
          <a:xfrm flipV="1">
            <a:off x="6651625" y="7515860"/>
            <a:ext cx="415925" cy="12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/>
          <p:cNvCxnSpPr>
            <a:endCxn id="334" idx="3"/>
          </p:cNvCxnSpPr>
          <p:nvPr/>
        </p:nvCxnSpPr>
        <p:spPr>
          <a:xfrm flipH="1">
            <a:off x="8086725" y="4875530"/>
            <a:ext cx="521335" cy="38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0" name="Straight Arrow Connector 329"/>
          <p:cNvCxnSpPr>
            <a:stCxn id="44" idx="1"/>
          </p:cNvCxnSpPr>
          <p:nvPr/>
        </p:nvCxnSpPr>
        <p:spPr>
          <a:xfrm flipH="1">
            <a:off x="5302250" y="6640830"/>
            <a:ext cx="68389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2" name="Rectangles 331"/>
          <p:cNvSpPr/>
          <p:nvPr/>
        </p:nvSpPr>
        <p:spPr>
          <a:xfrm>
            <a:off x="7026275" y="4668520"/>
            <a:ext cx="1060450" cy="12890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Submit</a:t>
            </a:r>
            <a:endParaRPr lang="en-US" sz="720"/>
          </a:p>
        </p:txBody>
      </p:sp>
      <p:sp>
        <p:nvSpPr>
          <p:cNvPr id="334" name="Rectangles 333"/>
          <p:cNvSpPr/>
          <p:nvPr/>
        </p:nvSpPr>
        <p:spPr>
          <a:xfrm>
            <a:off x="7026275" y="4814570"/>
            <a:ext cx="1060450" cy="1289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Fetch</a:t>
            </a:r>
            <a:endParaRPr lang="en-US" sz="720"/>
          </a:p>
        </p:txBody>
      </p:sp>
      <p:sp>
        <p:nvSpPr>
          <p:cNvPr id="337" name="Text Box 336"/>
          <p:cNvSpPr txBox="1"/>
          <p:nvPr/>
        </p:nvSpPr>
        <p:spPr>
          <a:xfrm>
            <a:off x="11634470" y="3003550"/>
            <a:ext cx="2003425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Trades Flow</a:t>
            </a:r>
            <a:endParaRPr lang="en-US" sz="900"/>
          </a:p>
          <a:p>
            <a:r>
              <a:rPr lang="en-US" sz="900"/>
              <a:t>08/03/2025</a:t>
            </a:r>
            <a:endParaRPr lang="en-US" sz="900"/>
          </a:p>
        </p:txBody>
      </p:sp>
      <p:grpSp>
        <p:nvGrpSpPr>
          <p:cNvPr id="290" name="Group 289"/>
          <p:cNvGrpSpPr/>
          <p:nvPr/>
        </p:nvGrpSpPr>
        <p:grpSpPr>
          <a:xfrm>
            <a:off x="8516620" y="6424295"/>
            <a:ext cx="1050925" cy="1601470"/>
            <a:chOff x="8760" y="5809"/>
            <a:chExt cx="1655" cy="2522"/>
          </a:xfrm>
        </p:grpSpPr>
        <p:grpSp>
          <p:nvGrpSpPr>
            <p:cNvPr id="12" name="Group 11"/>
            <p:cNvGrpSpPr/>
            <p:nvPr/>
          </p:nvGrpSpPr>
          <p:grpSpPr>
            <a:xfrm rot="0">
              <a:off x="8760" y="5809"/>
              <a:ext cx="673" cy="526"/>
              <a:chOff x="16290" y="4518"/>
              <a:chExt cx="748" cy="584"/>
            </a:xfrm>
          </p:grpSpPr>
          <p:pic>
            <p:nvPicPr>
              <p:cNvPr id="13" name="Picture 12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14" name="Oval 13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15" name="Picture 14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24" name="Picture 23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89" y="6239"/>
              <a:ext cx="1527" cy="2092"/>
            </a:xfrm>
            <a:prstGeom prst="rect">
              <a:avLst/>
            </a:prstGeom>
          </p:spPr>
        </p:pic>
      </p:grpSp>
      <p:sp>
        <p:nvSpPr>
          <p:cNvPr id="335" name="Flowchart: Terminator 334"/>
          <p:cNvSpPr/>
          <p:nvPr/>
        </p:nvSpPr>
        <p:spPr>
          <a:xfrm>
            <a:off x="6768465" y="4569460"/>
            <a:ext cx="50038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app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244" name="Straight Arrow Connector 243"/>
          <p:cNvCxnSpPr>
            <a:endCxn id="340" idx="0"/>
          </p:cNvCxnSpPr>
          <p:nvPr/>
        </p:nvCxnSpPr>
        <p:spPr>
          <a:xfrm>
            <a:off x="4772025" y="6704965"/>
            <a:ext cx="0" cy="287655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20" name="Group 319"/>
          <p:cNvGrpSpPr/>
          <p:nvPr/>
        </p:nvGrpSpPr>
        <p:grpSpPr>
          <a:xfrm rot="0">
            <a:off x="8471535" y="4388485"/>
            <a:ext cx="427355" cy="334010"/>
            <a:chOff x="16290" y="4518"/>
            <a:chExt cx="748" cy="584"/>
          </a:xfrm>
        </p:grpSpPr>
        <p:pic>
          <p:nvPicPr>
            <p:cNvPr id="321" name="Picture 320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322" name="Oval 321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323" name="Picture 32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  <p:pic>
        <p:nvPicPr>
          <p:cNvPr id="245" name="Picture 24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52815" y="4655185"/>
            <a:ext cx="987425" cy="1534795"/>
          </a:xfrm>
          <a:prstGeom prst="rect">
            <a:avLst/>
          </a:prstGeom>
        </p:spPr>
      </p:pic>
      <p:sp>
        <p:nvSpPr>
          <p:cNvPr id="267" name="Oval 266"/>
          <p:cNvSpPr/>
          <p:nvPr/>
        </p:nvSpPr>
        <p:spPr>
          <a:xfrm>
            <a:off x="6764548" y="743394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6" name="Elbow Connector 5"/>
          <p:cNvCxnSpPr>
            <a:stCxn id="39" idx="3"/>
            <a:endCxn id="267" idx="0"/>
          </p:cNvCxnSpPr>
          <p:nvPr/>
        </p:nvCxnSpPr>
        <p:spPr>
          <a:xfrm>
            <a:off x="6650990" y="5774690"/>
            <a:ext cx="187325" cy="165925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lowchart: Decision 6"/>
          <p:cNvSpPr/>
          <p:nvPr/>
        </p:nvSpPr>
        <p:spPr>
          <a:xfrm>
            <a:off x="7067564" y="7271385"/>
            <a:ext cx="664670" cy="488315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tpsl exists?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8" name="Elbow Connector 7"/>
          <p:cNvCxnSpPr>
            <a:stCxn id="37" idx="1"/>
          </p:cNvCxnSpPr>
          <p:nvPr/>
        </p:nvCxnSpPr>
        <p:spPr>
          <a:xfrm rot="10800000" flipV="1">
            <a:off x="5302250" y="4879340"/>
            <a:ext cx="683895" cy="1761490"/>
          </a:xfrm>
          <a:prstGeom prst="bentConnector3">
            <a:avLst>
              <a:gd name="adj1" fmla="val 4995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2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1890" y="2994660"/>
            <a:ext cx="1573530" cy="918210"/>
          </a:xfrm>
          <a:prstGeom prst="rect">
            <a:avLst/>
          </a:prstGeom>
        </p:spPr>
      </p:pic>
      <p:cxnSp>
        <p:nvCxnSpPr>
          <p:cNvPr id="28" name="Straight Arrow Connector 27"/>
          <p:cNvCxnSpPr>
            <a:stCxn id="27" idx="2"/>
            <a:endCxn id="335" idx="0"/>
          </p:cNvCxnSpPr>
          <p:nvPr/>
        </p:nvCxnSpPr>
        <p:spPr>
          <a:xfrm>
            <a:off x="7018655" y="3912870"/>
            <a:ext cx="0" cy="6565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0" name="Flowchart: Off-page Connector 339"/>
          <p:cNvSpPr/>
          <p:nvPr/>
        </p:nvSpPr>
        <p:spPr>
          <a:xfrm>
            <a:off x="4599940" y="6992620"/>
            <a:ext cx="344170" cy="32829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0" i="0" u="none" strike="noStrike" cap="none" normalizeH="0" baseline="-25000" smtClean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RTS</a:t>
            </a:r>
            <a:endParaRPr kumimoji="0" lang="en-US" altLang="en-US" sz="1200" b="0" i="0" u="none" strike="noStrike" cap="none" normalizeH="0" baseline="-25000" smtClean="0">
              <a:ln>
                <a:noFill/>
              </a:ln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37" name="Flowchart: Decision 36"/>
          <p:cNvSpPr/>
          <p:nvPr/>
        </p:nvSpPr>
        <p:spPr>
          <a:xfrm>
            <a:off x="5986159" y="4635014"/>
            <a:ext cx="664670" cy="488644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valid position?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38" name="Straight Arrow Connector 37"/>
          <p:cNvCxnSpPr>
            <a:stCxn id="334" idx="1"/>
            <a:endCxn id="37" idx="3"/>
          </p:cNvCxnSpPr>
          <p:nvPr/>
        </p:nvCxnSpPr>
        <p:spPr>
          <a:xfrm flipH="1">
            <a:off x="6650990" y="4879340"/>
            <a:ext cx="37528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Flowchart: Decision 38"/>
          <p:cNvSpPr/>
          <p:nvPr/>
        </p:nvSpPr>
        <p:spPr>
          <a:xfrm>
            <a:off x="5986145" y="5532120"/>
            <a:ext cx="664845" cy="485140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auto?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40" name="Straight Arrow Connector 39"/>
          <p:cNvCxnSpPr>
            <a:stCxn id="37" idx="2"/>
            <a:endCxn id="39" idx="0"/>
          </p:cNvCxnSpPr>
          <p:nvPr/>
        </p:nvCxnSpPr>
        <p:spPr>
          <a:xfrm>
            <a:off x="6318885" y="5123815"/>
            <a:ext cx="0" cy="4083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6241943" y="522414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44" name="Flowchart: Decision 43"/>
          <p:cNvSpPr/>
          <p:nvPr/>
        </p:nvSpPr>
        <p:spPr>
          <a:xfrm>
            <a:off x="5986145" y="6398260"/>
            <a:ext cx="664845" cy="485140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position 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47" name="Straight Arrow Connector 46"/>
          <p:cNvCxnSpPr>
            <a:stCxn id="39" idx="2"/>
            <a:endCxn id="44" idx="0"/>
          </p:cNvCxnSpPr>
          <p:nvPr/>
        </p:nvCxnSpPr>
        <p:spPr>
          <a:xfrm>
            <a:off x="6318885" y="6017260"/>
            <a:ext cx="0" cy="381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6241943" y="609028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49" name="Flowchart: Decision 48"/>
          <p:cNvSpPr/>
          <p:nvPr/>
        </p:nvSpPr>
        <p:spPr>
          <a:xfrm>
            <a:off x="5986780" y="7274560"/>
            <a:ext cx="664845" cy="485140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tpsl 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50" name="Straight Arrow Connector 49"/>
          <p:cNvCxnSpPr>
            <a:stCxn id="44" idx="2"/>
            <a:endCxn id="49" idx="0"/>
          </p:cNvCxnSpPr>
          <p:nvPr/>
        </p:nvCxnSpPr>
        <p:spPr>
          <a:xfrm>
            <a:off x="6318885" y="6883400"/>
            <a:ext cx="635" cy="3911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6242578" y="696658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52" name="Flowchart: Terminator 51"/>
          <p:cNvSpPr/>
          <p:nvPr/>
        </p:nvSpPr>
        <p:spPr>
          <a:xfrm>
            <a:off x="8137495" y="745327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publish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59" name="Elbow Connector 58"/>
          <p:cNvCxnSpPr>
            <a:stCxn id="49" idx="1"/>
          </p:cNvCxnSpPr>
          <p:nvPr/>
        </p:nvCxnSpPr>
        <p:spPr>
          <a:xfrm rot="10800000">
            <a:off x="5302250" y="6640830"/>
            <a:ext cx="684530" cy="8763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0" name="Group 69"/>
          <p:cNvGrpSpPr/>
          <p:nvPr/>
        </p:nvGrpSpPr>
        <p:grpSpPr>
          <a:xfrm>
            <a:off x="4241800" y="6430010"/>
            <a:ext cx="1060450" cy="274320"/>
            <a:chOff x="1539" y="9703"/>
            <a:chExt cx="1670" cy="432"/>
          </a:xfrm>
        </p:grpSpPr>
        <p:sp>
          <p:nvSpPr>
            <p:cNvPr id="60" name="Rectangles 59"/>
            <p:cNvSpPr/>
            <p:nvPr/>
          </p:nvSpPr>
          <p:spPr>
            <a:xfrm>
              <a:off x="1539" y="9703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Error</a:t>
              </a:r>
              <a:endParaRPr lang="en-US" sz="720"/>
            </a:p>
          </p:txBody>
        </p:sp>
        <p:sp>
          <p:nvSpPr>
            <p:cNvPr id="66" name="Rectangles 65"/>
            <p:cNvSpPr/>
            <p:nvPr/>
          </p:nvSpPr>
          <p:spPr>
            <a:xfrm>
              <a:off x="1539" y="9933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Log</a:t>
              </a:r>
              <a:endParaRPr lang="en-US" sz="720"/>
            </a:p>
          </p:txBody>
        </p:sp>
      </p:grpSp>
      <p:sp>
        <p:nvSpPr>
          <p:cNvPr id="71" name="Oval 70"/>
          <p:cNvSpPr/>
          <p:nvPr/>
        </p:nvSpPr>
        <p:spPr>
          <a:xfrm>
            <a:off x="5737118" y="743585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72" name="Oval 71"/>
          <p:cNvSpPr/>
          <p:nvPr/>
        </p:nvSpPr>
        <p:spPr>
          <a:xfrm>
            <a:off x="7805313" y="742251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76" name="Oval 75"/>
          <p:cNvSpPr/>
          <p:nvPr/>
        </p:nvSpPr>
        <p:spPr>
          <a:xfrm>
            <a:off x="5699018" y="656336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86" name="Oval 85"/>
          <p:cNvSpPr/>
          <p:nvPr/>
        </p:nvSpPr>
        <p:spPr>
          <a:xfrm>
            <a:off x="5551063" y="593090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pic>
        <p:nvPicPr>
          <p:cNvPr id="32" name="Picture 3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6050" y="5735320"/>
            <a:ext cx="3670935" cy="1097280"/>
          </a:xfrm>
          <a:prstGeom prst="rect">
            <a:avLst/>
          </a:prstGeom>
        </p:spPr>
      </p:pic>
      <p:pic>
        <p:nvPicPr>
          <p:cNvPr id="115" name="Picture 11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524740" y="4550410"/>
            <a:ext cx="1566545" cy="1542415"/>
          </a:xfrm>
          <a:prstGeom prst="rect">
            <a:avLst/>
          </a:prstGeom>
        </p:spPr>
      </p:pic>
      <p:cxnSp>
        <p:nvCxnSpPr>
          <p:cNvPr id="95" name="Straight Arrow Connector 94"/>
          <p:cNvCxnSpPr/>
          <p:nvPr/>
        </p:nvCxnSpPr>
        <p:spPr>
          <a:xfrm flipH="1">
            <a:off x="11705590" y="5104130"/>
            <a:ext cx="835025" cy="12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Group 95"/>
          <p:cNvGrpSpPr/>
          <p:nvPr/>
        </p:nvGrpSpPr>
        <p:grpSpPr>
          <a:xfrm>
            <a:off x="10494645" y="4537075"/>
            <a:ext cx="1210945" cy="631825"/>
            <a:chOff x="13904" y="7220"/>
            <a:chExt cx="1907" cy="995"/>
          </a:xfrm>
        </p:grpSpPr>
        <p:sp>
          <p:nvSpPr>
            <p:cNvPr id="97" name="Rectangles 96"/>
            <p:cNvSpPr/>
            <p:nvPr/>
          </p:nvSpPr>
          <p:spPr>
            <a:xfrm>
              <a:off x="14141" y="7544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REST API</a:t>
              </a:r>
              <a:endParaRPr lang="en-US" sz="720"/>
            </a:p>
          </p:txBody>
        </p:sp>
        <p:sp>
          <p:nvSpPr>
            <p:cNvPr id="99" name="Rectangles 98"/>
            <p:cNvSpPr/>
            <p:nvPr/>
          </p:nvSpPr>
          <p:spPr>
            <a:xfrm>
              <a:off x="14141" y="7780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>
                  <a:sym typeface="+mn-ea"/>
                </a:rPr>
                <a:t>Import</a:t>
              </a:r>
              <a:endParaRPr lang="en-US" sz="720"/>
            </a:p>
          </p:txBody>
        </p:sp>
        <p:sp>
          <p:nvSpPr>
            <p:cNvPr id="100" name="Rectangles 99"/>
            <p:cNvSpPr/>
            <p:nvPr/>
          </p:nvSpPr>
          <p:spPr>
            <a:xfrm>
              <a:off x="14141" y="8013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>
                  <a:sym typeface="+mn-ea"/>
                </a:rPr>
                <a:t>Fetch Active</a:t>
              </a:r>
              <a:endParaRPr lang="en-US" sz="720"/>
            </a:p>
          </p:txBody>
        </p:sp>
        <p:grpSp>
          <p:nvGrpSpPr>
            <p:cNvPr id="101" name="Group 100"/>
            <p:cNvGrpSpPr/>
            <p:nvPr/>
          </p:nvGrpSpPr>
          <p:grpSpPr>
            <a:xfrm rot="0">
              <a:off x="13904" y="7220"/>
              <a:ext cx="573" cy="452"/>
              <a:chOff x="10155" y="414"/>
              <a:chExt cx="1146" cy="883"/>
            </a:xfrm>
          </p:grpSpPr>
          <p:grpSp>
            <p:nvGrpSpPr>
              <p:cNvPr id="102" name="Group 101"/>
              <p:cNvGrpSpPr/>
              <p:nvPr/>
            </p:nvGrpSpPr>
            <p:grpSpPr>
              <a:xfrm>
                <a:off x="10155" y="414"/>
                <a:ext cx="854" cy="770"/>
                <a:chOff x="1264" y="991"/>
                <a:chExt cx="854" cy="770"/>
              </a:xfrm>
            </p:grpSpPr>
            <p:pic>
              <p:nvPicPr>
                <p:cNvPr id="103" name="Picture 102"/>
                <p:cNvPicPr>
                  <a:picLocks noChangeAspect="1"/>
                </p:cNvPicPr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264" y="991"/>
                  <a:ext cx="854" cy="618"/>
                </a:xfrm>
                <a:prstGeom prst="rect">
                  <a:avLst/>
                </a:prstGeom>
              </p:spPr>
            </p:pic>
            <p:pic>
              <p:nvPicPr>
                <p:cNvPr id="104" name="Picture 103"/>
                <p:cNvPicPr>
                  <a:picLocks noChangeAspect="1"/>
                </p:cNvPicPr>
                <p:nvPr/>
              </p:nvPicPr>
              <p:blipFill>
                <a:blip r:embed="rId1"/>
                <a:stretch>
                  <a:fillRect/>
                </a:stretch>
              </p:blipFill>
              <p:spPr>
                <a:xfrm>
                  <a:off x="1464" y="1201"/>
                  <a:ext cx="454" cy="560"/>
                </a:xfrm>
                <a:prstGeom prst="rect">
                  <a:avLst/>
                </a:prstGeom>
              </p:spPr>
            </p:pic>
          </p:grpSp>
          <p:pic>
            <p:nvPicPr>
              <p:cNvPr id="105" name="Picture 104"/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0626" y="1033"/>
                <a:ext cx="675" cy="264"/>
              </a:xfrm>
              <a:prstGeom prst="rect">
                <a:avLst/>
              </a:prstGeom>
            </p:spPr>
          </p:pic>
        </p:grpSp>
      </p:grpSp>
      <p:cxnSp>
        <p:nvCxnSpPr>
          <p:cNvPr id="106" name="Straight Arrow Connector 105"/>
          <p:cNvCxnSpPr>
            <a:endCxn id="83" idx="0"/>
          </p:cNvCxnSpPr>
          <p:nvPr/>
        </p:nvCxnSpPr>
        <p:spPr>
          <a:xfrm>
            <a:off x="3308350" y="5518785"/>
            <a:ext cx="3175" cy="304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/>
          <p:cNvCxnSpPr/>
          <p:nvPr/>
        </p:nvCxnSpPr>
        <p:spPr>
          <a:xfrm>
            <a:off x="11705590" y="4957445"/>
            <a:ext cx="807085" cy="44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Oval 120"/>
          <p:cNvSpPr/>
          <p:nvPr/>
        </p:nvSpPr>
        <p:spPr>
          <a:xfrm>
            <a:off x="11049798" y="718255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30" name="Rectangles 129"/>
          <p:cNvSpPr/>
          <p:nvPr/>
        </p:nvSpPr>
        <p:spPr>
          <a:xfrm>
            <a:off x="10650220" y="5187315"/>
            <a:ext cx="1060450" cy="1289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>
                <a:sym typeface="+mn-ea"/>
              </a:rPr>
              <a:t>Format</a:t>
            </a:r>
            <a:endParaRPr lang="en-US" sz="720"/>
          </a:p>
        </p:txBody>
      </p:sp>
      <p:cxnSp>
        <p:nvCxnSpPr>
          <p:cNvPr id="133" name="Straight Arrow Connector 132"/>
          <p:cNvCxnSpPr>
            <a:stCxn id="130" idx="2"/>
          </p:cNvCxnSpPr>
          <p:nvPr/>
        </p:nvCxnSpPr>
        <p:spPr>
          <a:xfrm>
            <a:off x="11180445" y="5316220"/>
            <a:ext cx="4445" cy="3975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Oval 137"/>
          <p:cNvSpPr/>
          <p:nvPr/>
        </p:nvSpPr>
        <p:spPr>
          <a:xfrm>
            <a:off x="6183793" y="4158049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40" name="Straight Arrow Connector 139"/>
          <p:cNvCxnSpPr>
            <a:stCxn id="7" idx="2"/>
            <a:endCxn id="141" idx="0"/>
          </p:cNvCxnSpPr>
          <p:nvPr/>
        </p:nvCxnSpPr>
        <p:spPr>
          <a:xfrm flipH="1">
            <a:off x="7399655" y="7759700"/>
            <a:ext cx="635" cy="438785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Flowchart: Off-page Connector 140"/>
          <p:cNvSpPr/>
          <p:nvPr/>
        </p:nvSpPr>
        <p:spPr>
          <a:xfrm>
            <a:off x="7227570" y="8198485"/>
            <a:ext cx="344170" cy="32829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0" i="0" u="none" strike="noStrike" cap="none" normalizeH="0" baseline="-25000" smtClean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RTS</a:t>
            </a:r>
            <a:endParaRPr kumimoji="0" lang="en-US" altLang="en-US" sz="1200" b="0" i="0" u="none" strike="noStrike" cap="none" normalizeH="0" baseline="-25000" smtClean="0">
              <a:ln>
                <a:noFill/>
              </a:ln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142" name="Oval 141"/>
          <p:cNvSpPr/>
          <p:nvPr/>
        </p:nvSpPr>
        <p:spPr>
          <a:xfrm>
            <a:off x="7325253" y="785622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2" name="Elbow Connector 1"/>
          <p:cNvCxnSpPr>
            <a:stCxn id="138" idx="6"/>
            <a:endCxn id="335" idx="0"/>
          </p:cNvCxnSpPr>
          <p:nvPr/>
        </p:nvCxnSpPr>
        <p:spPr>
          <a:xfrm>
            <a:off x="6454775" y="4291330"/>
            <a:ext cx="563880" cy="27813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Flowchart: Off-page Connector 16"/>
          <p:cNvSpPr/>
          <p:nvPr/>
        </p:nvSpPr>
        <p:spPr>
          <a:xfrm>
            <a:off x="3092577" y="3814445"/>
            <a:ext cx="438785" cy="219456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positions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22" name="Flowchart: Off-page Connector 21"/>
          <p:cNvSpPr/>
          <p:nvPr/>
        </p:nvSpPr>
        <p:spPr>
          <a:xfrm>
            <a:off x="3087497" y="4194366"/>
            <a:ext cx="438785" cy="219075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stops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110" name="Rectangles 109"/>
          <p:cNvSpPr/>
          <p:nvPr/>
        </p:nvSpPr>
        <p:spPr>
          <a:xfrm>
            <a:off x="2788920" y="308673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API Imports</a:t>
            </a:r>
            <a:endParaRPr lang="en-US" sz="720"/>
          </a:p>
        </p:txBody>
      </p:sp>
      <p:sp>
        <p:nvSpPr>
          <p:cNvPr id="111" name="Rectangles 110"/>
          <p:cNvSpPr/>
          <p:nvPr/>
        </p:nvSpPr>
        <p:spPr>
          <a:xfrm>
            <a:off x="2788920" y="293941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Trades</a:t>
            </a:r>
            <a:endParaRPr lang="en-US" sz="720"/>
          </a:p>
        </p:txBody>
      </p:sp>
      <p:grpSp>
        <p:nvGrpSpPr>
          <p:cNvPr id="112" name="Group 111"/>
          <p:cNvGrpSpPr/>
          <p:nvPr/>
        </p:nvGrpSpPr>
        <p:grpSpPr>
          <a:xfrm rot="0">
            <a:off x="4738370" y="2898140"/>
            <a:ext cx="358775" cy="287020"/>
            <a:chOff x="12432" y="1283"/>
            <a:chExt cx="628" cy="502"/>
          </a:xfrm>
        </p:grpSpPr>
        <p:pic>
          <p:nvPicPr>
            <p:cNvPr id="113" name="Picture 112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2432" y="1283"/>
              <a:ext cx="475" cy="351"/>
            </a:xfrm>
            <a:prstGeom prst="rect">
              <a:avLst/>
            </a:prstGeom>
          </p:spPr>
        </p:pic>
        <p:pic>
          <p:nvPicPr>
            <p:cNvPr id="114" name="Picture 113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2540" y="1402"/>
              <a:ext cx="252" cy="318"/>
            </a:xfrm>
            <a:prstGeom prst="rect">
              <a:avLst/>
            </a:prstGeom>
          </p:spPr>
        </p:pic>
        <p:pic>
          <p:nvPicPr>
            <p:cNvPr id="116" name="Picture 115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2685" y="1635"/>
              <a:ext cx="375" cy="150"/>
            </a:xfrm>
            <a:prstGeom prst="rect">
              <a:avLst/>
            </a:prstGeom>
          </p:spPr>
        </p:pic>
      </p:grpSp>
      <p:grpSp>
        <p:nvGrpSpPr>
          <p:cNvPr id="3" name="Group 2"/>
          <p:cNvGrpSpPr/>
          <p:nvPr/>
        </p:nvGrpSpPr>
        <p:grpSpPr>
          <a:xfrm rot="0">
            <a:off x="3717925" y="2823845"/>
            <a:ext cx="203200" cy="215900"/>
            <a:chOff x="4768" y="5570"/>
            <a:chExt cx="320" cy="340"/>
          </a:xfrm>
        </p:grpSpPr>
        <p:sp>
          <p:nvSpPr>
            <p:cNvPr id="118" name="Oval 117"/>
            <p:cNvSpPr/>
            <p:nvPr/>
          </p:nvSpPr>
          <p:spPr>
            <a:xfrm>
              <a:off x="4768" y="5570"/>
              <a:ext cx="320" cy="340"/>
            </a:xfrm>
            <a:prstGeom prst="ellipse">
              <a:avLst/>
            </a:prstGeom>
            <a:solidFill>
              <a:schemeClr val="bg2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119" name="Picture 118"/>
            <p:cNvPicPr>
              <a:picLocks noChangeAspect="1"/>
            </p:cNvPicPr>
            <p:nvPr/>
          </p:nvPicPr>
          <p:blipFill>
            <a:blip r:embed="rId10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4793" y="5640"/>
              <a:ext cx="295" cy="265"/>
            </a:xfrm>
            <a:prstGeom prst="rect">
              <a:avLst/>
            </a:prstGeom>
          </p:spPr>
        </p:pic>
      </p:grpSp>
      <p:sp>
        <p:nvSpPr>
          <p:cNvPr id="9" name="Rectangles 8"/>
          <p:cNvSpPr/>
          <p:nvPr/>
        </p:nvSpPr>
        <p:spPr>
          <a:xfrm>
            <a:off x="2773680" y="480885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Rejected</a:t>
            </a:r>
            <a:endParaRPr lang="en-US" sz="720"/>
          </a:p>
        </p:txBody>
      </p:sp>
      <p:sp>
        <p:nvSpPr>
          <p:cNvPr id="10" name="Rectangles 9"/>
          <p:cNvSpPr/>
          <p:nvPr/>
        </p:nvSpPr>
        <p:spPr>
          <a:xfrm>
            <a:off x="2773680" y="495617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Canceled</a:t>
            </a:r>
            <a:endParaRPr lang="en-US" sz="720"/>
          </a:p>
        </p:txBody>
      </p:sp>
      <p:cxnSp>
        <p:nvCxnSpPr>
          <p:cNvPr id="23" name="Elbow Connector 22"/>
          <p:cNvCxnSpPr>
            <a:stCxn id="10" idx="1"/>
            <a:endCxn id="26" idx="1"/>
          </p:cNvCxnSpPr>
          <p:nvPr/>
        </p:nvCxnSpPr>
        <p:spPr>
          <a:xfrm rot="10800000" flipV="1">
            <a:off x="2773680" y="5020945"/>
            <a:ext cx="3175" cy="147320"/>
          </a:xfrm>
          <a:prstGeom prst="bentConnector3">
            <a:avLst>
              <a:gd name="adj1" fmla="val 76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s 25"/>
          <p:cNvSpPr/>
          <p:nvPr/>
        </p:nvSpPr>
        <p:spPr>
          <a:xfrm>
            <a:off x="2773680" y="510349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Pending</a:t>
            </a:r>
            <a:endParaRPr lang="en-US" sz="720"/>
          </a:p>
        </p:txBody>
      </p:sp>
      <p:sp>
        <p:nvSpPr>
          <p:cNvPr id="29" name="Rectangles 28"/>
          <p:cNvSpPr/>
          <p:nvPr/>
        </p:nvSpPr>
        <p:spPr>
          <a:xfrm>
            <a:off x="2773680" y="525081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Hold</a:t>
            </a:r>
            <a:endParaRPr lang="en-US" sz="720"/>
          </a:p>
        </p:txBody>
      </p:sp>
      <p:sp>
        <p:nvSpPr>
          <p:cNvPr id="30" name="Rectangles 29"/>
          <p:cNvSpPr/>
          <p:nvPr/>
        </p:nvSpPr>
        <p:spPr>
          <a:xfrm>
            <a:off x="2773680" y="539813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Queued</a:t>
            </a:r>
            <a:endParaRPr lang="en-US" sz="720"/>
          </a:p>
        </p:txBody>
      </p:sp>
      <p:cxnSp>
        <p:nvCxnSpPr>
          <p:cNvPr id="34" name="Elbow Connector 33"/>
          <p:cNvCxnSpPr>
            <a:stCxn id="9" idx="3"/>
            <a:endCxn id="10" idx="3"/>
          </p:cNvCxnSpPr>
          <p:nvPr/>
        </p:nvCxnSpPr>
        <p:spPr>
          <a:xfrm>
            <a:off x="3834130" y="4873625"/>
            <a:ext cx="3175" cy="147320"/>
          </a:xfrm>
          <a:prstGeom prst="bentConnector3">
            <a:avLst>
              <a:gd name="adj1" fmla="val 75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/>
          <p:cNvCxnSpPr>
            <a:endCxn id="30" idx="1"/>
          </p:cNvCxnSpPr>
          <p:nvPr/>
        </p:nvCxnSpPr>
        <p:spPr>
          <a:xfrm rot="5400000">
            <a:off x="2628265" y="5309870"/>
            <a:ext cx="298450" cy="7620"/>
          </a:xfrm>
          <a:prstGeom prst="bentConnector4">
            <a:avLst>
              <a:gd name="adj1" fmla="val 39362"/>
              <a:gd name="adj2" fmla="val 3225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/>
          <p:cNvCxnSpPr>
            <a:stCxn id="26" idx="3"/>
            <a:endCxn id="29" idx="3"/>
          </p:cNvCxnSpPr>
          <p:nvPr/>
        </p:nvCxnSpPr>
        <p:spPr>
          <a:xfrm>
            <a:off x="3834130" y="5168265"/>
            <a:ext cx="3175" cy="147320"/>
          </a:xfrm>
          <a:prstGeom prst="bentConnector3">
            <a:avLst>
              <a:gd name="adj1" fmla="val 75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/>
          <p:cNvCxnSpPr>
            <a:stCxn id="110" idx="2"/>
            <a:endCxn id="85" idx="0"/>
          </p:cNvCxnSpPr>
          <p:nvPr/>
        </p:nvCxnSpPr>
        <p:spPr>
          <a:xfrm flipH="1">
            <a:off x="3317240" y="3216275"/>
            <a:ext cx="1905" cy="2146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/>
          <p:cNvCxnSpPr>
            <a:stCxn id="22" idx="2"/>
            <a:endCxn id="67" idx="0"/>
          </p:cNvCxnSpPr>
          <p:nvPr/>
        </p:nvCxnSpPr>
        <p:spPr>
          <a:xfrm flipH="1">
            <a:off x="3306445" y="4413250"/>
            <a:ext cx="635" cy="2400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Rectangles 66"/>
          <p:cNvSpPr/>
          <p:nvPr/>
        </p:nvSpPr>
        <p:spPr>
          <a:xfrm>
            <a:off x="2776220" y="465328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Orders</a:t>
            </a:r>
            <a:endParaRPr lang="en-US" sz="720"/>
          </a:p>
        </p:txBody>
      </p:sp>
      <p:cxnSp>
        <p:nvCxnSpPr>
          <p:cNvPr id="68" name="Straight Arrow Connector 67"/>
          <p:cNvCxnSpPr/>
          <p:nvPr/>
        </p:nvCxnSpPr>
        <p:spPr>
          <a:xfrm>
            <a:off x="3313430" y="6750050"/>
            <a:ext cx="6350" cy="2895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Rectangles 68"/>
          <p:cNvSpPr/>
          <p:nvPr/>
        </p:nvSpPr>
        <p:spPr>
          <a:xfrm>
            <a:off x="2778760" y="597916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Rejected</a:t>
            </a:r>
            <a:endParaRPr lang="en-US" sz="720"/>
          </a:p>
        </p:txBody>
      </p:sp>
      <p:sp>
        <p:nvSpPr>
          <p:cNvPr id="74" name="Rectangles 73"/>
          <p:cNvSpPr/>
          <p:nvPr/>
        </p:nvSpPr>
        <p:spPr>
          <a:xfrm>
            <a:off x="2778760" y="612648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Canceled</a:t>
            </a:r>
            <a:endParaRPr lang="en-US" sz="720"/>
          </a:p>
        </p:txBody>
      </p:sp>
      <p:cxnSp>
        <p:nvCxnSpPr>
          <p:cNvPr id="75" name="Elbow Connector 74"/>
          <p:cNvCxnSpPr>
            <a:stCxn id="74" idx="1"/>
            <a:endCxn id="77" idx="1"/>
          </p:cNvCxnSpPr>
          <p:nvPr/>
        </p:nvCxnSpPr>
        <p:spPr>
          <a:xfrm rot="10800000" flipV="1">
            <a:off x="2778760" y="6191250"/>
            <a:ext cx="3175" cy="147320"/>
          </a:xfrm>
          <a:prstGeom prst="bentConnector3">
            <a:avLst>
              <a:gd name="adj1" fmla="val 76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tangles 76"/>
          <p:cNvSpPr/>
          <p:nvPr/>
        </p:nvSpPr>
        <p:spPr>
          <a:xfrm>
            <a:off x="2778760" y="627380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Pending</a:t>
            </a:r>
            <a:endParaRPr lang="en-US" sz="720"/>
          </a:p>
        </p:txBody>
      </p:sp>
      <p:sp>
        <p:nvSpPr>
          <p:cNvPr id="78" name="Rectangles 77"/>
          <p:cNvSpPr/>
          <p:nvPr/>
        </p:nvSpPr>
        <p:spPr>
          <a:xfrm>
            <a:off x="2778760" y="642112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Hold</a:t>
            </a:r>
            <a:endParaRPr lang="en-US" sz="720"/>
          </a:p>
        </p:txBody>
      </p:sp>
      <p:sp>
        <p:nvSpPr>
          <p:cNvPr id="79" name="Rectangles 78"/>
          <p:cNvSpPr/>
          <p:nvPr/>
        </p:nvSpPr>
        <p:spPr>
          <a:xfrm>
            <a:off x="2778760" y="656844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Queued</a:t>
            </a:r>
            <a:endParaRPr lang="en-US" sz="720"/>
          </a:p>
        </p:txBody>
      </p:sp>
      <p:cxnSp>
        <p:nvCxnSpPr>
          <p:cNvPr id="80" name="Elbow Connector 79"/>
          <p:cNvCxnSpPr>
            <a:stCxn id="69" idx="3"/>
            <a:endCxn id="74" idx="3"/>
          </p:cNvCxnSpPr>
          <p:nvPr/>
        </p:nvCxnSpPr>
        <p:spPr>
          <a:xfrm>
            <a:off x="3839210" y="6043930"/>
            <a:ext cx="3175" cy="147320"/>
          </a:xfrm>
          <a:prstGeom prst="bentConnector3">
            <a:avLst>
              <a:gd name="adj1" fmla="val 75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Elbow Connector 80"/>
          <p:cNvCxnSpPr>
            <a:endCxn id="79" idx="1"/>
          </p:cNvCxnSpPr>
          <p:nvPr/>
        </p:nvCxnSpPr>
        <p:spPr>
          <a:xfrm rot="5400000">
            <a:off x="2633345" y="6480175"/>
            <a:ext cx="298450" cy="7620"/>
          </a:xfrm>
          <a:prstGeom prst="bentConnector4">
            <a:avLst>
              <a:gd name="adj1" fmla="val 39362"/>
              <a:gd name="adj2" fmla="val 3225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Elbow Connector 81"/>
          <p:cNvCxnSpPr>
            <a:stCxn id="77" idx="3"/>
            <a:endCxn id="78" idx="3"/>
          </p:cNvCxnSpPr>
          <p:nvPr/>
        </p:nvCxnSpPr>
        <p:spPr>
          <a:xfrm>
            <a:off x="3839210" y="6338570"/>
            <a:ext cx="3175" cy="147320"/>
          </a:xfrm>
          <a:prstGeom prst="bentConnector3">
            <a:avLst>
              <a:gd name="adj1" fmla="val 75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Rectangles 82"/>
          <p:cNvSpPr/>
          <p:nvPr/>
        </p:nvSpPr>
        <p:spPr>
          <a:xfrm>
            <a:off x="2781300" y="582358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Stops</a:t>
            </a:r>
            <a:endParaRPr lang="en-US" sz="720"/>
          </a:p>
        </p:txBody>
      </p:sp>
      <p:cxnSp>
        <p:nvCxnSpPr>
          <p:cNvPr id="84" name="Straight Arrow Connector 83"/>
          <p:cNvCxnSpPr>
            <a:stCxn id="17" idx="2"/>
            <a:endCxn id="22" idx="0"/>
          </p:cNvCxnSpPr>
          <p:nvPr/>
        </p:nvCxnSpPr>
        <p:spPr>
          <a:xfrm flipH="1">
            <a:off x="3307080" y="4034155"/>
            <a:ext cx="5080" cy="1600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Flowchart: Off-page Connector 84"/>
          <p:cNvSpPr/>
          <p:nvPr/>
        </p:nvSpPr>
        <p:spPr>
          <a:xfrm>
            <a:off x="3097530" y="3431096"/>
            <a:ext cx="438912" cy="219075"/>
          </a:xfrm>
          <a:prstGeom prst="flowChartOffpageConnector">
            <a:avLst/>
          </a:prstGeom>
          <a:solidFill>
            <a:schemeClr val="accent1"/>
          </a:solidFill>
          <a:ln>
            <a:headEnd type="none" w="med" len="med"/>
            <a:tailEnd type="none" w="med" len="med"/>
          </a:ln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orders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cxnSp>
        <p:nvCxnSpPr>
          <p:cNvPr id="88" name="Straight Arrow Connector 87"/>
          <p:cNvCxnSpPr>
            <a:stCxn id="85" idx="2"/>
            <a:endCxn id="17" idx="0"/>
          </p:cNvCxnSpPr>
          <p:nvPr/>
        </p:nvCxnSpPr>
        <p:spPr>
          <a:xfrm flipH="1">
            <a:off x="3312160" y="3649980"/>
            <a:ext cx="5080" cy="1644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0" name="Group 89"/>
          <p:cNvGrpSpPr/>
          <p:nvPr/>
        </p:nvGrpSpPr>
        <p:grpSpPr>
          <a:xfrm rot="0">
            <a:off x="1090930" y="1934210"/>
            <a:ext cx="427355" cy="334010"/>
            <a:chOff x="16290" y="4518"/>
            <a:chExt cx="748" cy="584"/>
          </a:xfrm>
        </p:grpSpPr>
        <p:pic>
          <p:nvPicPr>
            <p:cNvPr id="91" name="Picture 90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92" name="Oval 91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93" name="Picture 9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  <p:pic>
        <p:nvPicPr>
          <p:cNvPr id="98" name="Picture 97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51890" y="2202180"/>
            <a:ext cx="1011555" cy="492379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16" name="Group 15"/>
          <p:cNvGrpSpPr/>
          <p:nvPr/>
        </p:nvGrpSpPr>
        <p:grpSpPr>
          <a:xfrm>
            <a:off x="4410075" y="3841750"/>
            <a:ext cx="1097915" cy="1015111"/>
            <a:chOff x="6945" y="6266"/>
            <a:chExt cx="1729" cy="1599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25" name="Rectangles 24"/>
            <p:cNvSpPr/>
            <p:nvPr/>
          </p:nvSpPr>
          <p:spPr>
            <a:xfrm>
              <a:off x="6945" y="6393"/>
              <a:ext cx="1447" cy="130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720"/>
            </a:p>
          </p:txBody>
        </p:sp>
        <p:sp>
          <p:nvSpPr>
            <p:cNvPr id="150" name="Rectangles 149"/>
            <p:cNvSpPr/>
            <p:nvPr/>
          </p:nvSpPr>
          <p:spPr>
            <a:xfrm>
              <a:off x="6946" y="6266"/>
              <a:ext cx="1728" cy="20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Submit</a:t>
              </a:r>
              <a:endParaRPr lang="en-US" sz="720"/>
            </a:p>
          </p:txBody>
        </p:sp>
        <p:sp>
          <p:nvSpPr>
            <p:cNvPr id="31" name="Rectangles 30"/>
            <p:cNvSpPr/>
            <p:nvPr/>
          </p:nvSpPr>
          <p:spPr>
            <a:xfrm>
              <a:off x="6946" y="6495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Queued</a:t>
              </a:r>
              <a:endParaRPr lang="en-US" sz="720"/>
            </a:p>
          </p:txBody>
        </p:sp>
        <p:sp>
          <p:nvSpPr>
            <p:cNvPr id="186" name="Rectangles 185"/>
            <p:cNvSpPr/>
            <p:nvPr/>
          </p:nvSpPr>
          <p:spPr>
            <a:xfrm>
              <a:off x="6946" y="6731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Pending</a:t>
              </a:r>
              <a:endParaRPr lang="en-US" sz="720"/>
            </a:p>
          </p:txBody>
        </p:sp>
        <p:sp>
          <p:nvSpPr>
            <p:cNvPr id="187" name="Rectangles 186"/>
            <p:cNvSpPr/>
            <p:nvPr/>
          </p:nvSpPr>
          <p:spPr>
            <a:xfrm>
              <a:off x="6946" y="6967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Canceled</a:t>
              </a:r>
              <a:endParaRPr lang="en-US" sz="720"/>
            </a:p>
          </p:txBody>
        </p:sp>
        <p:sp>
          <p:nvSpPr>
            <p:cNvPr id="188" name="Rectangles 187"/>
            <p:cNvSpPr/>
            <p:nvPr/>
          </p:nvSpPr>
          <p:spPr>
            <a:xfrm>
              <a:off x="6946" y="7202"/>
              <a:ext cx="1728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Rejected</a:t>
              </a:r>
              <a:endParaRPr lang="en-US" sz="720"/>
            </a:p>
          </p:txBody>
        </p:sp>
        <p:sp>
          <p:nvSpPr>
            <p:cNvPr id="189" name="Rectangles 188"/>
            <p:cNvSpPr/>
            <p:nvPr/>
          </p:nvSpPr>
          <p:spPr>
            <a:xfrm>
              <a:off x="6946" y="7663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Closed</a:t>
              </a:r>
              <a:endParaRPr lang="en-US" sz="720"/>
            </a:p>
          </p:txBody>
        </p:sp>
        <p:sp>
          <p:nvSpPr>
            <p:cNvPr id="195" name="Rectangles 194"/>
            <p:cNvSpPr/>
            <p:nvPr/>
          </p:nvSpPr>
          <p:spPr>
            <a:xfrm>
              <a:off x="6945" y="7433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Fulfilled</a:t>
              </a:r>
              <a:endParaRPr lang="en-US" sz="720"/>
            </a:p>
          </p:txBody>
        </p:sp>
      </p:grpSp>
      <p:sp>
        <p:nvSpPr>
          <p:cNvPr id="41" name="Flowchart: Terminator 40"/>
          <p:cNvSpPr/>
          <p:nvPr/>
        </p:nvSpPr>
        <p:spPr>
          <a:xfrm>
            <a:off x="3775075" y="3843020"/>
            <a:ext cx="702945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app request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ata Pie Charts">
  <a:themeElements>
    <a:clrScheme name="Data Pie Charts 13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9900"/>
      </a:accent1>
      <a:accent2>
        <a:srgbClr val="99CC00"/>
      </a:accent2>
      <a:accent3>
        <a:srgbClr val="FFFFFF"/>
      </a:accent3>
      <a:accent4>
        <a:srgbClr val="000000"/>
      </a:accent4>
      <a:accent5>
        <a:srgbClr val="AACAAA"/>
      </a:accent5>
      <a:accent6>
        <a:srgbClr val="8AB900"/>
      </a:accent6>
      <a:hlink>
        <a:srgbClr val="CC3300"/>
      </a:hlink>
      <a:folHlink>
        <a:srgbClr val="996600"/>
      </a:folHlink>
    </a:clrScheme>
    <a:fontScheme name="Data Pie Charts">
      <a:majorFont>
        <a:latin typeface="Arial"/>
        <a:ea typeface="SimSun"/>
        <a:cs typeface=""/>
      </a:majorFont>
      <a:minorFont>
        <a:latin typeface="Arial"/>
        <a:ea typeface="SimSun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accent2"/>
            </a:gs>
          </a:gsLst>
          <a:lin ang="5400000" scaled="1"/>
        </a:gradFill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80604020202020204" pitchFamily="34" charset="0"/>
            <a:ea typeface="SimSun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accent2"/>
            </a:gs>
          </a:gsLst>
          <a:lin ang="5400000" scaled="1"/>
        </a:gradFill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80604020202020204" pitchFamily="34" charset="0"/>
            <a:ea typeface="SimSun" pitchFamily="2" charset="-122"/>
          </a:defRPr>
        </a:defPPr>
      </a:lstStyle>
    </a:lnDef>
  </a:objectDefaults>
  <a:extraClrSchemeLst>
    <a:extraClrScheme>
      <a:clrScheme name="Data Pie Charts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ata Pie Charts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ata Pie Charts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ata Pie Charts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ata Pie Charts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ata Pie Charts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13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9900"/>
        </a:accent1>
        <a:accent2>
          <a:srgbClr val="99CC00"/>
        </a:accent2>
        <a:accent3>
          <a:srgbClr val="FFFFFF"/>
        </a:accent3>
        <a:accent4>
          <a:srgbClr val="000000"/>
        </a:accent4>
        <a:accent5>
          <a:srgbClr val="AACAAA"/>
        </a:accent5>
        <a:accent6>
          <a:srgbClr val="8AB900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2488</Words>
  <Application>WPS Presentation</Application>
  <PresentationFormat>宽屏</PresentationFormat>
  <Paragraphs>846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20" baseType="lpstr">
      <vt:lpstr>Arial</vt:lpstr>
      <vt:lpstr>SimSun</vt:lpstr>
      <vt:lpstr>Wingdings</vt:lpstr>
      <vt:lpstr>DejaVu Sans</vt:lpstr>
      <vt:lpstr>Droid Sans Fallback</vt:lpstr>
      <vt:lpstr>Microsoft YaHei</vt:lpstr>
      <vt:lpstr>Arial Unicode MS</vt:lpstr>
      <vt:lpstr>SimSun</vt:lpstr>
      <vt:lpstr>OpenSymbol</vt:lpstr>
      <vt:lpstr>Data Pie Charts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djorgenson</cp:lastModifiedBy>
  <cp:revision>105</cp:revision>
  <dcterms:created xsi:type="dcterms:W3CDTF">2025-11-05T06:48:11Z</dcterms:created>
  <dcterms:modified xsi:type="dcterms:W3CDTF">2025-11-05T06:48:11Z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1033-11.1.0.11723</vt:lpwstr>
  </property>
  <property fmtid="{D5CDD505-2E9C-101B-9397-08002B2CF9AE}" pid="3" name="ICV">
    <vt:lpwstr/>
  </property>
</Properties>
</file>