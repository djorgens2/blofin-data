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4"/>
  </p:handoutMasterIdLst>
  <p:sldIdLst>
    <p:sldId id="257" r:id="rId3"/>
    <p:sldId id="258" r:id="rId5"/>
    <p:sldId id="256" r:id="rId6"/>
    <p:sldId id="298" r:id="rId7"/>
    <p:sldId id="277" r:id="rId8"/>
    <p:sldId id="265" r:id="rId9"/>
    <p:sldId id="282" r:id="rId10"/>
    <p:sldId id="270" r:id="rId11"/>
    <p:sldId id="272" r:id="rId12"/>
    <p:sldId id="274" r:id="rId13"/>
  </p:sldIdLst>
  <p:sldSz cx="14630400" cy="10972800"/>
  <p:notesSz cx="10234295" cy="710374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C72"/>
    <a:srgbClr val="97BE97"/>
    <a:srgbClr val="F0B500"/>
    <a:srgbClr val="E7971C"/>
    <a:srgbClr val="89BF61"/>
    <a:srgbClr val="FEF8F5"/>
    <a:srgbClr val="8CC166"/>
    <a:srgbClr val="00D0DD"/>
    <a:srgbClr val="B2B2B2"/>
    <a:srgbClr val="202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3128"/>
        <p:guide pos="5072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797066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66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797066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66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797788" y="0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520027" y="888133"/>
            <a:ext cx="3196986" cy="239774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024619" y="3419204"/>
            <a:ext cx="8187802" cy="279662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748051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797788" y="6748051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40" y="-5080"/>
            <a:ext cx="14645977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2476558" y="1800882"/>
            <a:ext cx="11054334" cy="1732300"/>
          </a:xfrm>
        </p:spPr>
        <p:txBody>
          <a:bodyPr/>
          <a:lstStyle>
            <a:lvl1pPr algn="r"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76558" y="3761784"/>
            <a:ext cx="11061954" cy="2804192"/>
          </a:xfrm>
        </p:spPr>
        <p:txBody>
          <a:bodyPr/>
          <a:lstStyle>
            <a:lvl1pPr marL="0" indent="0" algn="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44" y="2735612"/>
            <a:ext cx="12619010" cy="4564432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44" y="7343225"/>
            <a:ext cx="12619010" cy="2400327"/>
          </a:xfrm>
        </p:spPr>
        <p:txBody>
          <a:bodyPr/>
          <a:lstStyle>
            <a:lvl1pPr marL="0" indent="0">
              <a:buNone/>
              <a:defRPr sz="3840"/>
            </a:lvl1pPr>
            <a:lvl2pPr marL="731520" indent="0">
              <a:buNone/>
              <a:defRPr sz="3200"/>
            </a:lvl2pPr>
            <a:lvl3pPr marL="1463040" indent="0">
              <a:buNone/>
              <a:defRPr sz="2880"/>
            </a:lvl3pPr>
            <a:lvl4pPr marL="2194560" indent="0">
              <a:buNone/>
              <a:defRPr sz="2565"/>
            </a:lvl4pPr>
            <a:lvl5pPr marL="2926080" indent="0">
              <a:buNone/>
              <a:defRPr sz="2565"/>
            </a:lvl5pPr>
            <a:lvl6pPr marL="3657600" indent="0">
              <a:buNone/>
              <a:defRPr sz="2565"/>
            </a:lvl6pPr>
            <a:lvl7pPr marL="4389120" indent="0">
              <a:buNone/>
              <a:defRPr sz="2565"/>
            </a:lvl7pPr>
            <a:lvl8pPr marL="5120640" indent="0">
              <a:buNone/>
              <a:defRPr sz="2565"/>
            </a:lvl8pPr>
            <a:lvl9pPr marL="5852160" indent="0">
              <a:buNone/>
              <a:defRPr sz="2565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1537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7291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584207"/>
            <a:ext cx="12619010" cy="21209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8404" y="2689892"/>
            <a:ext cx="6190122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8404" y="4008166"/>
            <a:ext cx="6190122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810" y="2689892"/>
            <a:ext cx="6220603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810" y="4008166"/>
            <a:ext cx="6220603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0603" y="1579898"/>
            <a:ext cx="7406810" cy="7797890"/>
          </a:xfrm>
        </p:spPr>
        <p:txBody>
          <a:bodyPr/>
          <a:lstStyle>
            <a:lvl1pPr>
              <a:defRPr sz="5120"/>
            </a:lvl1pPr>
            <a:lvl2pPr>
              <a:defRPr sz="4485"/>
            </a:lvl2pPr>
            <a:lvl3pPr>
              <a:defRPr sz="384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20603" y="1579898"/>
            <a:ext cx="7406810" cy="7797890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5120"/>
            </a:lvl1pPr>
            <a:lvl2pPr marL="731520" indent="0">
              <a:buNone/>
              <a:defRPr sz="4485"/>
            </a:lvl2pPr>
            <a:lvl3pPr marL="1463040" indent="0">
              <a:buNone/>
              <a:defRPr sz="3840"/>
            </a:lvl3pPr>
            <a:lvl4pPr marL="2194560" indent="0">
              <a:buNone/>
              <a:defRPr sz="3200"/>
            </a:lvl4pPr>
            <a:lvl5pPr marL="2926080" indent="0">
              <a:buNone/>
              <a:defRPr sz="3200"/>
            </a:lvl5pPr>
            <a:lvl6pPr marL="3657600" indent="0">
              <a:buNone/>
              <a:defRPr sz="3200"/>
            </a:lvl6pPr>
            <a:lvl7pPr marL="4389120" indent="0">
              <a:buNone/>
              <a:defRPr sz="3200"/>
            </a:lvl7pPr>
            <a:lvl8pPr marL="5120640" indent="0">
              <a:buNone/>
              <a:defRPr sz="3200"/>
            </a:lvl8pPr>
            <a:lvl9pPr marL="5852160" indent="0">
              <a:buNone/>
              <a:defRPr sz="32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891561" y="694952"/>
            <a:ext cx="0" cy="22260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607284" y="304804"/>
            <a:ext cx="3291916" cy="94997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1537" y="304804"/>
            <a:ext cx="9631901" cy="94997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4638358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731537" y="304804"/>
            <a:ext cx="13167663" cy="932192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731537" y="1879622"/>
            <a:ext cx="13167663" cy="7924891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2240"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2240"/>
            </a:lvl1pPr>
          </a:lstStyle>
          <a:p>
            <a:endParaRPr lang="zh-CN" alt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2240"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5760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9pPr>
    </p:titleStyle>
    <p:bodyStyle>
      <a:lvl1pPr marL="548640" indent="-548640" algn="l" rtl="0" fontAlgn="base">
        <a:spcBef>
          <a:spcPct val="32000"/>
        </a:spcBef>
        <a:spcAft>
          <a:spcPct val="0"/>
        </a:spcAft>
        <a:buChar char="•"/>
        <a:defRPr sz="5120" kern="1200">
          <a:solidFill>
            <a:schemeClr val="tx1"/>
          </a:solidFill>
          <a:latin typeface="+mn-lt"/>
          <a:ea typeface="+mn-ea"/>
          <a:cs typeface="+mn-cs"/>
        </a:defRPr>
      </a:lvl1pPr>
      <a:lvl2pPr marL="1188720" indent="-457200" algn="l" rtl="0" fontAlgn="base">
        <a:spcBef>
          <a:spcPct val="32000"/>
        </a:spcBef>
        <a:spcAft>
          <a:spcPct val="0"/>
        </a:spcAft>
        <a:buChar char="–"/>
        <a:defRPr sz="4485" kern="1200">
          <a:solidFill>
            <a:schemeClr val="tx1"/>
          </a:solidFill>
          <a:latin typeface="+mn-lt"/>
          <a:ea typeface="+mn-ea"/>
          <a:cs typeface="+mn-cs"/>
        </a:defRPr>
      </a:lvl2pPr>
      <a:lvl3pPr marL="1829435" indent="-365760" algn="l" rtl="0" fontAlgn="base">
        <a:spcBef>
          <a:spcPct val="32000"/>
        </a:spcBef>
        <a:spcAft>
          <a:spcPct val="0"/>
        </a:spcAft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3pPr>
      <a:lvl4pPr marL="2560320" indent="-365760" algn="l" rtl="0" fontAlgn="base">
        <a:spcBef>
          <a:spcPct val="32000"/>
        </a:spcBef>
        <a:spcAft>
          <a:spcPct val="0"/>
        </a:spcAft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91840" indent="-365760" algn="l" rtl="0" fontAlgn="base">
        <a:spcBef>
          <a:spcPct val="32000"/>
        </a:spcBef>
        <a:spcAft>
          <a:spcPct val="0"/>
        </a:spcAft>
        <a:buChar char="»"/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2336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75488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487035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621792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4630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3pPr>
      <a:lvl4pPr marL="21945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8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5pPr>
      <a:lvl6pPr marL="365760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3891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1206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58521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image" Target="../media/image10.png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3.png"/><Relationship Id="rId10" Type="http://schemas.openxmlformats.org/officeDocument/2006/relationships/image" Target="../media/image12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png"/><Relationship Id="rId8" Type="http://schemas.openxmlformats.org/officeDocument/2006/relationships/image" Target="../media/image16.png"/><Relationship Id="rId7" Type="http://schemas.openxmlformats.org/officeDocument/2006/relationships/image" Target="../media/image4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22.png"/><Relationship Id="rId13" Type="http://schemas.openxmlformats.org/officeDocument/2006/relationships/image" Target="../media/image21.png"/><Relationship Id="rId12" Type="http://schemas.openxmlformats.org/officeDocument/2006/relationships/image" Target="../media/image20.png"/><Relationship Id="rId11" Type="http://schemas.openxmlformats.org/officeDocument/2006/relationships/image" Target="../media/image19.png"/><Relationship Id="rId10" Type="http://schemas.openxmlformats.org/officeDocument/2006/relationships/image" Target="../media/image18.png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12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9.png"/><Relationship Id="rId8" Type="http://schemas.openxmlformats.org/officeDocument/2006/relationships/image" Target="../media/image4.png"/><Relationship Id="rId7" Type="http://schemas.openxmlformats.org/officeDocument/2006/relationships/image" Target="../media/image28.png"/><Relationship Id="rId6" Type="http://schemas.openxmlformats.org/officeDocument/2006/relationships/image" Target="../media/image27.png"/><Relationship Id="rId5" Type="http://schemas.openxmlformats.org/officeDocument/2006/relationships/image" Target="../media/image7.png"/><Relationship Id="rId4" Type="http://schemas.openxmlformats.org/officeDocument/2006/relationships/image" Target="../media/image5.png"/><Relationship Id="rId3" Type="http://schemas.openxmlformats.org/officeDocument/2006/relationships/image" Target="../media/image12.png"/><Relationship Id="rId2" Type="http://schemas.openxmlformats.org/officeDocument/2006/relationships/image" Target="../media/image6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3.png"/><Relationship Id="rId8" Type="http://schemas.openxmlformats.org/officeDocument/2006/relationships/image" Target="../media/image32.png"/><Relationship Id="rId7" Type="http://schemas.openxmlformats.org/officeDocument/2006/relationships/image" Target="../media/image12.png"/><Relationship Id="rId6" Type="http://schemas.openxmlformats.org/officeDocument/2006/relationships/image" Target="../media/image31.png"/><Relationship Id="rId5" Type="http://schemas.openxmlformats.org/officeDocument/2006/relationships/image" Target="../media/image4.png"/><Relationship Id="rId4" Type="http://schemas.openxmlformats.org/officeDocument/2006/relationships/image" Target="../media/image30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37.png"/><Relationship Id="rId8" Type="http://schemas.openxmlformats.org/officeDocument/2006/relationships/image" Target="../media/image4.png"/><Relationship Id="rId7" Type="http://schemas.openxmlformats.org/officeDocument/2006/relationships/image" Target="../media/image36.png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34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40.png"/><Relationship Id="rId11" Type="http://schemas.openxmlformats.org/officeDocument/2006/relationships/image" Target="../media/image39.png"/><Relationship Id="rId10" Type="http://schemas.openxmlformats.org/officeDocument/2006/relationships/image" Target="../media/image38.png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34.png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5.png"/><Relationship Id="rId3" Type="http://schemas.openxmlformats.org/officeDocument/2006/relationships/image" Target="../media/image41.png"/><Relationship Id="rId2" Type="http://schemas.openxmlformats.org/officeDocument/2006/relationships/image" Target="../media/image12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34.png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5.png"/><Relationship Id="rId3" Type="http://schemas.openxmlformats.org/officeDocument/2006/relationships/image" Target="../media/image41.png"/><Relationship Id="rId2" Type="http://schemas.openxmlformats.org/officeDocument/2006/relationships/image" Target="../media/image12.png"/><Relationship Id="rId12" Type="http://schemas.openxmlformats.org/officeDocument/2006/relationships/slideLayout" Target="../slideLayouts/slideLayout2.xml"/><Relationship Id="rId11" Type="http://schemas.openxmlformats.org/officeDocument/2006/relationships/image" Target="../media/image44.png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0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8728" y="7523336"/>
            <a:ext cx="1045298" cy="56808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9829" y="3970239"/>
            <a:ext cx="1045298" cy="568084"/>
          </a:xfrm>
          <a:prstGeom prst="rect">
            <a:avLst/>
          </a:prstGeom>
        </p:spPr>
      </p:pic>
      <p:sp>
        <p:nvSpPr>
          <p:cNvPr id="26" name="Rectangles 25"/>
          <p:cNvSpPr/>
          <p:nvPr/>
        </p:nvSpPr>
        <p:spPr>
          <a:xfrm>
            <a:off x="3307304" y="3493025"/>
            <a:ext cx="7150201" cy="3943441"/>
          </a:xfrm>
          <a:prstGeom prst="rect">
            <a:avLst/>
          </a:prstGeom>
          <a:solidFill>
            <a:schemeClr val="accent5">
              <a:alpha val="16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80" name="Rectangles 79"/>
          <p:cNvSpPr/>
          <p:nvPr/>
        </p:nvSpPr>
        <p:spPr>
          <a:xfrm>
            <a:off x="6835255" y="4209131"/>
            <a:ext cx="1625383" cy="260209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3" name="Rectangles 2"/>
          <p:cNvSpPr/>
          <p:nvPr/>
        </p:nvSpPr>
        <p:spPr>
          <a:xfrm>
            <a:off x="3502477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App</a:t>
            </a:r>
            <a:endParaRPr lang="en-US" sz="1620"/>
          </a:p>
        </p:txBody>
      </p:sp>
      <p:sp>
        <p:nvSpPr>
          <p:cNvPr id="59" name="Rectangles 58"/>
          <p:cNvSpPr/>
          <p:nvPr/>
        </p:nvSpPr>
        <p:spPr>
          <a:xfrm>
            <a:off x="7082149" y="5657346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0" name="Rectangles 59"/>
          <p:cNvSpPr/>
          <p:nvPr/>
        </p:nvSpPr>
        <p:spPr>
          <a:xfrm>
            <a:off x="7082149" y="5048112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1" name="Rectangles 60"/>
          <p:cNvSpPr/>
          <p:nvPr/>
        </p:nvSpPr>
        <p:spPr>
          <a:xfrm>
            <a:off x="7082149" y="44388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/>
              <a:t>CProcess</a:t>
            </a:r>
            <a:endParaRPr lang="en-US" sz="1260"/>
          </a:p>
        </p:txBody>
      </p:sp>
      <p:sp>
        <p:nvSpPr>
          <p:cNvPr id="62" name="Rectangles 61"/>
          <p:cNvSpPr/>
          <p:nvPr/>
        </p:nvSpPr>
        <p:spPr>
          <a:xfrm>
            <a:off x="7082149" y="62665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cxnSp>
        <p:nvCxnSpPr>
          <p:cNvPr id="63" name="Straight Connector 62"/>
          <p:cNvCxnSpPr>
            <a:stCxn id="9" idx="1"/>
            <a:endCxn id="61" idx="1"/>
          </p:cNvCxnSpPr>
          <p:nvPr/>
        </p:nvCxnSpPr>
        <p:spPr>
          <a:xfrm flipV="1">
            <a:off x="5057278" y="4596046"/>
            <a:ext cx="2024871" cy="868700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Connector 63"/>
          <p:cNvCxnSpPr>
            <a:stCxn id="9" idx="1"/>
            <a:endCxn id="60" idx="1"/>
          </p:cNvCxnSpPr>
          <p:nvPr/>
        </p:nvCxnSpPr>
        <p:spPr>
          <a:xfrm flipV="1">
            <a:off x="5057278" y="5205279"/>
            <a:ext cx="2024871" cy="259467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/>
          <p:cNvCxnSpPr>
            <a:stCxn id="9" idx="1"/>
            <a:endCxn id="59" idx="1"/>
          </p:cNvCxnSpPr>
          <p:nvPr/>
        </p:nvCxnSpPr>
        <p:spPr>
          <a:xfrm>
            <a:off x="5057278" y="5464746"/>
            <a:ext cx="2024871" cy="34976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stCxn id="9" idx="1"/>
            <a:endCxn id="62" idx="1"/>
          </p:cNvCxnSpPr>
          <p:nvPr/>
        </p:nvCxnSpPr>
        <p:spPr>
          <a:xfrm>
            <a:off x="5057278" y="5464746"/>
            <a:ext cx="2024871" cy="958999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7" name="Straight Connector 66"/>
          <p:cNvCxnSpPr>
            <a:stCxn id="6" idx="3"/>
            <a:endCxn id="18" idx="1"/>
          </p:cNvCxnSpPr>
          <p:nvPr/>
        </p:nvCxnSpPr>
        <p:spPr>
          <a:xfrm>
            <a:off x="10251189" y="4068539"/>
            <a:ext cx="368626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s 8"/>
          <p:cNvSpPr/>
          <p:nvPr/>
        </p:nvSpPr>
        <p:spPr>
          <a:xfrm>
            <a:off x="5057278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CMain</a:t>
            </a:r>
            <a:endParaRPr lang="en-US" sz="1620"/>
          </a:p>
        </p:txBody>
      </p:sp>
      <p:sp>
        <p:nvSpPr>
          <p:cNvPr id="23" name="Down Arrow 22"/>
          <p:cNvSpPr/>
          <p:nvPr/>
        </p:nvSpPr>
        <p:spPr>
          <a:xfrm rot="16200000">
            <a:off x="4796668" y="5256715"/>
            <a:ext cx="153166" cy="480643"/>
          </a:xfrm>
          <a:prstGeom prst="downArrow">
            <a:avLst>
              <a:gd name="adj1" fmla="val 50000"/>
              <a:gd name="adj2" fmla="val 857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 b="1"/>
          </a:p>
        </p:txBody>
      </p:sp>
      <p:cxnSp>
        <p:nvCxnSpPr>
          <p:cNvPr id="7" name="Straight Connector 6"/>
          <p:cNvCxnSpPr>
            <a:endCxn id="6" idx="0"/>
          </p:cNvCxnSpPr>
          <p:nvPr/>
        </p:nvCxnSpPr>
        <p:spPr>
          <a:xfrm flipV="1">
            <a:off x="8258323" y="3813644"/>
            <a:ext cx="1399636" cy="100986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endCxn id="6" idx="0"/>
          </p:cNvCxnSpPr>
          <p:nvPr/>
        </p:nvCxnSpPr>
        <p:spPr>
          <a:xfrm flipV="1">
            <a:off x="8253179" y="3813644"/>
            <a:ext cx="1404779" cy="156880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endCxn id="6" idx="0"/>
          </p:cNvCxnSpPr>
          <p:nvPr/>
        </p:nvCxnSpPr>
        <p:spPr>
          <a:xfrm flipV="1">
            <a:off x="8236034" y="3813644"/>
            <a:ext cx="1421925" cy="23837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endCxn id="6" idx="0"/>
          </p:cNvCxnSpPr>
          <p:nvPr/>
        </p:nvCxnSpPr>
        <p:spPr>
          <a:xfrm flipV="1">
            <a:off x="8252608" y="3813644"/>
            <a:ext cx="1405351" cy="29575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s 5"/>
          <p:cNvSpPr/>
          <p:nvPr/>
        </p:nvSpPr>
        <p:spPr>
          <a:xfrm>
            <a:off x="9064156" y="3813644"/>
            <a:ext cx="1187033" cy="509218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API/WSS</a:t>
            </a:r>
            <a:endParaRPr lang="en-US" sz="1260"/>
          </a:p>
        </p:txBody>
      </p:sp>
      <p:cxnSp>
        <p:nvCxnSpPr>
          <p:cNvPr id="15" name="Elbow Connector 14"/>
          <p:cNvCxnSpPr>
            <a:stCxn id="6" idx="1"/>
            <a:endCxn id="9" idx="0"/>
          </p:cNvCxnSpPr>
          <p:nvPr/>
        </p:nvCxnSpPr>
        <p:spPr>
          <a:xfrm rot="10800000" flipV="1">
            <a:off x="5651080" y="4068539"/>
            <a:ext cx="3413076" cy="1021865"/>
          </a:xfrm>
          <a:prstGeom prst="bentConnector2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stCxn id="6" idx="2"/>
            <a:endCxn id="14" idx="0"/>
          </p:cNvCxnSpPr>
          <p:nvPr/>
        </p:nvCxnSpPr>
        <p:spPr>
          <a:xfrm>
            <a:off x="9657959" y="4322862"/>
            <a:ext cx="5144" cy="39205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Straight Connector 88"/>
          <p:cNvCxnSpPr>
            <a:endCxn id="88" idx="1"/>
          </p:cNvCxnSpPr>
          <p:nvPr/>
        </p:nvCxnSpPr>
        <p:spPr>
          <a:xfrm>
            <a:off x="8246893" y="4835510"/>
            <a:ext cx="1099591" cy="1344770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>
            <a:endCxn id="88" idx="1"/>
          </p:cNvCxnSpPr>
          <p:nvPr/>
        </p:nvCxnSpPr>
        <p:spPr>
          <a:xfrm>
            <a:off x="8242892" y="5382448"/>
            <a:ext cx="1103592" cy="797832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endCxn id="88" idx="1"/>
          </p:cNvCxnSpPr>
          <p:nvPr/>
        </p:nvCxnSpPr>
        <p:spPr>
          <a:xfrm>
            <a:off x="8246893" y="5961962"/>
            <a:ext cx="1099591" cy="21831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endCxn id="88" idx="1"/>
          </p:cNvCxnSpPr>
          <p:nvPr/>
        </p:nvCxnSpPr>
        <p:spPr>
          <a:xfrm flipV="1">
            <a:off x="8246893" y="6180280"/>
            <a:ext cx="1099591" cy="42234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s 92"/>
          <p:cNvSpPr/>
          <p:nvPr/>
        </p:nvSpPr>
        <p:spPr>
          <a:xfrm>
            <a:off x="9063013" y="6811802"/>
            <a:ext cx="1187033" cy="449781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Update</a:t>
            </a:r>
            <a:endParaRPr lang="en-US" sz="1260"/>
          </a:p>
        </p:txBody>
      </p:sp>
      <p:sp>
        <p:nvSpPr>
          <p:cNvPr id="88" name="Diamond 87"/>
          <p:cNvSpPr/>
          <p:nvPr/>
        </p:nvSpPr>
        <p:spPr>
          <a:xfrm>
            <a:off x="9346484" y="5892809"/>
            <a:ext cx="637809" cy="574371"/>
          </a:xfrm>
          <a:prstGeom prst="diamond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620" b="1"/>
              <a:t>?</a:t>
            </a:r>
            <a:endParaRPr lang="en-US" sz="1620" b="1"/>
          </a:p>
        </p:txBody>
      </p:sp>
      <p:cxnSp>
        <p:nvCxnSpPr>
          <p:cNvPr id="98" name="Straight Connector 97"/>
          <p:cNvCxnSpPr>
            <a:stCxn id="14" idx="2"/>
            <a:endCxn id="88" idx="0"/>
          </p:cNvCxnSpPr>
          <p:nvPr/>
        </p:nvCxnSpPr>
        <p:spPr>
          <a:xfrm>
            <a:off x="9663102" y="5613911"/>
            <a:ext cx="2286" cy="27889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H="1">
            <a:off x="10276907" y="4194843"/>
            <a:ext cx="433207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88" idx="2"/>
            <a:endCxn id="93" idx="0"/>
          </p:cNvCxnSpPr>
          <p:nvPr/>
        </p:nvCxnSpPr>
        <p:spPr>
          <a:xfrm flipH="1">
            <a:off x="9656815" y="6467180"/>
            <a:ext cx="8573" cy="344622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4" name="Picture 23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4623478"/>
            <a:ext cx="338907" cy="310332"/>
          </a:xfrm>
          <a:prstGeom prst="rect">
            <a:avLst/>
          </a:prstGeom>
        </p:spPr>
      </p:pic>
      <p:pic>
        <p:nvPicPr>
          <p:cNvPr id="81" name="Picture 80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215566"/>
            <a:ext cx="338907" cy="310332"/>
          </a:xfrm>
          <a:prstGeom prst="rect">
            <a:avLst/>
          </a:prstGeom>
        </p:spPr>
      </p:pic>
      <p:pic>
        <p:nvPicPr>
          <p:cNvPr id="82" name="Picture 8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814512"/>
            <a:ext cx="338907" cy="310332"/>
          </a:xfrm>
          <a:prstGeom prst="rect">
            <a:avLst/>
          </a:prstGeom>
        </p:spPr>
      </p:pic>
      <p:pic>
        <p:nvPicPr>
          <p:cNvPr id="83" name="Picture 82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6431174"/>
            <a:ext cx="338907" cy="310332"/>
          </a:xfrm>
          <a:prstGeom prst="rect">
            <a:avLst/>
          </a:prstGeom>
        </p:spPr>
      </p:pic>
      <p:sp>
        <p:nvSpPr>
          <p:cNvPr id="103" name="Rectangles 102"/>
          <p:cNvSpPr/>
          <p:nvPr/>
        </p:nvSpPr>
        <p:spPr>
          <a:xfrm>
            <a:off x="5061850" y="6811802"/>
            <a:ext cx="1187033" cy="469784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Order API</a:t>
            </a:r>
            <a:endParaRPr lang="en-US" sz="1260"/>
          </a:p>
        </p:txBody>
      </p:sp>
      <p:cxnSp>
        <p:nvCxnSpPr>
          <p:cNvPr id="106" name="Straight Connector 105"/>
          <p:cNvCxnSpPr/>
          <p:nvPr/>
        </p:nvCxnSpPr>
        <p:spPr>
          <a:xfrm flipH="1">
            <a:off x="5811104" y="7254153"/>
            <a:ext cx="1143" cy="321762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12088587" y="2953630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Thread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grpSp>
        <p:nvGrpSpPr>
          <p:cNvPr id="4" name="Group 3"/>
          <p:cNvGrpSpPr/>
          <p:nvPr/>
        </p:nvGrpSpPr>
        <p:grpSpPr>
          <a:xfrm>
            <a:off x="5170437" y="7509048"/>
            <a:ext cx="363482" cy="286900"/>
            <a:chOff x="12459" y="1283"/>
            <a:chExt cx="636" cy="502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grpSp>
        <p:nvGrpSpPr>
          <p:cNvPr id="17" name="Group 16"/>
          <p:cNvGrpSpPr/>
          <p:nvPr/>
        </p:nvGrpSpPr>
        <p:grpSpPr>
          <a:xfrm>
            <a:off x="10619815" y="3971953"/>
            <a:ext cx="363482" cy="286900"/>
            <a:chOff x="12459" y="1283"/>
            <a:chExt cx="636" cy="502"/>
          </a:xfrm>
        </p:grpSpPr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9" name="Picture 1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20" name="Picture 1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28" name="Straight Connector 27"/>
          <p:cNvCxnSpPr>
            <a:stCxn id="93" idx="1"/>
            <a:endCxn id="103" idx="3"/>
          </p:cNvCxnSpPr>
          <p:nvPr/>
        </p:nvCxnSpPr>
        <p:spPr>
          <a:xfrm flipH="1">
            <a:off x="6248883" y="7036978"/>
            <a:ext cx="2814131" cy="971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stCxn id="103" idx="0"/>
          </p:cNvCxnSpPr>
          <p:nvPr/>
        </p:nvCxnSpPr>
        <p:spPr>
          <a:xfrm flipH="1" flipV="1">
            <a:off x="5648794" y="5828799"/>
            <a:ext cx="6858" cy="983003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33" name="Picture 3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3561" y="4322862"/>
            <a:ext cx="252609" cy="244608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3561" y="4917236"/>
            <a:ext cx="248608" cy="240607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3561" y="5491035"/>
            <a:ext cx="256038" cy="248608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73561" y="6092839"/>
            <a:ext cx="275469" cy="250894"/>
          </a:xfrm>
          <a:prstGeom prst="rect">
            <a:avLst/>
          </a:prstGeom>
        </p:spPr>
      </p:pic>
      <p:grpSp>
        <p:nvGrpSpPr>
          <p:cNvPr id="42" name="Group 41"/>
          <p:cNvGrpSpPr/>
          <p:nvPr/>
        </p:nvGrpSpPr>
        <p:grpSpPr>
          <a:xfrm>
            <a:off x="9222466" y="4684630"/>
            <a:ext cx="427492" cy="333764"/>
            <a:chOff x="16290" y="4518"/>
            <a:chExt cx="748" cy="584"/>
          </a:xfrm>
        </p:grpSpPr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8" name="Oval 37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1" name="Picture 40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105" name="Straight Connector 104"/>
          <p:cNvCxnSpPr/>
          <p:nvPr/>
        </p:nvCxnSpPr>
        <p:spPr>
          <a:xfrm flipH="1" flipV="1">
            <a:off x="5549351" y="7273013"/>
            <a:ext cx="5144" cy="31776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269044" y="4714920"/>
            <a:ext cx="786974" cy="8989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s 36"/>
          <p:cNvSpPr/>
          <p:nvPr/>
        </p:nvSpPr>
        <p:spPr>
          <a:xfrm>
            <a:off x="5204157" y="4058823"/>
            <a:ext cx="882988" cy="3852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App</a:t>
            </a:r>
            <a:endParaRPr lang="en-US" sz="1080"/>
          </a:p>
        </p:txBody>
      </p:sp>
      <p:sp>
        <p:nvSpPr>
          <p:cNvPr id="44" name="Flowchart: Terminator 43"/>
          <p:cNvSpPr/>
          <p:nvPr/>
        </p:nvSpPr>
        <p:spPr>
          <a:xfrm>
            <a:off x="5290455" y="3541604"/>
            <a:ext cx="716677" cy="192028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810">
                <a:solidFill>
                  <a:schemeClr val="tx1">
                    <a:lumMod val="75000"/>
                    <a:lumOff val="25000"/>
                  </a:schemeClr>
                </a:solidFill>
              </a:rPr>
              <a:t>Start</a:t>
            </a:r>
            <a:endParaRPr lang="en-US" sz="81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3" name="Straight Arrow Connector 52"/>
          <p:cNvCxnSpPr>
            <a:stCxn id="44" idx="2"/>
            <a:endCxn id="37" idx="0"/>
          </p:cNvCxnSpPr>
          <p:nvPr/>
        </p:nvCxnSpPr>
        <p:spPr>
          <a:xfrm flipH="1">
            <a:off x="5645936" y="3733632"/>
            <a:ext cx="2858" cy="32519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4" name="Rectangles 53"/>
          <p:cNvSpPr/>
          <p:nvPr/>
        </p:nvSpPr>
        <p:spPr>
          <a:xfrm>
            <a:off x="5207586" y="459204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CMain</a:t>
            </a:r>
            <a:endParaRPr lang="en-US" sz="1080"/>
          </a:p>
        </p:txBody>
      </p:sp>
      <p:sp>
        <p:nvSpPr>
          <p:cNvPr id="55" name="Rectangles 54"/>
          <p:cNvSpPr/>
          <p:nvPr/>
        </p:nvSpPr>
        <p:spPr>
          <a:xfrm>
            <a:off x="6863259" y="4592045"/>
            <a:ext cx="822979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CProcess</a:t>
            </a:r>
            <a:endParaRPr lang="en-US" sz="1080"/>
          </a:p>
        </p:txBody>
      </p:sp>
      <p:cxnSp>
        <p:nvCxnSpPr>
          <p:cNvPr id="56" name="Straight Arrow Connector 55"/>
          <p:cNvCxnSpPr>
            <a:stCxn id="54" idx="3"/>
            <a:endCxn id="55" idx="1"/>
          </p:cNvCxnSpPr>
          <p:nvPr/>
        </p:nvCxnSpPr>
        <p:spPr>
          <a:xfrm>
            <a:off x="6090573" y="4756641"/>
            <a:ext cx="772686" cy="0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3" name="Rectangles 62"/>
          <p:cNvSpPr/>
          <p:nvPr/>
        </p:nvSpPr>
        <p:spPr>
          <a:xfrm>
            <a:off x="5207586" y="4934381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4" name="Rectangles 63"/>
          <p:cNvSpPr/>
          <p:nvPr/>
        </p:nvSpPr>
        <p:spPr>
          <a:xfrm>
            <a:off x="5647651" y="5277861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5" name="Rectangles 64"/>
          <p:cNvSpPr/>
          <p:nvPr/>
        </p:nvSpPr>
        <p:spPr>
          <a:xfrm>
            <a:off x="5201299" y="562305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7" name="Rectangles 66"/>
          <p:cNvSpPr/>
          <p:nvPr/>
        </p:nvSpPr>
        <p:spPr>
          <a:xfrm>
            <a:off x="6866117" y="4938382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68" name="Rectangles 67"/>
          <p:cNvSpPr/>
          <p:nvPr/>
        </p:nvSpPr>
        <p:spPr>
          <a:xfrm>
            <a:off x="6868403" y="5284147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9" name="Rectangles 68"/>
          <p:cNvSpPr/>
          <p:nvPr/>
        </p:nvSpPr>
        <p:spPr>
          <a:xfrm>
            <a:off x="6868403" y="5629913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74" name="Rectangles 73"/>
          <p:cNvSpPr/>
          <p:nvPr/>
        </p:nvSpPr>
        <p:spPr>
          <a:xfrm>
            <a:off x="6868403" y="5975678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76" name="Straight Arrow Connector 75"/>
          <p:cNvCxnSpPr>
            <a:stCxn id="67" idx="1"/>
            <a:endCxn id="63" idx="3"/>
          </p:cNvCxnSpPr>
          <p:nvPr/>
        </p:nvCxnSpPr>
        <p:spPr>
          <a:xfrm flipH="1" flipV="1">
            <a:off x="6090573" y="5098977"/>
            <a:ext cx="775543" cy="400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4" idx="3"/>
            <a:endCxn id="68" idx="1"/>
          </p:cNvCxnSpPr>
          <p:nvPr/>
        </p:nvCxnSpPr>
        <p:spPr>
          <a:xfrm>
            <a:off x="6086001" y="5442457"/>
            <a:ext cx="782401" cy="6287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1" name="Rectangles 80"/>
          <p:cNvSpPr/>
          <p:nvPr/>
        </p:nvSpPr>
        <p:spPr>
          <a:xfrm>
            <a:off x="5192726" y="6323730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sp>
        <p:nvSpPr>
          <p:cNvPr id="86" name="Rectangles 85"/>
          <p:cNvSpPr/>
          <p:nvPr/>
        </p:nvSpPr>
        <p:spPr>
          <a:xfrm>
            <a:off x="5196155" y="7016404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87" name="Rectangles 86"/>
          <p:cNvSpPr/>
          <p:nvPr/>
        </p:nvSpPr>
        <p:spPr>
          <a:xfrm>
            <a:off x="6863259" y="6321444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api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89" name="Rectangles 88"/>
          <p:cNvSpPr/>
          <p:nvPr/>
        </p:nvSpPr>
        <p:spPr>
          <a:xfrm>
            <a:off x="6868403" y="7018690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update</a:t>
            </a:r>
            <a:endParaRPr lang="en-US" sz="540">
              <a:solidFill>
                <a:schemeClr val="tx1"/>
              </a:solidFill>
            </a:endParaRPr>
          </a:p>
        </p:txBody>
      </p:sp>
      <p:cxnSp>
        <p:nvCxnSpPr>
          <p:cNvPr id="90" name="Straight Arrow Connector 89"/>
          <p:cNvCxnSpPr>
            <a:stCxn id="87" idx="1"/>
            <a:endCxn id="81" idx="3"/>
          </p:cNvCxnSpPr>
          <p:nvPr/>
        </p:nvCxnSpPr>
        <p:spPr>
          <a:xfrm flipH="1">
            <a:off x="6075714" y="6486040"/>
            <a:ext cx="787545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2" name="Rectangles 101"/>
          <p:cNvSpPr/>
          <p:nvPr/>
        </p:nvSpPr>
        <p:spPr>
          <a:xfrm>
            <a:off x="5197870" y="5277861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03" name="Straight Arrow Connector 102"/>
          <p:cNvCxnSpPr>
            <a:stCxn id="69" idx="1"/>
            <a:endCxn id="65" idx="3"/>
          </p:cNvCxnSpPr>
          <p:nvPr/>
        </p:nvCxnSpPr>
        <p:spPr>
          <a:xfrm flipH="1" flipV="1">
            <a:off x="6084287" y="5787651"/>
            <a:ext cx="784116" cy="6858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5" name="Rectangles 104"/>
          <p:cNvSpPr/>
          <p:nvPr/>
        </p:nvSpPr>
        <p:spPr>
          <a:xfrm>
            <a:off x="5193298" y="5971106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07" name="Rectangles 106"/>
          <p:cNvSpPr/>
          <p:nvPr/>
        </p:nvSpPr>
        <p:spPr>
          <a:xfrm>
            <a:off x="5645365" y="5971106"/>
            <a:ext cx="43092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10" name="Straight Arrow Connector 109"/>
          <p:cNvCxnSpPr>
            <a:stCxn id="107" idx="3"/>
            <a:endCxn id="74" idx="1"/>
          </p:cNvCxnSpPr>
          <p:nvPr/>
        </p:nvCxnSpPr>
        <p:spPr>
          <a:xfrm>
            <a:off x="6076286" y="6135702"/>
            <a:ext cx="792117" cy="4572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12" name="Rectangles 111"/>
          <p:cNvSpPr/>
          <p:nvPr/>
        </p:nvSpPr>
        <p:spPr>
          <a:xfrm>
            <a:off x="5187011" y="7361026"/>
            <a:ext cx="882988" cy="3291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/>
              <a:t>Ready</a:t>
            </a:r>
            <a:endParaRPr lang="en-US" sz="540"/>
          </a:p>
        </p:txBody>
      </p:sp>
      <p:sp>
        <p:nvSpPr>
          <p:cNvPr id="113" name="Rectangles 112"/>
          <p:cNvSpPr/>
          <p:nvPr/>
        </p:nvSpPr>
        <p:spPr>
          <a:xfrm>
            <a:off x="6866117" y="6667209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14" name="Rectangles 113"/>
          <p:cNvSpPr/>
          <p:nvPr/>
        </p:nvSpPr>
        <p:spPr>
          <a:xfrm>
            <a:off x="5187011" y="6668352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wait</a:t>
            </a:r>
            <a:endParaRPr lang="en-US" sz="540"/>
          </a:p>
        </p:txBody>
      </p:sp>
      <p:sp>
        <p:nvSpPr>
          <p:cNvPr id="115" name="Rectangles 114"/>
          <p:cNvSpPr/>
          <p:nvPr/>
        </p:nvSpPr>
        <p:spPr>
          <a:xfrm>
            <a:off x="5634506" y="6668352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cxnSp>
        <p:nvCxnSpPr>
          <p:cNvPr id="116" name="Straight Arrow Connector 115"/>
          <p:cNvCxnSpPr>
            <a:stCxn id="115" idx="3"/>
            <a:endCxn id="113" idx="1"/>
          </p:cNvCxnSpPr>
          <p:nvPr/>
        </p:nvCxnSpPr>
        <p:spPr>
          <a:xfrm flipV="1">
            <a:off x="6072857" y="6831805"/>
            <a:ext cx="793260" cy="1143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>
            <a:stCxn id="89" idx="1"/>
            <a:endCxn id="86" idx="3"/>
          </p:cNvCxnSpPr>
          <p:nvPr/>
        </p:nvCxnSpPr>
        <p:spPr>
          <a:xfrm flipH="1" flipV="1">
            <a:off x="6079143" y="7181000"/>
            <a:ext cx="789260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121" name="Group 120"/>
          <p:cNvGrpSpPr/>
          <p:nvPr/>
        </p:nvGrpSpPr>
        <p:grpSpPr>
          <a:xfrm>
            <a:off x="3614779" y="4880088"/>
            <a:ext cx="1060157" cy="279470"/>
            <a:chOff x="13651" y="855"/>
            <a:chExt cx="1855" cy="489"/>
          </a:xfrm>
        </p:grpSpPr>
        <p:sp>
          <p:nvSpPr>
            <p:cNvPr id="122" name="Rectangles 121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Initialize</a:t>
              </a:r>
              <a:endParaRPr lang="en-US" sz="720"/>
            </a:p>
          </p:txBody>
        </p:sp>
        <p:sp>
          <p:nvSpPr>
            <p:cNvPr id="125" name="Rectangles 124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</p:grpSp>
      <p:cxnSp>
        <p:nvCxnSpPr>
          <p:cNvPr id="137" name="Elbow Connector 136"/>
          <p:cNvCxnSpPr>
            <a:endCxn id="89" idx="3"/>
          </p:cNvCxnSpPr>
          <p:nvPr/>
        </p:nvCxnSpPr>
        <p:spPr>
          <a:xfrm rot="5400000">
            <a:off x="7981997" y="6614345"/>
            <a:ext cx="278327" cy="859556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/>
          <p:cNvCxnSpPr>
            <a:stCxn id="63" idx="1"/>
            <a:endCxn id="125" idx="3"/>
          </p:cNvCxnSpPr>
          <p:nvPr/>
        </p:nvCxnSpPr>
        <p:spPr>
          <a:xfrm flipH="1" flipV="1">
            <a:off x="4674935" y="5094977"/>
            <a:ext cx="532650" cy="400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Elbow Connector 153"/>
          <p:cNvCxnSpPr>
            <a:stCxn id="125" idx="2"/>
            <a:endCxn id="102" idx="1"/>
          </p:cNvCxnSpPr>
          <p:nvPr/>
        </p:nvCxnSpPr>
        <p:spPr>
          <a:xfrm rot="5400000" flipV="1">
            <a:off x="4530057" y="4774644"/>
            <a:ext cx="282899" cy="1052727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/>
          <p:cNvCxnSpPr>
            <a:stCxn id="74" idx="3"/>
          </p:cNvCxnSpPr>
          <p:nvPr/>
        </p:nvCxnSpPr>
        <p:spPr>
          <a:xfrm>
            <a:off x="7691382" y="6140274"/>
            <a:ext cx="374341" cy="457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7" name="Group 156"/>
          <p:cNvGrpSpPr/>
          <p:nvPr/>
        </p:nvGrpSpPr>
        <p:grpSpPr>
          <a:xfrm>
            <a:off x="8065723" y="5929957"/>
            <a:ext cx="1060157" cy="279470"/>
            <a:chOff x="13651" y="855"/>
            <a:chExt cx="1855" cy="489"/>
          </a:xfrm>
        </p:grpSpPr>
        <p:sp>
          <p:nvSpPr>
            <p:cNvPr id="158" name="Rectangles 157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API</a:t>
              </a:r>
              <a:endParaRPr lang="en-US" sz="720"/>
            </a:p>
          </p:txBody>
        </p:sp>
        <p:sp>
          <p:nvSpPr>
            <p:cNvPr id="159" name="Rectangles 158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Load Candles</a:t>
              </a:r>
              <a:endParaRPr lang="en-US" sz="720"/>
            </a:p>
          </p:txBody>
        </p:sp>
      </p:grpSp>
      <p:sp>
        <p:nvSpPr>
          <p:cNvPr id="57" name="Flowchart: Terminator 56"/>
          <p:cNvSpPr/>
          <p:nvPr/>
        </p:nvSpPr>
        <p:spPr>
          <a:xfrm>
            <a:off x="6242596" y="471892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8" name="Flowchart: Terminator 77"/>
          <p:cNvSpPr/>
          <p:nvPr/>
        </p:nvSpPr>
        <p:spPr>
          <a:xfrm>
            <a:off x="6260884" y="501839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0" name="Flowchart: Terminator 79"/>
          <p:cNvSpPr/>
          <p:nvPr/>
        </p:nvSpPr>
        <p:spPr>
          <a:xfrm>
            <a:off x="6271172" y="5707639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1" name="Flowchart: Terminator 90"/>
          <p:cNvSpPr/>
          <p:nvPr/>
        </p:nvSpPr>
        <p:spPr>
          <a:xfrm>
            <a:off x="6271172" y="641688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4" name="Flowchart: Terminator 103"/>
          <p:cNvSpPr/>
          <p:nvPr/>
        </p:nvSpPr>
        <p:spPr>
          <a:xfrm>
            <a:off x="6266600" y="539673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1" name="Flowchart: Terminator 110"/>
          <p:cNvSpPr/>
          <p:nvPr/>
        </p:nvSpPr>
        <p:spPr>
          <a:xfrm>
            <a:off x="6271172" y="607226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7" name="Flowchart: Terminator 116"/>
          <p:cNvSpPr/>
          <p:nvPr/>
        </p:nvSpPr>
        <p:spPr>
          <a:xfrm>
            <a:off x="6254598" y="676436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9" name="Flowchart: Terminator 118"/>
          <p:cNvSpPr/>
          <p:nvPr/>
        </p:nvSpPr>
        <p:spPr>
          <a:xfrm>
            <a:off x="6271172" y="711356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60" name="Group 159"/>
          <p:cNvGrpSpPr/>
          <p:nvPr/>
        </p:nvGrpSpPr>
        <p:grpSpPr>
          <a:xfrm>
            <a:off x="8020573" y="6619774"/>
            <a:ext cx="1060157" cy="279470"/>
            <a:chOff x="13651" y="855"/>
            <a:chExt cx="1855" cy="489"/>
          </a:xfrm>
        </p:grpSpPr>
        <p:sp>
          <p:nvSpPr>
            <p:cNvPr id="161" name="Rectangles 160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2" name="Rectangles 161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Fractal</a:t>
              </a:r>
              <a:endParaRPr lang="en-US" sz="720"/>
            </a:p>
          </p:txBody>
        </p:sp>
      </p:grpSp>
      <p:cxnSp>
        <p:nvCxnSpPr>
          <p:cNvPr id="163" name="Elbow Connector 162"/>
          <p:cNvCxnSpPr>
            <a:endCxn id="87" idx="3"/>
          </p:cNvCxnSpPr>
          <p:nvPr/>
        </p:nvCxnSpPr>
        <p:spPr>
          <a:xfrm rot="5400000">
            <a:off x="8002856" y="5892809"/>
            <a:ext cx="276612" cy="909849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/>
          <p:cNvCxnSpPr>
            <a:stCxn id="113" idx="3"/>
          </p:cNvCxnSpPr>
          <p:nvPr/>
        </p:nvCxnSpPr>
        <p:spPr>
          <a:xfrm>
            <a:off x="7689096" y="6831805"/>
            <a:ext cx="325762" cy="285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5" name="Group 164"/>
          <p:cNvGrpSpPr/>
          <p:nvPr/>
        </p:nvGrpSpPr>
        <p:grpSpPr>
          <a:xfrm>
            <a:off x="3614779" y="6968397"/>
            <a:ext cx="1060157" cy="279470"/>
            <a:chOff x="13651" y="855"/>
            <a:chExt cx="1855" cy="489"/>
          </a:xfrm>
        </p:grpSpPr>
        <p:sp>
          <p:nvSpPr>
            <p:cNvPr id="166" name="Rectangles 165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7" name="Rectangles 166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Orders</a:t>
              </a:r>
              <a:endParaRPr lang="en-US" sz="720"/>
            </a:p>
          </p:txBody>
        </p:sp>
      </p:grpSp>
      <p:cxnSp>
        <p:nvCxnSpPr>
          <p:cNvPr id="168" name="Straight Arrow Connector 167"/>
          <p:cNvCxnSpPr>
            <a:stCxn id="86" idx="1"/>
            <a:endCxn id="167" idx="3"/>
          </p:cNvCxnSpPr>
          <p:nvPr/>
        </p:nvCxnSpPr>
        <p:spPr>
          <a:xfrm flipH="1">
            <a:off x="4674935" y="7181000"/>
            <a:ext cx="521220" cy="228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Elbow Connector 168"/>
          <p:cNvCxnSpPr>
            <a:stCxn id="167" idx="2"/>
            <a:endCxn id="112" idx="1"/>
          </p:cNvCxnSpPr>
          <p:nvPr/>
        </p:nvCxnSpPr>
        <p:spPr>
          <a:xfrm rot="5400000" flipV="1">
            <a:off x="4527200" y="6865810"/>
            <a:ext cx="277755" cy="1041868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8358212" y="3109714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Internal IPC Flow 06/05/2025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nip Diagonal Corner Rectangle 1"/>
          <p:cNvSpPr/>
          <p:nvPr/>
        </p:nvSpPr>
        <p:spPr>
          <a:xfrm>
            <a:off x="2270760" y="3138170"/>
            <a:ext cx="4193540" cy="2085340"/>
          </a:xfrm>
          <a:prstGeom prst="snip2Diag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320" name="Group 319"/>
          <p:cNvGrpSpPr/>
          <p:nvPr/>
        </p:nvGrpSpPr>
        <p:grpSpPr>
          <a:xfrm rot="0">
            <a:off x="6554470" y="3437890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sp>
        <p:nvSpPr>
          <p:cNvPr id="296" name="Oval 295"/>
          <p:cNvSpPr/>
          <p:nvPr/>
        </p:nvSpPr>
        <p:spPr>
          <a:xfrm>
            <a:off x="7157720" y="5478780"/>
            <a:ext cx="76200" cy="76200"/>
          </a:xfrm>
          <a:prstGeom prst="ellipse">
            <a:avLst/>
          </a:prstGeom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155" name="Oval 154"/>
          <p:cNvSpPr/>
          <p:nvPr/>
        </p:nvSpPr>
        <p:spPr>
          <a:xfrm>
            <a:off x="4283267" y="234050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56" name="Straight Arrow Connector 155"/>
          <p:cNvCxnSpPr>
            <a:stCxn id="155" idx="4"/>
            <a:endCxn id="340" idx="0"/>
          </p:cNvCxnSpPr>
          <p:nvPr/>
        </p:nvCxnSpPr>
        <p:spPr>
          <a:xfrm flipH="1">
            <a:off x="4410710" y="2614930"/>
            <a:ext cx="8255" cy="21653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9953788" y="408949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2" name="Straight Arrow Connector 231"/>
          <p:cNvCxnSpPr>
            <a:stCxn id="231" idx="4"/>
            <a:endCxn id="223" idx="0"/>
          </p:cNvCxnSpPr>
          <p:nvPr/>
        </p:nvCxnSpPr>
        <p:spPr>
          <a:xfrm flipH="1">
            <a:off x="10087610" y="4363720"/>
            <a:ext cx="1905" cy="2178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8585078" y="469548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5" name="Straight Arrow Connector 234"/>
          <p:cNvCxnSpPr>
            <a:endCxn id="233" idx="3"/>
          </p:cNvCxnSpPr>
          <p:nvPr/>
        </p:nvCxnSpPr>
        <p:spPr>
          <a:xfrm flipH="1" flipV="1">
            <a:off x="9250263" y="4939524"/>
            <a:ext cx="2921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8087238" y="4939460"/>
            <a:ext cx="49784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Elbow Connector 238"/>
          <p:cNvCxnSpPr>
            <a:stCxn id="233" idx="2"/>
            <a:endCxn id="243" idx="3"/>
          </p:cNvCxnSpPr>
          <p:nvPr/>
        </p:nvCxnSpPr>
        <p:spPr>
          <a:xfrm rot="5400000">
            <a:off x="8455978" y="4815523"/>
            <a:ext cx="93345" cy="83058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8304020" y="486008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42" name="Oval 241"/>
          <p:cNvSpPr/>
          <p:nvPr/>
        </p:nvSpPr>
        <p:spPr>
          <a:xfrm>
            <a:off x="8304020" y="519098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256" name="Oval 255"/>
          <p:cNvSpPr/>
          <p:nvPr/>
        </p:nvSpPr>
        <p:spPr>
          <a:xfrm>
            <a:off x="9953788" y="303981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10089236" y="3314331"/>
            <a:ext cx="1270" cy="201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8585078" y="3627901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60" name="Straight Arrow Connector 259"/>
          <p:cNvCxnSpPr>
            <a:endCxn id="258" idx="3"/>
          </p:cNvCxnSpPr>
          <p:nvPr/>
        </p:nvCxnSpPr>
        <p:spPr>
          <a:xfrm flipH="1">
            <a:off x="9250263" y="3867238"/>
            <a:ext cx="29210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8087238" y="3872509"/>
            <a:ext cx="49784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261"/>
          <p:cNvCxnSpPr>
            <a:stCxn id="258" idx="2"/>
            <a:endCxn id="266" idx="3"/>
          </p:cNvCxnSpPr>
          <p:nvPr/>
        </p:nvCxnSpPr>
        <p:spPr>
          <a:xfrm rot="5400000">
            <a:off x="8451850" y="3752215"/>
            <a:ext cx="101600" cy="83058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8304020" y="37889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65" name="Oval 264"/>
          <p:cNvSpPr/>
          <p:nvPr/>
        </p:nvSpPr>
        <p:spPr>
          <a:xfrm>
            <a:off x="8304020" y="413261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157" name="Group 156"/>
          <p:cNvGrpSpPr/>
          <p:nvPr/>
        </p:nvGrpSpPr>
        <p:grpSpPr>
          <a:xfrm>
            <a:off x="9539009" y="3508375"/>
            <a:ext cx="1100455" cy="422656"/>
            <a:chOff x="13409" y="5435"/>
            <a:chExt cx="1733" cy="66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49" name="Rectangles 248"/>
            <p:cNvSpPr/>
            <p:nvPr/>
          </p:nvSpPr>
          <p:spPr>
            <a:xfrm>
              <a:off x="13409" y="543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50" name="Rectangles 249"/>
            <p:cNvSpPr/>
            <p:nvPr/>
          </p:nvSpPr>
          <p:spPr>
            <a:xfrm>
              <a:off x="13409" y="566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59" name="Rectangles 258"/>
            <p:cNvSpPr/>
            <p:nvPr/>
          </p:nvSpPr>
          <p:spPr>
            <a:xfrm>
              <a:off x="13409" y="589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cxnSp>
          <p:nvCxnSpPr>
            <p:cNvPr id="292" name="Elbow Connector 291"/>
            <p:cNvCxnSpPr>
              <a:stCxn id="250" idx="3"/>
              <a:endCxn id="259" idx="3"/>
            </p:cNvCxnSpPr>
            <p:nvPr/>
          </p:nvCxnSpPr>
          <p:spPr>
            <a:xfrm>
              <a:off x="15137" y="5767"/>
              <a:ext cx="5" cy="233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8" name="Group 157"/>
          <p:cNvGrpSpPr/>
          <p:nvPr/>
        </p:nvGrpSpPr>
        <p:grpSpPr>
          <a:xfrm>
            <a:off x="9539009" y="4581525"/>
            <a:ext cx="1100455" cy="426466"/>
            <a:chOff x="13409" y="7125"/>
            <a:chExt cx="1733" cy="67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23" name="Rectangles 222"/>
            <p:cNvSpPr/>
            <p:nvPr/>
          </p:nvSpPr>
          <p:spPr>
            <a:xfrm>
              <a:off x="13409" y="712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24" name="Rectangles 223"/>
            <p:cNvSpPr/>
            <p:nvPr/>
          </p:nvSpPr>
          <p:spPr>
            <a:xfrm>
              <a:off x="13409" y="736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34" name="Rectangles 233"/>
            <p:cNvSpPr/>
            <p:nvPr/>
          </p:nvSpPr>
          <p:spPr>
            <a:xfrm>
              <a:off x="13409" y="759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cxnSp>
          <p:nvCxnSpPr>
            <p:cNvPr id="293" name="Elbow Connector 292"/>
            <p:cNvCxnSpPr>
              <a:stCxn id="224" idx="3"/>
              <a:endCxn id="234" idx="3"/>
            </p:cNvCxnSpPr>
            <p:nvPr/>
          </p:nvCxnSpPr>
          <p:spPr>
            <a:xfrm>
              <a:off x="15137" y="7461"/>
              <a:ext cx="5" cy="235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0" name="Straight Arrow Connector 329"/>
          <p:cNvCxnSpPr>
            <a:stCxn id="340" idx="2"/>
            <a:endCxn id="6" idx="0"/>
          </p:cNvCxnSpPr>
          <p:nvPr/>
        </p:nvCxnSpPr>
        <p:spPr>
          <a:xfrm>
            <a:off x="4410710" y="3188970"/>
            <a:ext cx="3175" cy="6051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Group 158"/>
          <p:cNvGrpSpPr/>
          <p:nvPr/>
        </p:nvGrpSpPr>
        <p:grpSpPr>
          <a:xfrm>
            <a:off x="3904615" y="3306445"/>
            <a:ext cx="1099185" cy="276860"/>
            <a:chOff x="5540" y="5447"/>
            <a:chExt cx="1731" cy="43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60" name="Rectangles 159"/>
            <p:cNvSpPr/>
            <p:nvPr/>
          </p:nvSpPr>
          <p:spPr>
            <a:xfrm>
              <a:off x="5543" y="5567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332" name="Rectangles 331"/>
            <p:cNvSpPr/>
            <p:nvPr/>
          </p:nvSpPr>
          <p:spPr>
            <a:xfrm>
              <a:off x="5540" y="5447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Interface</a:t>
              </a:r>
              <a:endParaRPr lang="en-US" sz="720"/>
            </a:p>
          </p:txBody>
        </p:sp>
        <p:sp>
          <p:nvSpPr>
            <p:cNvPr id="334" name="Rectangles 333"/>
            <p:cNvSpPr/>
            <p:nvPr/>
          </p:nvSpPr>
          <p:spPr>
            <a:xfrm>
              <a:off x="5540" y="5681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</p:grpSp>
      <p:cxnSp>
        <p:nvCxnSpPr>
          <p:cNvPr id="336" name="Straight Arrow Connector 335"/>
          <p:cNvCxnSpPr/>
          <p:nvPr/>
        </p:nvCxnSpPr>
        <p:spPr>
          <a:xfrm>
            <a:off x="3284220" y="3385820"/>
            <a:ext cx="62039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66" idx="6"/>
            <a:endCxn id="190" idx="1"/>
          </p:cNvCxnSpPr>
          <p:nvPr/>
        </p:nvCxnSpPr>
        <p:spPr>
          <a:xfrm flipV="1">
            <a:off x="5922010" y="4300220"/>
            <a:ext cx="252730" cy="762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Oval 165"/>
          <p:cNvSpPr/>
          <p:nvPr/>
        </p:nvSpPr>
        <p:spPr>
          <a:xfrm>
            <a:off x="5651057" y="417057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67" name="Flowchart: Off-page Connector 166"/>
          <p:cNvSpPr/>
          <p:nvPr/>
        </p:nvSpPr>
        <p:spPr>
          <a:xfrm>
            <a:off x="1782445" y="347218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4111625" y="2831465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226" name="Group 225"/>
          <p:cNvGrpSpPr/>
          <p:nvPr/>
        </p:nvGrpSpPr>
        <p:grpSpPr>
          <a:xfrm rot="0">
            <a:off x="9389745" y="4378960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grpSp>
        <p:nvGrpSpPr>
          <p:cNvPr id="251" name="Group 250"/>
          <p:cNvGrpSpPr/>
          <p:nvPr/>
        </p:nvGrpSpPr>
        <p:grpSpPr>
          <a:xfrm rot="0">
            <a:off x="9389745" y="330581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pic>
        <p:nvPicPr>
          <p:cNvPr id="168" name="Picture 16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3717290"/>
            <a:ext cx="1109345" cy="190436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41" name="Flowchart: Terminator 240"/>
          <p:cNvSpPr/>
          <p:nvPr/>
        </p:nvSpPr>
        <p:spPr>
          <a:xfrm>
            <a:off x="7568654" y="488237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3" name="Flowchart: Terminator 242"/>
          <p:cNvSpPr/>
          <p:nvPr/>
        </p:nvSpPr>
        <p:spPr>
          <a:xfrm>
            <a:off x="7568654" y="521270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7568654" y="380964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6" name="Flowchart: Terminator 265"/>
          <p:cNvSpPr/>
          <p:nvPr/>
        </p:nvSpPr>
        <p:spPr>
          <a:xfrm>
            <a:off x="7568654" y="4153248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69" name="Straight Arrow Connector 168"/>
          <p:cNvCxnSpPr/>
          <p:nvPr/>
        </p:nvCxnSpPr>
        <p:spPr>
          <a:xfrm flipH="1">
            <a:off x="4412615" y="4149090"/>
            <a:ext cx="3175" cy="41211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Flowchart: Terminator 171"/>
          <p:cNvSpPr/>
          <p:nvPr/>
        </p:nvSpPr>
        <p:spPr>
          <a:xfrm>
            <a:off x="6166150" y="390552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4341672" y="423177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pic>
        <p:nvPicPr>
          <p:cNvPr id="183" name="Picture 18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4765" y="2812415"/>
            <a:ext cx="954405" cy="154686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85" name="Straight Arrow Connector 184"/>
          <p:cNvCxnSpPr>
            <a:stCxn id="171" idx="3"/>
            <a:endCxn id="172" idx="1"/>
          </p:cNvCxnSpPr>
          <p:nvPr/>
        </p:nvCxnSpPr>
        <p:spPr>
          <a:xfrm>
            <a:off x="4697730" y="3967480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Oval 188"/>
          <p:cNvSpPr/>
          <p:nvPr/>
        </p:nvSpPr>
        <p:spPr>
          <a:xfrm>
            <a:off x="4814862" y="388822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190" name="Flowchart: Terminator 189"/>
          <p:cNvSpPr/>
          <p:nvPr/>
        </p:nvSpPr>
        <p:spPr>
          <a:xfrm>
            <a:off x="6175040" y="423572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Fulfilled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1" name="Flowchart: Terminator 190"/>
          <p:cNvSpPr/>
          <p:nvPr/>
        </p:nvSpPr>
        <p:spPr>
          <a:xfrm>
            <a:off x="6166150" y="53355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2" name="Elbow Connector 191"/>
          <p:cNvCxnSpPr>
            <a:endCxn id="194" idx="1"/>
          </p:cNvCxnSpPr>
          <p:nvPr/>
        </p:nvCxnSpPr>
        <p:spPr>
          <a:xfrm rot="5400000" flipV="1">
            <a:off x="5683885" y="4592320"/>
            <a:ext cx="20891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Flowchart: Terminator 193"/>
          <p:cNvSpPr/>
          <p:nvPr/>
        </p:nvSpPr>
        <p:spPr>
          <a:xfrm>
            <a:off x="6161070" y="500471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5844717" y="497408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97" name="Straight Arrow Connector 196"/>
          <p:cNvCxnSpPr>
            <a:stCxn id="170" idx="3"/>
          </p:cNvCxnSpPr>
          <p:nvPr/>
        </p:nvCxnSpPr>
        <p:spPr>
          <a:xfrm>
            <a:off x="4700905" y="4741545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Oval 197"/>
          <p:cNvSpPr/>
          <p:nvPr/>
        </p:nvSpPr>
        <p:spPr>
          <a:xfrm>
            <a:off x="4814862" y="46534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99" name="Flowchart: Terminator 198"/>
          <p:cNvSpPr/>
          <p:nvPr/>
        </p:nvSpPr>
        <p:spPr>
          <a:xfrm>
            <a:off x="6189010" y="46764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00" name="Straight Arrow Connector 199"/>
          <p:cNvCxnSpPr>
            <a:endCxn id="199" idx="1"/>
          </p:cNvCxnSpPr>
          <p:nvPr/>
        </p:nvCxnSpPr>
        <p:spPr>
          <a:xfrm flipV="1">
            <a:off x="5697855" y="4740910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Oval 200"/>
          <p:cNvSpPr/>
          <p:nvPr/>
        </p:nvSpPr>
        <p:spPr>
          <a:xfrm>
            <a:off x="5844717" y="465276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203" name="Group 202"/>
          <p:cNvGrpSpPr/>
          <p:nvPr/>
        </p:nvGrpSpPr>
        <p:grpSpPr>
          <a:xfrm>
            <a:off x="5132070" y="4560570"/>
            <a:ext cx="567690" cy="363220"/>
            <a:chOff x="6885" y="6776"/>
            <a:chExt cx="894" cy="572"/>
          </a:xfrm>
          <a:gradFill>
            <a:gsLst>
              <a:gs pos="0">
                <a:srgbClr val="9EE256"/>
              </a:gs>
              <a:gs pos="100000">
                <a:srgbClr val="52762D"/>
              </a:gs>
            </a:gsLst>
            <a:lin scaled="0"/>
          </a:gra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205" name="Flowchart: Decision 204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450" b="1">
                <a:solidFill>
                  <a:schemeClr val="accent2">
                    <a:lumMod val="20000"/>
                    <a:lumOff val="80000"/>
                  </a:schemeClr>
                </a:solidFill>
                <a:sym typeface="+mn-ea"/>
              </a:endParaRPr>
            </a:p>
          </p:txBody>
        </p:sp>
        <p:sp>
          <p:nvSpPr>
            <p:cNvPr id="206" name="Text Box 205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gradFill rotWithShape="1">
                    <a:gsLst>
                      <a:gs pos="0">
                        <a:schemeClr val="accent1">
                          <a:lumMod val="110000"/>
                          <a:satMod val="105000"/>
                          <a:tint val="67000"/>
                        </a:schemeClr>
                      </a:gs>
                      <a:gs pos="50000">
                        <a:schemeClr val="accent1">
                          <a:lumMod val="105000"/>
                          <a:satMod val="103000"/>
                          <a:tint val="73000"/>
                        </a:schemeClr>
                      </a:gs>
                      <a:gs pos="100000">
                        <a:schemeClr val="accent1">
                          <a:lumMod val="105000"/>
                          <a:satMod val="109000"/>
                          <a:tint val="81000"/>
                        </a:schemeClr>
                      </a:gs>
                    </a:gsLst>
                    <a:lin ang="5400000" scaled="0"/>
                  </a:gradFill>
                </a14:hiddenFill>
              </a:ext>
            </a:ex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spAutoFit/>
              <a:scene3d>
                <a:camera prst="orthographicFront"/>
                <a:lightRig rig="threePt" dir="t"/>
              </a:scene3d>
            </a:bodyPr>
            <a:p>
              <a:pPr algn="ctr"/>
              <a:r>
                <a:rPr lang="en-US" sz="550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Pending?</a:t>
              </a:r>
              <a:endParaRPr lang="en-US" sz="55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cxnSp>
        <p:nvCxnSpPr>
          <p:cNvPr id="209" name="Elbow Connector 208"/>
          <p:cNvCxnSpPr>
            <a:stCxn id="288" idx="1"/>
            <a:endCxn id="270" idx="2"/>
          </p:cNvCxnSpPr>
          <p:nvPr/>
        </p:nvCxnSpPr>
        <p:spPr>
          <a:xfrm rot="10800000">
            <a:off x="1270635" y="6393815"/>
            <a:ext cx="2648585" cy="417830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Flowchart: Decision 209"/>
          <p:cNvSpPr/>
          <p:nvPr/>
        </p:nvSpPr>
        <p:spPr>
          <a:xfrm>
            <a:off x="942981" y="767945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11" name="Flowchart: Decision 210"/>
          <p:cNvSpPr/>
          <p:nvPr/>
        </p:nvSpPr>
        <p:spPr>
          <a:xfrm>
            <a:off x="942981" y="6765742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fill?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13" name="Elbow Connector 212"/>
          <p:cNvCxnSpPr>
            <a:stCxn id="281" idx="1"/>
            <a:endCxn id="248" idx="4"/>
          </p:cNvCxnSpPr>
          <p:nvPr/>
        </p:nvCxnSpPr>
        <p:spPr>
          <a:xfrm rot="10800000">
            <a:off x="1841500" y="5798820"/>
            <a:ext cx="2078355" cy="462153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Flowchart: Decision 214"/>
          <p:cNvSpPr/>
          <p:nvPr/>
        </p:nvSpPr>
        <p:spPr>
          <a:xfrm>
            <a:off x="1508779" y="724562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19" name="Flowchart: Decision 218"/>
          <p:cNvSpPr/>
          <p:nvPr/>
        </p:nvSpPr>
        <p:spPr>
          <a:xfrm>
            <a:off x="1508779" y="6309930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20" name="Elbow Connector 219"/>
          <p:cNvCxnSpPr>
            <a:stCxn id="283" idx="1"/>
            <a:endCxn id="222" idx="2"/>
          </p:cNvCxnSpPr>
          <p:nvPr/>
        </p:nvCxnSpPr>
        <p:spPr>
          <a:xfrm rot="10800000">
            <a:off x="2406650" y="7254875"/>
            <a:ext cx="1513205" cy="301752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Flowchart: Decision 220"/>
          <p:cNvSpPr/>
          <p:nvPr/>
        </p:nvSpPr>
        <p:spPr>
          <a:xfrm>
            <a:off x="2074577" y="769596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failed?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22" name="Flowchart: Decision 221"/>
          <p:cNvSpPr/>
          <p:nvPr/>
        </p:nvSpPr>
        <p:spPr>
          <a:xfrm>
            <a:off x="2074005" y="676574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225" name="Straight Arrow Connector 224"/>
          <p:cNvCxnSpPr>
            <a:stCxn id="236" idx="1"/>
            <a:endCxn id="275" idx="6"/>
          </p:cNvCxnSpPr>
          <p:nvPr/>
        </p:nvCxnSpPr>
        <p:spPr>
          <a:xfrm flipH="1">
            <a:off x="577850" y="8798560"/>
            <a:ext cx="36512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Flowchart: Decision 235"/>
          <p:cNvSpPr/>
          <p:nvPr/>
        </p:nvSpPr>
        <p:spPr>
          <a:xfrm>
            <a:off x="943096" y="855385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filled?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37" name="Oval 236"/>
          <p:cNvSpPr/>
          <p:nvPr/>
        </p:nvSpPr>
        <p:spPr>
          <a:xfrm>
            <a:off x="1767039" y="598130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44" name="Oval 243"/>
          <p:cNvSpPr/>
          <p:nvPr/>
        </p:nvSpPr>
        <p:spPr>
          <a:xfrm>
            <a:off x="744220" y="871284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46" name="Elbow Connector 245"/>
          <p:cNvCxnSpPr>
            <a:stCxn id="287" idx="1"/>
            <a:endCxn id="247" idx="2"/>
          </p:cNvCxnSpPr>
          <p:nvPr/>
        </p:nvCxnSpPr>
        <p:spPr>
          <a:xfrm rot="10800000">
            <a:off x="3035300" y="7734300"/>
            <a:ext cx="884555" cy="238823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Decision 246"/>
          <p:cNvSpPr/>
          <p:nvPr/>
        </p:nvSpPr>
        <p:spPr>
          <a:xfrm>
            <a:off x="2702668" y="7245624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314" name="Oval 313"/>
          <p:cNvSpPr/>
          <p:nvPr/>
        </p:nvSpPr>
        <p:spPr>
          <a:xfrm>
            <a:off x="2331326" y="74117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1705413" y="5524743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68" name="Straight Arrow Connector 267"/>
          <p:cNvCxnSpPr>
            <a:stCxn id="222" idx="3"/>
            <a:endCxn id="291" idx="2"/>
          </p:cNvCxnSpPr>
          <p:nvPr/>
        </p:nvCxnSpPr>
        <p:spPr>
          <a:xfrm>
            <a:off x="2738755" y="7010400"/>
            <a:ext cx="772160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Flowchart: Decision 269"/>
          <p:cNvSpPr/>
          <p:nvPr/>
        </p:nvSpPr>
        <p:spPr>
          <a:xfrm>
            <a:off x="937990" y="590468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271" name="Oval 270"/>
          <p:cNvSpPr/>
          <p:nvPr/>
        </p:nvSpPr>
        <p:spPr>
          <a:xfrm>
            <a:off x="1134548" y="5162158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72" name="Straight Arrow Connector 271"/>
          <p:cNvCxnSpPr>
            <a:stCxn id="270" idx="0"/>
            <a:endCxn id="271" idx="4"/>
          </p:cNvCxnSpPr>
          <p:nvPr/>
        </p:nvCxnSpPr>
        <p:spPr>
          <a:xfrm flipV="1">
            <a:off x="1270635" y="5436235"/>
            <a:ext cx="0" cy="4686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Oval 272"/>
          <p:cNvSpPr/>
          <p:nvPr/>
        </p:nvSpPr>
        <p:spPr>
          <a:xfrm>
            <a:off x="1196733" y="5609317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74" name="Flowchart: Decision 273"/>
          <p:cNvSpPr/>
          <p:nvPr/>
        </p:nvSpPr>
        <p:spPr>
          <a:xfrm>
            <a:off x="2047240" y="851027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Rejected?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275" name="Oval 274"/>
          <p:cNvSpPr/>
          <p:nvPr/>
        </p:nvSpPr>
        <p:spPr>
          <a:xfrm>
            <a:off x="306897" y="866891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76" name="Oval 275"/>
          <p:cNvSpPr/>
          <p:nvPr/>
        </p:nvSpPr>
        <p:spPr>
          <a:xfrm>
            <a:off x="1196975" y="825501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277" name="Flowchart: Decision 276"/>
          <p:cNvSpPr/>
          <p:nvPr/>
        </p:nvSpPr>
        <p:spPr>
          <a:xfrm>
            <a:off x="917575" y="927735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Pending?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278" name="Flowchart: Decision 277"/>
          <p:cNvSpPr/>
          <p:nvPr/>
        </p:nvSpPr>
        <p:spPr>
          <a:xfrm>
            <a:off x="1488440" y="811974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Canceled?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286" name="Straight Arrow Connector 285"/>
          <p:cNvCxnSpPr>
            <a:stCxn id="247" idx="1"/>
            <a:endCxn id="314" idx="6"/>
          </p:cNvCxnSpPr>
          <p:nvPr/>
        </p:nvCxnSpPr>
        <p:spPr>
          <a:xfrm flipH="1">
            <a:off x="2479040" y="7489825"/>
            <a:ext cx="2235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9" name="Group 278"/>
          <p:cNvGrpSpPr/>
          <p:nvPr/>
        </p:nvGrpSpPr>
        <p:grpSpPr>
          <a:xfrm>
            <a:off x="3919220" y="9606911"/>
            <a:ext cx="1097915" cy="1029307"/>
            <a:chOff x="6888" y="13226"/>
            <a:chExt cx="1729" cy="162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80" name="Rectangles 279"/>
            <p:cNvSpPr/>
            <p:nvPr/>
          </p:nvSpPr>
          <p:spPr>
            <a:xfrm>
              <a:off x="6889" y="13226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281" name="Rectangles 280"/>
            <p:cNvSpPr/>
            <p:nvPr/>
          </p:nvSpPr>
          <p:spPr>
            <a:xfrm>
              <a:off x="6889" y="1440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Canceled</a:t>
              </a:r>
              <a:endParaRPr lang="en-US" sz="720"/>
            </a:p>
          </p:txBody>
        </p:sp>
        <p:sp>
          <p:nvSpPr>
            <p:cNvPr id="294" name="Rectangles 293"/>
            <p:cNvSpPr/>
            <p:nvPr/>
          </p:nvSpPr>
          <p:spPr>
            <a:xfrm>
              <a:off x="6889" y="134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283" name="Rectangles 282"/>
            <p:cNvSpPr/>
            <p:nvPr/>
          </p:nvSpPr>
          <p:spPr>
            <a:xfrm>
              <a:off x="6889" y="141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Rejected</a:t>
              </a:r>
              <a:endParaRPr lang="en-US" sz="720"/>
            </a:p>
          </p:txBody>
        </p:sp>
        <p:sp>
          <p:nvSpPr>
            <p:cNvPr id="284" name="Rectangles 283"/>
            <p:cNvSpPr/>
            <p:nvPr/>
          </p:nvSpPr>
          <p:spPr>
            <a:xfrm>
              <a:off x="6889" y="13704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Hold</a:t>
              </a:r>
              <a:endParaRPr lang="en-US" sz="720"/>
            </a:p>
          </p:txBody>
        </p:sp>
        <p:sp>
          <p:nvSpPr>
            <p:cNvPr id="287" name="Rectangles 286"/>
            <p:cNvSpPr/>
            <p:nvPr/>
          </p:nvSpPr>
          <p:spPr>
            <a:xfrm>
              <a:off x="6889" y="1393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Queued</a:t>
              </a:r>
              <a:endParaRPr lang="en-US" sz="720"/>
            </a:p>
          </p:txBody>
        </p:sp>
        <p:sp>
          <p:nvSpPr>
            <p:cNvPr id="288" name="Rectangles 287"/>
            <p:cNvSpPr/>
            <p:nvPr/>
          </p:nvSpPr>
          <p:spPr>
            <a:xfrm>
              <a:off x="6888" y="14645"/>
              <a:ext cx="1728" cy="202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Pending</a:t>
              </a:r>
              <a:endParaRPr lang="en-US" sz="720"/>
            </a:p>
          </p:txBody>
        </p:sp>
      </p:grpSp>
      <p:cxnSp>
        <p:nvCxnSpPr>
          <p:cNvPr id="289" name="Straight Arrow Connector 288"/>
          <p:cNvCxnSpPr>
            <a:stCxn id="290" idx="0"/>
            <a:endCxn id="291" idx="4"/>
          </p:cNvCxnSpPr>
          <p:nvPr/>
        </p:nvCxnSpPr>
        <p:spPr>
          <a:xfrm flipV="1">
            <a:off x="3637280" y="7150100"/>
            <a:ext cx="9525" cy="54546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Flowchart: Decision 289"/>
          <p:cNvSpPr/>
          <p:nvPr/>
        </p:nvSpPr>
        <p:spPr>
          <a:xfrm>
            <a:off x="3304661" y="769533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91" name="Oval 290"/>
          <p:cNvSpPr/>
          <p:nvPr/>
        </p:nvSpPr>
        <p:spPr>
          <a:xfrm>
            <a:off x="3511107" y="687567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95" name="Elbow Connector 294"/>
          <p:cNvCxnSpPr>
            <a:stCxn id="303" idx="3"/>
            <a:endCxn id="290" idx="3"/>
          </p:cNvCxnSpPr>
          <p:nvPr/>
        </p:nvCxnSpPr>
        <p:spPr>
          <a:xfrm flipH="1" flipV="1">
            <a:off x="3969385" y="7940040"/>
            <a:ext cx="29845" cy="808990"/>
          </a:xfrm>
          <a:prstGeom prst="bentConnector3">
            <a:avLst>
              <a:gd name="adj1" fmla="val -79787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Oval 298"/>
          <p:cNvSpPr/>
          <p:nvPr/>
        </p:nvSpPr>
        <p:spPr>
          <a:xfrm>
            <a:off x="4096577" y="816281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03" name="Flowchart: Decision 302"/>
          <p:cNvSpPr/>
          <p:nvPr/>
        </p:nvSpPr>
        <p:spPr>
          <a:xfrm>
            <a:off x="3293110" y="849947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304" name="Oval 303"/>
          <p:cNvSpPr/>
          <p:nvPr/>
        </p:nvSpPr>
        <p:spPr>
          <a:xfrm>
            <a:off x="4168775" y="863982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05" name="Oval 304"/>
          <p:cNvSpPr/>
          <p:nvPr/>
        </p:nvSpPr>
        <p:spPr>
          <a:xfrm>
            <a:off x="3566160" y="740919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06" name="Elbow Connector 305"/>
          <p:cNvCxnSpPr>
            <a:stCxn id="284" idx="1"/>
            <a:endCxn id="303" idx="2"/>
          </p:cNvCxnSpPr>
          <p:nvPr/>
        </p:nvCxnSpPr>
        <p:spPr>
          <a:xfrm rot="10800000">
            <a:off x="3646170" y="8998585"/>
            <a:ext cx="273685" cy="9759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Elbow Connector 307"/>
          <p:cNvCxnSpPr>
            <a:stCxn id="222" idx="0"/>
            <a:endCxn id="191" idx="1"/>
          </p:cNvCxnSpPr>
          <p:nvPr/>
        </p:nvCxnSpPr>
        <p:spPr>
          <a:xfrm rot="16200000">
            <a:off x="3603308" y="4203383"/>
            <a:ext cx="1365885" cy="375920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Oval 244"/>
          <p:cNvSpPr/>
          <p:nvPr/>
        </p:nvSpPr>
        <p:spPr>
          <a:xfrm>
            <a:off x="2982772" y="69305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42" name="Straight Arrow Connector 341"/>
          <p:cNvCxnSpPr>
            <a:stCxn id="297" idx="1"/>
            <a:endCxn id="294" idx="3"/>
          </p:cNvCxnSpPr>
          <p:nvPr/>
        </p:nvCxnSpPr>
        <p:spPr>
          <a:xfrm flipH="1">
            <a:off x="5017135" y="9819005"/>
            <a:ext cx="290195" cy="889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/>
          <p:cNvCxnSpPr>
            <a:stCxn id="167" idx="3"/>
            <a:endCxn id="183" idx="1"/>
          </p:cNvCxnSpPr>
          <p:nvPr/>
        </p:nvCxnSpPr>
        <p:spPr>
          <a:xfrm>
            <a:off x="2221230" y="3582035"/>
            <a:ext cx="343535" cy="3810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69" name="Oval 268"/>
          <p:cNvSpPr/>
          <p:nvPr/>
        </p:nvSpPr>
        <p:spPr>
          <a:xfrm>
            <a:off x="2330742" y="636790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grpSp>
        <p:nvGrpSpPr>
          <p:cNvPr id="37" name="Group 36"/>
          <p:cNvGrpSpPr/>
          <p:nvPr/>
        </p:nvGrpSpPr>
        <p:grpSpPr>
          <a:xfrm>
            <a:off x="4130040" y="3794125"/>
            <a:ext cx="567690" cy="363220"/>
            <a:chOff x="6504" y="6080"/>
            <a:chExt cx="894" cy="572"/>
          </a:xfrm>
        </p:grpSpPr>
        <p:sp>
          <p:nvSpPr>
            <p:cNvPr id="6" name="Flowchart: Decision 5"/>
            <p:cNvSpPr/>
            <p:nvPr/>
          </p:nvSpPr>
          <p:spPr>
            <a:xfrm>
              <a:off x="6506" y="6080"/>
              <a:ext cx="889" cy="572"/>
            </a:xfrm>
            <a:prstGeom prst="flowChartDecision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450" b="1">
                <a:solidFill>
                  <a:schemeClr val="accent2">
                    <a:lumMod val="20000"/>
                    <a:lumOff val="80000"/>
                  </a:schemeClr>
                </a:solidFill>
                <a:sym typeface="+mn-ea"/>
              </a:endParaRPr>
            </a:p>
          </p:txBody>
        </p:sp>
        <p:sp>
          <p:nvSpPr>
            <p:cNvPr id="7" name="Text Box 6"/>
            <p:cNvSpPr txBox="1"/>
            <p:nvPr/>
          </p:nvSpPr>
          <p:spPr>
            <a:xfrm>
              <a:off x="6504" y="6228"/>
              <a:ext cx="894" cy="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txBody>
            <a:bodyPr wrap="square" rtlCol="0">
              <a:spAutoFit/>
            </a:bodyPr>
            <a:p>
              <a:pPr algn="ctr"/>
              <a:r>
                <a:rPr lang="en-US" sz="550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Found?</a:t>
              </a:r>
              <a:endParaRPr lang="en-US" sz="55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38" name="Group 37"/>
          <p:cNvGrpSpPr/>
          <p:nvPr/>
        </p:nvGrpSpPr>
        <p:grpSpPr>
          <a:xfrm>
            <a:off x="4128770" y="4561205"/>
            <a:ext cx="567690" cy="363220"/>
            <a:chOff x="6502" y="7288"/>
            <a:chExt cx="894" cy="572"/>
          </a:xfrm>
        </p:grpSpPr>
        <p:sp>
          <p:nvSpPr>
            <p:cNvPr id="10" name="Flowchart: Decision 9"/>
            <p:cNvSpPr/>
            <p:nvPr/>
          </p:nvSpPr>
          <p:spPr>
            <a:xfrm>
              <a:off x="6504" y="7288"/>
              <a:ext cx="889" cy="572"/>
            </a:xfrm>
            <a:prstGeom prst="flowChartDecision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450" b="1">
                <a:solidFill>
                  <a:schemeClr val="accent2">
                    <a:lumMod val="20000"/>
                    <a:lumOff val="80000"/>
                  </a:schemeClr>
                </a:solidFill>
                <a:sym typeface="+mn-ea"/>
              </a:endParaRPr>
            </a:p>
          </p:txBody>
        </p:sp>
        <p:sp>
          <p:nvSpPr>
            <p:cNvPr id="11" name="Text Box 10"/>
            <p:cNvSpPr txBox="1"/>
            <p:nvPr/>
          </p:nvSpPr>
          <p:spPr>
            <a:xfrm>
              <a:off x="6502" y="7436"/>
              <a:ext cx="894" cy="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txBody>
            <a:bodyPr wrap="square" rtlCol="0">
              <a:spAutoFit/>
            </a:bodyPr>
            <a:p>
              <a:pPr algn="ctr"/>
              <a:r>
                <a:rPr lang="en-US" sz="550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Newer?</a:t>
              </a:r>
              <a:endParaRPr lang="en-US" sz="55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12" name="Text Box 11"/>
          <p:cNvSpPr txBox="1"/>
          <p:nvPr/>
        </p:nvSpPr>
        <p:spPr>
          <a:xfrm>
            <a:off x="11638915" y="2572385"/>
            <a:ext cx="1543050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Request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cxnSp>
        <p:nvCxnSpPr>
          <p:cNvPr id="15" name="Straight Arrow Connector 14"/>
          <p:cNvCxnSpPr/>
          <p:nvPr/>
        </p:nvCxnSpPr>
        <p:spPr>
          <a:xfrm flipH="1">
            <a:off x="4468495" y="9265285"/>
            <a:ext cx="4445" cy="341630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411" name="Group 410"/>
          <p:cNvGrpSpPr/>
          <p:nvPr/>
        </p:nvGrpSpPr>
        <p:grpSpPr>
          <a:xfrm>
            <a:off x="4159250" y="8962390"/>
            <a:ext cx="670560" cy="347980"/>
            <a:chOff x="6550" y="13377"/>
            <a:chExt cx="1056" cy="548"/>
          </a:xfrm>
        </p:grpSpPr>
        <p:grpSp>
          <p:nvGrpSpPr>
            <p:cNvPr id="14" name="Group 13"/>
            <p:cNvGrpSpPr/>
            <p:nvPr/>
          </p:nvGrpSpPr>
          <p:grpSpPr>
            <a:xfrm>
              <a:off x="6698" y="13377"/>
              <a:ext cx="909" cy="548"/>
              <a:chOff x="7276" y="14181"/>
              <a:chExt cx="909" cy="548"/>
            </a:xfrm>
          </p:grpSpPr>
          <p:sp>
            <p:nvSpPr>
              <p:cNvPr id="13" name="Flowchart: Off-page Connector 12"/>
              <p:cNvSpPr/>
              <p:nvPr/>
            </p:nvSpPr>
            <p:spPr>
              <a:xfrm>
                <a:off x="7276" y="14385"/>
                <a:ext cx="691" cy="345"/>
              </a:xfrm>
              <a:prstGeom prst="flowChartOffpageConnector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0">
                <a:schemeClr val="accent4"/>
              </a:lnRef>
              <a:fillRef idx="3">
                <a:schemeClr val="accent4"/>
              </a:fillRef>
              <a:effectRef idx="3">
                <a:schemeClr val="accent4"/>
              </a:effectRef>
              <a:fontRef idx="minor">
                <a:schemeClr val="lt1"/>
              </a:fontRef>
            </p:style>
            <p:txBody>
              <a:bodyPr vert="horz" wrap="none" lIns="91440" tIns="45720" rIns="91440" bIns="45720" numCol="1" anchor="ctr" anchorCtr="0" compatLnSpc="1"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</a:pPr>
                <a:r>
                  <a:rPr kumimoji="0" lang="en-US" altLang="en-US" sz="800" b="1" i="0" u="none" strike="noStrike" cap="none" normalizeH="0" baseline="-25000" smtClean="0">
                    <a:ln>
                      <a:noFill/>
                    </a:ln>
                    <a:solidFill>
                      <a:schemeClr val="bg1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  <a:latin typeface="Arial" panose="02080604020202020204" pitchFamily="34" charset="0"/>
                    <a:ea typeface="SimSun" pitchFamily="2" charset="-122"/>
                    <a:sym typeface="+mn-ea"/>
                  </a:rPr>
                  <a:t>orders</a:t>
                </a:r>
                <a:endPara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endParaRPr>
              </a:p>
            </p:txBody>
          </p:sp>
          <p:grpSp>
            <p:nvGrpSpPr>
              <p:cNvPr id="300" name="Group 299"/>
              <p:cNvGrpSpPr/>
              <p:nvPr/>
            </p:nvGrpSpPr>
            <p:grpSpPr>
              <a:xfrm>
                <a:off x="7855" y="14181"/>
                <a:ext cx="330" cy="340"/>
                <a:chOff x="8367" y="12769"/>
                <a:chExt cx="330" cy="340"/>
              </a:xfrm>
            </p:grpSpPr>
            <p:sp>
              <p:nvSpPr>
                <p:cNvPr id="301" name="Oval 300"/>
                <p:cNvSpPr/>
                <p:nvPr/>
              </p:nvSpPr>
              <p:spPr>
                <a:xfrm>
                  <a:off x="8367" y="12769"/>
                  <a:ext cx="320" cy="340"/>
                </a:xfrm>
                <a:prstGeom prst="ellipse">
                  <a:avLst/>
                </a:prstGeom>
                <a:solidFill>
                  <a:schemeClr val="bg2"/>
                </a:solidFill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n-US" sz="1620"/>
                </a:p>
              </p:txBody>
            </p:sp>
            <p:pic>
              <p:nvPicPr>
                <p:cNvPr id="302" name="Picture 301"/>
                <p:cNvPicPr>
                  <a:picLocks noChangeAspect="1"/>
                </p:cNvPicPr>
                <p:nvPr/>
              </p:nvPicPr>
              <p:blipFill>
                <a:blip r:embed="rId7">
                  <a:clrChange>
                    <a:clrFrom>
                      <a:srgbClr val="FFFFFF">
                        <a:alpha val="100000"/>
                      </a:srgbClr>
                    </a:clrFrom>
                    <a:clrTo>
                      <a:srgbClr val="FFFFFF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8393" y="12830"/>
                  <a:ext cx="305" cy="274"/>
                </a:xfrm>
                <a:prstGeom prst="rect">
                  <a:avLst/>
                </a:prstGeom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p:spPr>
            </p:pic>
          </p:grpSp>
        </p:grpSp>
        <p:sp>
          <p:nvSpPr>
            <p:cNvPr id="24" name="Isosceles Triangle 23"/>
            <p:cNvSpPr/>
            <p:nvPr/>
          </p:nvSpPr>
          <p:spPr>
            <a:xfrm>
              <a:off x="6550" y="13477"/>
              <a:ext cx="288" cy="288"/>
            </a:xfrm>
            <a:prstGeom prst="triangl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0" rtlCol="0" anchor="ctr">
              <a:scene3d>
                <a:camera prst="orthographicFront"/>
                <a:lightRig rig="threePt" dir="t"/>
              </a:scene3d>
            </a:bodyPr>
            <a:p>
              <a:pPr algn="ctr"/>
              <a:r>
                <a:rPr lang="en-US" sz="630" b="1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2</a:t>
              </a:r>
              <a:endParaRPr lang="en-US" sz="63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31" name="Rectangles 30"/>
          <p:cNvSpPr/>
          <p:nvPr/>
        </p:nvSpPr>
        <p:spPr>
          <a:xfrm>
            <a:off x="12114530" y="5943600"/>
            <a:ext cx="2066925" cy="292798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32" name="Elbow Connector 31"/>
          <p:cNvCxnSpPr/>
          <p:nvPr/>
        </p:nvCxnSpPr>
        <p:spPr>
          <a:xfrm rot="10800000">
            <a:off x="10638155" y="5681980"/>
            <a:ext cx="728345" cy="2743835"/>
          </a:xfrm>
          <a:prstGeom prst="bentConnector3">
            <a:avLst>
              <a:gd name="adj1" fmla="val 49956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/>
          <p:cNvGrpSpPr/>
          <p:nvPr/>
        </p:nvGrpSpPr>
        <p:grpSpPr>
          <a:xfrm>
            <a:off x="11366500" y="8027035"/>
            <a:ext cx="1097280" cy="467360"/>
            <a:chOff x="15894" y="11429"/>
            <a:chExt cx="1728" cy="73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49" name="Rectangles 48"/>
            <p:cNvSpPr/>
            <p:nvPr/>
          </p:nvSpPr>
          <p:spPr>
            <a:xfrm>
              <a:off x="15894" y="11429"/>
              <a:ext cx="1728" cy="21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50" name="Rectangles 49"/>
            <p:cNvSpPr/>
            <p:nvPr/>
          </p:nvSpPr>
          <p:spPr>
            <a:xfrm>
              <a:off x="15894" y="11690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Import</a:t>
              </a:r>
              <a:endParaRPr lang="en-US" sz="720"/>
            </a:p>
          </p:txBody>
        </p:sp>
        <p:sp>
          <p:nvSpPr>
            <p:cNvPr id="52" name="Rectangles 51"/>
            <p:cNvSpPr/>
            <p:nvPr/>
          </p:nvSpPr>
          <p:spPr>
            <a:xfrm>
              <a:off x="15894" y="11949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</a:t>
              </a:r>
              <a:endParaRPr lang="en-US" sz="720"/>
            </a:p>
          </p:txBody>
        </p:sp>
      </p:grpSp>
      <p:sp>
        <p:nvSpPr>
          <p:cNvPr id="53" name="Flowchart: Terminator 52"/>
          <p:cNvSpPr/>
          <p:nvPr/>
        </p:nvSpPr>
        <p:spPr>
          <a:xfrm>
            <a:off x="12335510" y="8355330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4" name="Straight Arrow Connector 53"/>
          <p:cNvCxnSpPr/>
          <p:nvPr/>
        </p:nvCxnSpPr>
        <p:spPr>
          <a:xfrm>
            <a:off x="12463780" y="8244205"/>
            <a:ext cx="515620" cy="698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endCxn id="53" idx="3"/>
          </p:cNvCxnSpPr>
          <p:nvPr/>
        </p:nvCxnSpPr>
        <p:spPr>
          <a:xfrm flipH="1">
            <a:off x="12792710" y="8422005"/>
            <a:ext cx="49530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Picture 5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04800" y="7666990"/>
            <a:ext cx="1387475" cy="200977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58" name="Group 57"/>
          <p:cNvGrpSpPr/>
          <p:nvPr/>
        </p:nvGrpSpPr>
        <p:grpSpPr>
          <a:xfrm rot="0">
            <a:off x="11224260" y="7821295"/>
            <a:ext cx="363855" cy="287020"/>
            <a:chOff x="10155" y="414"/>
            <a:chExt cx="1146" cy="883"/>
          </a:xfrm>
        </p:grpSpPr>
        <p:grpSp>
          <p:nvGrpSpPr>
            <p:cNvPr id="59" name="Group 5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60" name="Picture 59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61" name="Picture 6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62" name="Picture 6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cxnSp>
        <p:nvCxnSpPr>
          <p:cNvPr id="69" name="Straight Arrow Connector 68"/>
          <p:cNvCxnSpPr/>
          <p:nvPr/>
        </p:nvCxnSpPr>
        <p:spPr>
          <a:xfrm flipV="1">
            <a:off x="11915140" y="8494395"/>
            <a:ext cx="0" cy="59753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9539009" y="7331075"/>
            <a:ext cx="1100455" cy="629285"/>
            <a:chOff x="14645" y="12093"/>
            <a:chExt cx="1733" cy="991"/>
          </a:xfrm>
        </p:grpSpPr>
        <p:sp>
          <p:nvSpPr>
            <p:cNvPr id="74" name="Rectangles 73"/>
            <p:cNvSpPr/>
            <p:nvPr/>
          </p:nvSpPr>
          <p:spPr>
            <a:xfrm>
              <a:off x="14645" y="12093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75" name="Rectangles 74"/>
            <p:cNvSpPr/>
            <p:nvPr/>
          </p:nvSpPr>
          <p:spPr>
            <a:xfrm>
              <a:off x="14645" y="12355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Order</a:t>
              </a:r>
              <a:endParaRPr lang="en-US" sz="720"/>
            </a:p>
          </p:txBody>
        </p:sp>
        <p:sp>
          <p:nvSpPr>
            <p:cNvPr id="81" name="Rectangles 80"/>
            <p:cNvSpPr/>
            <p:nvPr/>
          </p:nvSpPr>
          <p:spPr>
            <a:xfrm>
              <a:off x="14645" y="12610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 Order</a:t>
              </a:r>
              <a:endParaRPr lang="en-US" sz="720"/>
            </a:p>
          </p:txBody>
        </p:sp>
        <p:cxnSp>
          <p:nvCxnSpPr>
            <p:cNvPr id="86" name="Elbow Connector 85"/>
            <p:cNvCxnSpPr>
              <a:stCxn id="75" idx="3"/>
              <a:endCxn id="81" idx="3"/>
            </p:cNvCxnSpPr>
            <p:nvPr/>
          </p:nvCxnSpPr>
          <p:spPr>
            <a:xfrm>
              <a:off x="16373" y="12463"/>
              <a:ext cx="5" cy="255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Rectangles 87"/>
            <p:cNvSpPr/>
            <p:nvPr/>
          </p:nvSpPr>
          <p:spPr>
            <a:xfrm>
              <a:off x="14645" y="12868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Request</a:t>
              </a:r>
              <a:endParaRPr lang="en-US" sz="720"/>
            </a:p>
          </p:txBody>
        </p:sp>
      </p:grpSp>
      <p:sp>
        <p:nvSpPr>
          <p:cNvPr id="91" name="Flowchart: Decision 90"/>
          <p:cNvSpPr/>
          <p:nvPr/>
        </p:nvSpPr>
        <p:spPr>
          <a:xfrm>
            <a:off x="9712999" y="6424821"/>
            <a:ext cx="752475" cy="48895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Instrument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93" name="Elbow Connector 92"/>
          <p:cNvCxnSpPr>
            <a:stCxn id="335" idx="1"/>
            <a:endCxn id="391" idx="3"/>
          </p:cNvCxnSpPr>
          <p:nvPr/>
        </p:nvCxnSpPr>
        <p:spPr>
          <a:xfrm rot="10800000">
            <a:off x="10638155" y="5681980"/>
            <a:ext cx="732790" cy="1137920"/>
          </a:xfrm>
          <a:prstGeom prst="bentConnector3">
            <a:avLst>
              <a:gd name="adj1" fmla="val 50000"/>
            </a:avLst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Flowchart: Decision 97"/>
          <p:cNvSpPr/>
          <p:nvPr/>
        </p:nvSpPr>
        <p:spPr>
          <a:xfrm>
            <a:off x="8585078" y="642497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Order 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11" name="Straight Arrow Connector 110"/>
          <p:cNvCxnSpPr>
            <a:stCxn id="98" idx="1"/>
            <a:endCxn id="207" idx="3"/>
          </p:cNvCxnSpPr>
          <p:nvPr/>
        </p:nvCxnSpPr>
        <p:spPr>
          <a:xfrm flipH="1">
            <a:off x="8082915" y="6669405"/>
            <a:ext cx="50228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Elbow Connector 119"/>
          <p:cNvCxnSpPr>
            <a:stCxn id="98" idx="0"/>
            <a:endCxn id="195" idx="3"/>
          </p:cNvCxnSpPr>
          <p:nvPr/>
        </p:nvCxnSpPr>
        <p:spPr>
          <a:xfrm rot="16200000" flipV="1">
            <a:off x="8448675" y="5955665"/>
            <a:ext cx="103505" cy="83502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8304020" y="623676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49" name="Oval 148"/>
          <p:cNvSpPr/>
          <p:nvPr/>
        </p:nvSpPr>
        <p:spPr>
          <a:xfrm>
            <a:off x="8304020" y="658735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3" name="Straight Arrow Connector 152"/>
          <p:cNvCxnSpPr>
            <a:stCxn id="88" idx="2"/>
            <a:endCxn id="163" idx="0"/>
          </p:cNvCxnSpPr>
          <p:nvPr/>
        </p:nvCxnSpPr>
        <p:spPr>
          <a:xfrm>
            <a:off x="10087610" y="7960360"/>
            <a:ext cx="1905" cy="3181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/>
          <p:cNvCxnSpPr>
            <a:stCxn id="163" idx="1"/>
            <a:endCxn id="383" idx="3"/>
          </p:cNvCxnSpPr>
          <p:nvPr/>
        </p:nvCxnSpPr>
        <p:spPr>
          <a:xfrm flipH="1">
            <a:off x="8082915" y="8522970"/>
            <a:ext cx="1673860" cy="107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Oval 160"/>
          <p:cNvSpPr/>
          <p:nvPr/>
        </p:nvSpPr>
        <p:spPr>
          <a:xfrm>
            <a:off x="8304020" y="844790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62" name="Elbow Connector 161"/>
          <p:cNvCxnSpPr>
            <a:stCxn id="75" idx="1"/>
            <a:endCxn id="98" idx="2"/>
          </p:cNvCxnSpPr>
          <p:nvPr/>
        </p:nvCxnSpPr>
        <p:spPr>
          <a:xfrm rot="10800000">
            <a:off x="8917940" y="6913880"/>
            <a:ext cx="621030" cy="65214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Flowchart: Decision 162"/>
          <p:cNvSpPr/>
          <p:nvPr/>
        </p:nvSpPr>
        <p:spPr>
          <a:xfrm>
            <a:off x="9756902" y="827853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64" name="Elbow Connector 163"/>
          <p:cNvCxnSpPr/>
          <p:nvPr/>
        </p:nvCxnSpPr>
        <p:spPr>
          <a:xfrm>
            <a:off x="6677660" y="7771765"/>
            <a:ext cx="2861310" cy="120015"/>
          </a:xfrm>
          <a:prstGeom prst="bentConnector3">
            <a:avLst>
              <a:gd name="adj1" fmla="val 5002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Elbow Connector 169"/>
          <p:cNvCxnSpPr/>
          <p:nvPr/>
        </p:nvCxnSpPr>
        <p:spPr>
          <a:xfrm flipV="1">
            <a:off x="6677660" y="7891780"/>
            <a:ext cx="2861310" cy="112395"/>
          </a:xfrm>
          <a:prstGeom prst="bentConnector3">
            <a:avLst>
              <a:gd name="adj1" fmla="val 5002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3" idx="2"/>
            <a:endCxn id="385" idx="0"/>
          </p:cNvCxnSpPr>
          <p:nvPr/>
        </p:nvCxnSpPr>
        <p:spPr>
          <a:xfrm>
            <a:off x="10089515" y="8767445"/>
            <a:ext cx="0" cy="41021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Oval 172"/>
          <p:cNvSpPr/>
          <p:nvPr/>
        </p:nvSpPr>
        <p:spPr>
          <a:xfrm>
            <a:off x="10015226" y="888456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75" name="Group 174"/>
          <p:cNvGrpSpPr/>
          <p:nvPr/>
        </p:nvGrpSpPr>
        <p:grpSpPr>
          <a:xfrm>
            <a:off x="6723676" y="5966460"/>
            <a:ext cx="930910" cy="1573530"/>
            <a:chOff x="10466" y="9938"/>
            <a:chExt cx="1466" cy="2478"/>
          </a:xfrm>
        </p:grpSpPr>
        <p:grpSp>
          <p:nvGrpSpPr>
            <p:cNvPr id="180" name="Group 179"/>
            <p:cNvGrpSpPr/>
            <p:nvPr/>
          </p:nvGrpSpPr>
          <p:grpSpPr>
            <a:xfrm rot="0">
              <a:off x="10466" y="9938"/>
              <a:ext cx="673" cy="526"/>
              <a:chOff x="16290" y="4518"/>
              <a:chExt cx="748" cy="584"/>
            </a:xfrm>
          </p:grpSpPr>
          <p:pic>
            <p:nvPicPr>
              <p:cNvPr id="182" name="Picture 181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84" name="Oval 18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87" name="Picture 186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93" name="Picture 192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612" y="10352"/>
              <a:ext cx="1320" cy="2065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195" name="Flowchart: Terminator 194"/>
          <p:cNvSpPr/>
          <p:nvPr/>
        </p:nvSpPr>
        <p:spPr>
          <a:xfrm>
            <a:off x="7573169" y="625792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7" name="Flowchart: Terminator 206"/>
          <p:cNvSpPr/>
          <p:nvPr/>
        </p:nvSpPr>
        <p:spPr>
          <a:xfrm>
            <a:off x="7573169" y="661352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8" name="Flowchart: Decision 207"/>
          <p:cNvSpPr/>
          <p:nvPr/>
        </p:nvSpPr>
        <p:spPr>
          <a:xfrm>
            <a:off x="9756902" y="10318488"/>
            <a:ext cx="664670" cy="488315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Newer?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16" name="Straight Arrow Connector 215"/>
          <p:cNvCxnSpPr>
            <a:stCxn id="208" idx="1"/>
            <a:endCxn id="355" idx="3"/>
          </p:cNvCxnSpPr>
          <p:nvPr/>
        </p:nvCxnSpPr>
        <p:spPr>
          <a:xfrm flipH="1">
            <a:off x="9234170" y="10563225"/>
            <a:ext cx="522605" cy="571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/>
          <p:cNvSpPr/>
          <p:nvPr/>
        </p:nvSpPr>
        <p:spPr>
          <a:xfrm>
            <a:off x="9455910" y="1048244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67" name="Flowchart: Decision 266"/>
          <p:cNvSpPr/>
          <p:nvPr/>
        </p:nvSpPr>
        <p:spPr>
          <a:xfrm>
            <a:off x="8585078" y="917960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API/WSS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85" name="Straight Arrow Connector 284"/>
          <p:cNvCxnSpPr>
            <a:stCxn id="267" idx="1"/>
            <a:endCxn id="384" idx="3"/>
          </p:cNvCxnSpPr>
          <p:nvPr/>
        </p:nvCxnSpPr>
        <p:spPr>
          <a:xfrm flipH="1">
            <a:off x="8082915" y="9424244"/>
            <a:ext cx="502285" cy="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8" name="Oval 297"/>
          <p:cNvSpPr/>
          <p:nvPr/>
        </p:nvSpPr>
        <p:spPr>
          <a:xfrm>
            <a:off x="8304020" y="934420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309" name="Straight Arrow Connector 308"/>
          <p:cNvCxnSpPr/>
          <p:nvPr/>
        </p:nvCxnSpPr>
        <p:spPr>
          <a:xfrm flipV="1">
            <a:off x="12468225" y="6452235"/>
            <a:ext cx="778510" cy="82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Arrow Connector 309"/>
          <p:cNvCxnSpPr>
            <a:endCxn id="356" idx="3"/>
          </p:cNvCxnSpPr>
          <p:nvPr/>
        </p:nvCxnSpPr>
        <p:spPr>
          <a:xfrm flipH="1">
            <a:off x="12791440" y="6807200"/>
            <a:ext cx="716280" cy="508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1" name="Picture 3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269392" y="5608515"/>
            <a:ext cx="1122452" cy="1916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312" name="Group 311"/>
          <p:cNvGrpSpPr/>
          <p:nvPr/>
        </p:nvGrpSpPr>
        <p:grpSpPr>
          <a:xfrm>
            <a:off x="11214735" y="6221939"/>
            <a:ext cx="1252855" cy="666115"/>
            <a:chOff x="17106" y="10134"/>
            <a:chExt cx="1973" cy="1049"/>
          </a:xfrm>
        </p:grpSpPr>
        <p:grpSp>
          <p:nvGrpSpPr>
            <p:cNvPr id="313" name="Group 312"/>
            <p:cNvGrpSpPr/>
            <p:nvPr/>
          </p:nvGrpSpPr>
          <p:grpSpPr>
            <a:xfrm>
              <a:off x="17351" y="10451"/>
              <a:ext cx="1729" cy="733"/>
              <a:chOff x="15885" y="10048"/>
              <a:chExt cx="1729" cy="733"/>
            </a:xfr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grpSpPr>
          <p:sp>
            <p:nvSpPr>
              <p:cNvPr id="317" name="Rectangles 316"/>
              <p:cNvSpPr/>
              <p:nvPr/>
            </p:nvSpPr>
            <p:spPr>
              <a:xfrm>
                <a:off x="15885" y="10048"/>
                <a:ext cx="1728" cy="21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REST API</a:t>
                </a:r>
                <a:endParaRPr lang="en-US" sz="720"/>
              </a:p>
            </p:txBody>
          </p:sp>
          <p:sp>
            <p:nvSpPr>
              <p:cNvPr id="333" name="Rectangles 332"/>
              <p:cNvSpPr/>
              <p:nvPr/>
            </p:nvSpPr>
            <p:spPr>
              <a:xfrm>
                <a:off x="15886" y="10307"/>
                <a:ext cx="1728" cy="21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>
                    <a:sym typeface="+mn-ea"/>
                  </a:rPr>
                  <a:t>Import</a:t>
                </a:r>
                <a:endParaRPr lang="en-US" sz="720"/>
              </a:p>
            </p:txBody>
          </p:sp>
          <p:sp>
            <p:nvSpPr>
              <p:cNvPr id="335" name="Rectangles 334"/>
              <p:cNvSpPr/>
              <p:nvPr/>
            </p:nvSpPr>
            <p:spPr>
              <a:xfrm>
                <a:off x="15886" y="10565"/>
                <a:ext cx="1728" cy="21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>
                    <a:sym typeface="+mn-ea"/>
                  </a:rPr>
                  <a:t>Fetch Active</a:t>
                </a:r>
                <a:endParaRPr lang="en-US" sz="720"/>
              </a:p>
            </p:txBody>
          </p:sp>
        </p:grpSp>
        <p:grpSp>
          <p:nvGrpSpPr>
            <p:cNvPr id="338" name="Group 337"/>
            <p:cNvGrpSpPr/>
            <p:nvPr/>
          </p:nvGrpSpPr>
          <p:grpSpPr>
            <a:xfrm rot="0">
              <a:off x="17106" y="10134"/>
              <a:ext cx="573" cy="452"/>
              <a:chOff x="10155" y="414"/>
              <a:chExt cx="1146" cy="883"/>
            </a:xfrm>
          </p:grpSpPr>
          <p:grpSp>
            <p:nvGrpSpPr>
              <p:cNvPr id="339" name="Group 338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343" name="Picture 342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344" name="Picture 34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345" name="Picture 344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sp>
        <p:nvSpPr>
          <p:cNvPr id="346" name="Flowchart: Off-page Connector 345"/>
          <p:cNvSpPr/>
          <p:nvPr/>
        </p:nvSpPr>
        <p:spPr>
          <a:xfrm>
            <a:off x="12339320" y="566547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347" name="Elbow Connector 346"/>
          <p:cNvCxnSpPr/>
          <p:nvPr/>
        </p:nvCxnSpPr>
        <p:spPr>
          <a:xfrm rot="10800000" flipV="1">
            <a:off x="12790805" y="4618990"/>
            <a:ext cx="1390650" cy="62484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8" name="Group 347"/>
          <p:cNvGrpSpPr/>
          <p:nvPr/>
        </p:nvGrpSpPr>
        <p:grpSpPr>
          <a:xfrm>
            <a:off x="11364595" y="5024755"/>
            <a:ext cx="1097280" cy="298908"/>
            <a:chOff x="15887" y="8092"/>
            <a:chExt cx="1728" cy="47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349" name="Rectangles 348"/>
            <p:cNvSpPr/>
            <p:nvPr/>
          </p:nvSpPr>
          <p:spPr>
            <a:xfrm>
              <a:off x="15887" y="8092"/>
              <a:ext cx="1728" cy="21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  <p:sp>
          <p:nvSpPr>
            <p:cNvPr id="350" name="Rectangles 349"/>
            <p:cNvSpPr/>
            <p:nvPr/>
          </p:nvSpPr>
          <p:spPr>
            <a:xfrm>
              <a:off x="15887" y="8347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Message</a:t>
              </a:r>
              <a:endParaRPr lang="en-US" sz="720"/>
            </a:p>
          </p:txBody>
        </p:sp>
      </p:grpSp>
      <p:pic>
        <p:nvPicPr>
          <p:cNvPr id="351" name="Picture 35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288950" y="3657812"/>
            <a:ext cx="1108735" cy="1859704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52" name="Elbow Connector 351"/>
          <p:cNvCxnSpPr/>
          <p:nvPr/>
        </p:nvCxnSpPr>
        <p:spPr>
          <a:xfrm rot="10800000" flipV="1">
            <a:off x="10638155" y="5255260"/>
            <a:ext cx="726440" cy="42672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Arrow Connector 352"/>
          <p:cNvCxnSpPr>
            <a:stCxn id="91" idx="2"/>
          </p:cNvCxnSpPr>
          <p:nvPr/>
        </p:nvCxnSpPr>
        <p:spPr>
          <a:xfrm>
            <a:off x="10089515" y="6913880"/>
            <a:ext cx="2540" cy="39814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Arrow Connector 353"/>
          <p:cNvCxnSpPr>
            <a:endCxn id="335" idx="2"/>
          </p:cNvCxnSpPr>
          <p:nvPr/>
        </p:nvCxnSpPr>
        <p:spPr>
          <a:xfrm flipV="1">
            <a:off x="11915140" y="6888480"/>
            <a:ext cx="4445" cy="113855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55" name="Flowchart: Decision 354"/>
          <p:cNvSpPr/>
          <p:nvPr/>
        </p:nvSpPr>
        <p:spPr>
          <a:xfrm>
            <a:off x="8569571" y="1032450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56" name="Flowchart: Terminator 355"/>
          <p:cNvSpPr/>
          <p:nvPr/>
        </p:nvSpPr>
        <p:spPr>
          <a:xfrm>
            <a:off x="12334240" y="674369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57" name="Oval 356"/>
          <p:cNvSpPr/>
          <p:nvPr/>
        </p:nvSpPr>
        <p:spPr>
          <a:xfrm>
            <a:off x="10015226" y="700257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358" name="Group 357"/>
          <p:cNvGrpSpPr/>
          <p:nvPr/>
        </p:nvGrpSpPr>
        <p:grpSpPr>
          <a:xfrm>
            <a:off x="5582920" y="5981700"/>
            <a:ext cx="932180" cy="3985895"/>
            <a:chOff x="5659" y="5195"/>
            <a:chExt cx="1468" cy="6277"/>
          </a:xfrm>
        </p:grpSpPr>
        <p:grpSp>
          <p:nvGrpSpPr>
            <p:cNvPr id="359" name="Group 358"/>
            <p:cNvGrpSpPr/>
            <p:nvPr/>
          </p:nvGrpSpPr>
          <p:grpSpPr>
            <a:xfrm rot="0">
              <a:off x="5659" y="5195"/>
              <a:ext cx="673" cy="526"/>
              <a:chOff x="16290" y="4518"/>
              <a:chExt cx="748" cy="584"/>
            </a:xfrm>
          </p:grpSpPr>
          <p:pic>
            <p:nvPicPr>
              <p:cNvPr id="360" name="Picture 359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61" name="Oval 36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62" name="Picture 36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363" name="Picture 362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825" y="5622"/>
              <a:ext cx="1303" cy="5850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364" name="Straight Arrow Connector 363"/>
          <p:cNvCxnSpPr/>
          <p:nvPr/>
        </p:nvCxnSpPr>
        <p:spPr>
          <a:xfrm flipV="1">
            <a:off x="4972685" y="5850255"/>
            <a:ext cx="4568190" cy="196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Straight Arrow Connector 364"/>
          <p:cNvCxnSpPr>
            <a:stCxn id="393" idx="2"/>
            <a:endCxn id="91" idx="0"/>
          </p:cNvCxnSpPr>
          <p:nvPr/>
        </p:nvCxnSpPr>
        <p:spPr>
          <a:xfrm>
            <a:off x="10089515" y="6090285"/>
            <a:ext cx="0" cy="33464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6" name="Group 365"/>
          <p:cNvGrpSpPr/>
          <p:nvPr/>
        </p:nvGrpSpPr>
        <p:grpSpPr>
          <a:xfrm>
            <a:off x="4513580" y="5441315"/>
            <a:ext cx="899795" cy="3261995"/>
            <a:chOff x="7026" y="8703"/>
            <a:chExt cx="1417" cy="5137"/>
          </a:xfrm>
        </p:grpSpPr>
        <p:grpSp>
          <p:nvGrpSpPr>
            <p:cNvPr id="367" name="Group 366"/>
            <p:cNvGrpSpPr/>
            <p:nvPr/>
          </p:nvGrpSpPr>
          <p:grpSpPr>
            <a:xfrm rot="0">
              <a:off x="7026" y="8703"/>
              <a:ext cx="673" cy="526"/>
              <a:chOff x="16290" y="4518"/>
              <a:chExt cx="748" cy="584"/>
            </a:xfrm>
          </p:grpSpPr>
          <p:pic>
            <p:nvPicPr>
              <p:cNvPr id="368" name="Picture 367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69" name="Oval 368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70" name="Picture 36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371" name="Picture 370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189" y="9142"/>
              <a:ext cx="1254" cy="469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72" name="Flowchart: Terminator 371"/>
          <p:cNvSpPr/>
          <p:nvPr/>
        </p:nvSpPr>
        <p:spPr>
          <a:xfrm>
            <a:off x="6416040" y="770826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client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73" name="Flowchart: Terminator 372"/>
          <p:cNvSpPr/>
          <p:nvPr/>
        </p:nvSpPr>
        <p:spPr>
          <a:xfrm>
            <a:off x="6416040" y="794067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74" name="Oval 373"/>
          <p:cNvSpPr/>
          <p:nvPr/>
        </p:nvSpPr>
        <p:spPr>
          <a:xfrm>
            <a:off x="6875905" y="768590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 b="1"/>
              <a:t>1</a:t>
            </a:r>
            <a:endParaRPr lang="en-US" sz="630" b="1"/>
          </a:p>
        </p:txBody>
      </p:sp>
      <p:sp>
        <p:nvSpPr>
          <p:cNvPr id="375" name="Oval 374"/>
          <p:cNvSpPr/>
          <p:nvPr/>
        </p:nvSpPr>
        <p:spPr>
          <a:xfrm>
            <a:off x="6875905" y="791386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 b="1"/>
              <a:t>2</a:t>
            </a:r>
            <a:endParaRPr lang="en-US" sz="630" b="1"/>
          </a:p>
        </p:txBody>
      </p:sp>
      <p:grpSp>
        <p:nvGrpSpPr>
          <p:cNvPr id="412" name="Group 411"/>
          <p:cNvGrpSpPr/>
          <p:nvPr/>
        </p:nvGrpSpPr>
        <p:grpSpPr>
          <a:xfrm>
            <a:off x="11605260" y="8962390"/>
            <a:ext cx="670560" cy="347980"/>
            <a:chOff x="18404" y="13477"/>
            <a:chExt cx="1056" cy="548"/>
          </a:xfrm>
        </p:grpSpPr>
        <p:sp>
          <p:nvSpPr>
            <p:cNvPr id="64" name="Flowchart: Off-page Connector 63"/>
            <p:cNvSpPr/>
            <p:nvPr/>
          </p:nvSpPr>
          <p:spPr>
            <a:xfrm>
              <a:off x="18546" y="1368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orders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65" name="Group 64"/>
            <p:cNvGrpSpPr/>
            <p:nvPr/>
          </p:nvGrpSpPr>
          <p:grpSpPr>
            <a:xfrm>
              <a:off x="19140" y="13477"/>
              <a:ext cx="320" cy="340"/>
              <a:chOff x="8092" y="1237"/>
              <a:chExt cx="482" cy="524"/>
            </a:xfr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grpSpPr>
          <p:sp>
            <p:nvSpPr>
              <p:cNvPr id="66" name="Oval 65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67" name="Picture 66"/>
              <p:cNvPicPr>
                <a:picLocks noChangeAspect="1"/>
              </p:cNvPicPr>
              <p:nvPr/>
            </p:nvPicPr>
            <p:blipFill>
              <a:blip r:embed="rId7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  <p:sp>
          <p:nvSpPr>
            <p:cNvPr id="376" name="Isosceles Triangle 375"/>
            <p:cNvSpPr/>
            <p:nvPr/>
          </p:nvSpPr>
          <p:spPr>
            <a:xfrm>
              <a:off x="18404" y="13566"/>
              <a:ext cx="288" cy="288"/>
            </a:xfrm>
            <a:prstGeom prst="triangl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0" rtlCol="0" anchor="ctr">
              <a:scene3d>
                <a:camera prst="orthographicFront"/>
                <a:lightRig rig="threePt" dir="t"/>
              </a:scene3d>
            </a:bodyPr>
            <a:p>
              <a:pPr algn="ctr"/>
              <a:r>
                <a:rPr lang="en-US" sz="630" b="1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63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377" name="Group 376"/>
          <p:cNvGrpSpPr/>
          <p:nvPr/>
        </p:nvGrpSpPr>
        <p:grpSpPr>
          <a:xfrm>
            <a:off x="6705261" y="8141970"/>
            <a:ext cx="967740" cy="1825625"/>
            <a:chOff x="10476" y="13361"/>
            <a:chExt cx="1524" cy="2875"/>
          </a:xfrm>
        </p:grpSpPr>
        <p:grpSp>
          <p:nvGrpSpPr>
            <p:cNvPr id="378" name="Group 377"/>
            <p:cNvGrpSpPr/>
            <p:nvPr/>
          </p:nvGrpSpPr>
          <p:grpSpPr>
            <a:xfrm rot="0">
              <a:off x="10476" y="13361"/>
              <a:ext cx="673" cy="526"/>
              <a:chOff x="16290" y="4518"/>
              <a:chExt cx="748" cy="584"/>
            </a:xfrm>
          </p:grpSpPr>
          <p:pic>
            <p:nvPicPr>
              <p:cNvPr id="379" name="Picture 37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80" name="Oval 379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81" name="Picture 38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382" name="Picture 381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0618" y="13780"/>
              <a:ext cx="1383" cy="24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83" name="Flowchart: Terminator 382"/>
          <p:cNvSpPr/>
          <p:nvPr/>
        </p:nvSpPr>
        <p:spPr>
          <a:xfrm>
            <a:off x="7573169" y="847026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4" name="Flowchart: Terminator 383"/>
          <p:cNvSpPr/>
          <p:nvPr/>
        </p:nvSpPr>
        <p:spPr>
          <a:xfrm>
            <a:off x="7573169" y="9360426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5" name="Flowchart: Decision 384"/>
          <p:cNvSpPr/>
          <p:nvPr/>
        </p:nvSpPr>
        <p:spPr>
          <a:xfrm>
            <a:off x="9756902" y="9177393"/>
            <a:ext cx="664670" cy="488315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History</a:t>
            </a: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6" name="Straight Arrow Connector 385"/>
          <p:cNvCxnSpPr>
            <a:stCxn id="385" idx="2"/>
            <a:endCxn id="208" idx="0"/>
          </p:cNvCxnSpPr>
          <p:nvPr/>
        </p:nvCxnSpPr>
        <p:spPr>
          <a:xfrm>
            <a:off x="10089515" y="9665970"/>
            <a:ext cx="0" cy="65278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Oval 386"/>
          <p:cNvSpPr/>
          <p:nvPr/>
        </p:nvSpPr>
        <p:spPr>
          <a:xfrm>
            <a:off x="10015226" y="1000153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388" name="Straight Arrow Connector 387"/>
          <p:cNvCxnSpPr>
            <a:stCxn id="385" idx="1"/>
            <a:endCxn id="267" idx="3"/>
          </p:cNvCxnSpPr>
          <p:nvPr/>
        </p:nvCxnSpPr>
        <p:spPr>
          <a:xfrm flipH="1">
            <a:off x="9250045" y="9422130"/>
            <a:ext cx="506730" cy="190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9" name="Elbow Connector 388"/>
          <p:cNvCxnSpPr>
            <a:stCxn id="355" idx="0"/>
            <a:endCxn id="298" idx="4"/>
          </p:cNvCxnSpPr>
          <p:nvPr/>
        </p:nvCxnSpPr>
        <p:spPr>
          <a:xfrm rot="16200000" flipV="1">
            <a:off x="8229600" y="9652000"/>
            <a:ext cx="821055" cy="523875"/>
          </a:xfrm>
          <a:prstGeom prst="bentConnector3">
            <a:avLst>
              <a:gd name="adj1" fmla="val 49961"/>
            </a:avLst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0" name="Group 389"/>
          <p:cNvGrpSpPr/>
          <p:nvPr/>
        </p:nvGrpSpPr>
        <p:grpSpPr>
          <a:xfrm>
            <a:off x="9540597" y="5613400"/>
            <a:ext cx="1097280" cy="476885"/>
            <a:chOff x="14669" y="9294"/>
            <a:chExt cx="1728" cy="751"/>
          </a:xfrm>
        </p:grpSpPr>
        <p:sp>
          <p:nvSpPr>
            <p:cNvPr id="391" name="Rectangles 390"/>
            <p:cNvSpPr/>
            <p:nvPr/>
          </p:nvSpPr>
          <p:spPr>
            <a:xfrm>
              <a:off x="14669" y="9294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392" name="Rectangles 391"/>
            <p:cNvSpPr/>
            <p:nvPr/>
          </p:nvSpPr>
          <p:spPr>
            <a:xfrm>
              <a:off x="14669" y="9559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393" name="Rectangles 392"/>
            <p:cNvSpPr/>
            <p:nvPr/>
          </p:nvSpPr>
          <p:spPr>
            <a:xfrm>
              <a:off x="14669" y="9829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p>
              <a:pPr algn="ctr"/>
              <a:r>
                <a:rPr lang="en-US" sz="650"/>
                <a:t>De-Duplicate:keep latest</a:t>
              </a:r>
              <a:endParaRPr lang="en-US" sz="650"/>
            </a:p>
          </p:txBody>
        </p:sp>
      </p:grpSp>
      <p:sp>
        <p:nvSpPr>
          <p:cNvPr id="394" name="Oval 393"/>
          <p:cNvSpPr/>
          <p:nvPr/>
        </p:nvSpPr>
        <p:spPr>
          <a:xfrm>
            <a:off x="9455910" y="934445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95" name="Flowchart: Terminator 394"/>
          <p:cNvSpPr/>
          <p:nvPr/>
        </p:nvSpPr>
        <p:spPr>
          <a:xfrm>
            <a:off x="12333605" y="517524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wss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96" name="Elbow Connector 395"/>
          <p:cNvCxnSpPr/>
          <p:nvPr/>
        </p:nvCxnSpPr>
        <p:spPr>
          <a:xfrm>
            <a:off x="10636250" y="7727950"/>
            <a:ext cx="3175" cy="163830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7" name="Elbow Connector 396"/>
          <p:cNvCxnSpPr>
            <a:stCxn id="267" idx="0"/>
            <a:endCxn id="399" idx="3"/>
          </p:cNvCxnSpPr>
          <p:nvPr/>
        </p:nvCxnSpPr>
        <p:spPr>
          <a:xfrm rot="16200000" flipV="1">
            <a:off x="8377238" y="8638858"/>
            <a:ext cx="215265" cy="86614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8" name="Oval 397"/>
          <p:cNvSpPr/>
          <p:nvPr/>
        </p:nvSpPr>
        <p:spPr>
          <a:xfrm>
            <a:off x="8304020" y="888456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99" name="Rectangles 398"/>
          <p:cNvSpPr/>
          <p:nvPr/>
        </p:nvSpPr>
        <p:spPr>
          <a:xfrm>
            <a:off x="7604601" y="8895715"/>
            <a:ext cx="447040" cy="13716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50" b="1">
                <a:sym typeface="+mn-ea"/>
              </a:rPr>
              <a:t>Expire</a:t>
            </a:r>
            <a:endParaRPr lang="en-US" sz="550" b="1">
              <a:sym typeface="+mn-ea"/>
            </a:endParaRPr>
          </a:p>
        </p:txBody>
      </p:sp>
      <p:cxnSp>
        <p:nvCxnSpPr>
          <p:cNvPr id="400" name="Straight Arrow Connector 399"/>
          <p:cNvCxnSpPr>
            <a:stCxn id="355" idx="1"/>
            <a:endCxn id="402" idx="3"/>
          </p:cNvCxnSpPr>
          <p:nvPr/>
        </p:nvCxnSpPr>
        <p:spPr>
          <a:xfrm flipH="1">
            <a:off x="8160385" y="10568940"/>
            <a:ext cx="408940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1" name="Oval 400"/>
          <p:cNvSpPr/>
          <p:nvPr/>
        </p:nvSpPr>
        <p:spPr>
          <a:xfrm>
            <a:off x="8304020" y="1048942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02" name="Flowchart: Decision 401"/>
          <p:cNvSpPr/>
          <p:nvPr/>
        </p:nvSpPr>
        <p:spPr>
          <a:xfrm>
            <a:off x="7495786" y="1032577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API/WSS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3" name="Straight Arrow Connector 402"/>
          <p:cNvCxnSpPr>
            <a:stCxn id="402" idx="0"/>
            <a:endCxn id="409" idx="2"/>
          </p:cNvCxnSpPr>
          <p:nvPr/>
        </p:nvCxnSpPr>
        <p:spPr>
          <a:xfrm flipH="1" flipV="1">
            <a:off x="7826851" y="9927590"/>
            <a:ext cx="2540" cy="3981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4" name="Oval 403"/>
          <p:cNvSpPr/>
          <p:nvPr/>
        </p:nvSpPr>
        <p:spPr>
          <a:xfrm>
            <a:off x="7754110" y="1009043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297" name="Flowchart: Terminator 296"/>
          <p:cNvSpPr/>
          <p:nvPr/>
        </p:nvSpPr>
        <p:spPr>
          <a:xfrm>
            <a:off x="5307330" y="9754235"/>
            <a:ext cx="44894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9" name="Rectangles 408"/>
          <p:cNvSpPr/>
          <p:nvPr/>
        </p:nvSpPr>
        <p:spPr>
          <a:xfrm>
            <a:off x="7604601" y="9790430"/>
            <a:ext cx="447040" cy="13716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50" b="1">
                <a:sym typeface="+mn-ea"/>
              </a:rPr>
              <a:t>Hold</a:t>
            </a:r>
            <a:endParaRPr lang="en-US" sz="550" b="1">
              <a:sym typeface="+mn-ea"/>
            </a:endParaRPr>
          </a:p>
        </p:txBody>
      </p:sp>
      <p:grpSp>
        <p:nvGrpSpPr>
          <p:cNvPr id="413" name="Group 412"/>
          <p:cNvGrpSpPr/>
          <p:nvPr/>
        </p:nvGrpSpPr>
        <p:grpSpPr>
          <a:xfrm rot="0">
            <a:off x="11214735" y="4822825"/>
            <a:ext cx="363855" cy="287020"/>
            <a:chOff x="10155" y="438"/>
            <a:chExt cx="1146" cy="883"/>
          </a:xfrm>
        </p:grpSpPr>
        <p:grpSp>
          <p:nvGrpSpPr>
            <p:cNvPr id="414" name="Group 413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415" name="Picture 414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416" name="Picture 415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417" name="Picture 41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165" name="Group 164"/>
          <p:cNvGrpSpPr/>
          <p:nvPr/>
        </p:nvGrpSpPr>
        <p:grpSpPr>
          <a:xfrm>
            <a:off x="6873875" y="6372225"/>
            <a:ext cx="778510" cy="1923415"/>
            <a:chOff x="8333" y="8022"/>
            <a:chExt cx="1226" cy="3029"/>
          </a:xfrm>
        </p:grpSpPr>
        <p:grpSp>
          <p:nvGrpSpPr>
            <p:cNvPr id="160" name="Group 159"/>
            <p:cNvGrpSpPr/>
            <p:nvPr/>
          </p:nvGrpSpPr>
          <p:grpSpPr>
            <a:xfrm rot="0">
              <a:off x="8333" y="8022"/>
              <a:ext cx="673" cy="526"/>
              <a:chOff x="16290" y="4518"/>
              <a:chExt cx="748" cy="584"/>
            </a:xfrm>
          </p:grpSpPr>
          <p:pic>
            <p:nvPicPr>
              <p:cNvPr id="161" name="Picture 160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62" name="Oval 16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63" name="Picture 16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92" name="Picture 9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99" y="8445"/>
              <a:ext cx="1060" cy="260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37" name="Text Box 336"/>
          <p:cNvSpPr txBox="1"/>
          <p:nvPr/>
        </p:nvSpPr>
        <p:spPr>
          <a:xfrm>
            <a:off x="9187180" y="391033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Request Submit Flow</a:t>
            </a:r>
            <a:endParaRPr lang="en-US" sz="900"/>
          </a:p>
          <a:p>
            <a:r>
              <a:rPr lang="en-US" sz="900"/>
              <a:t>08/13/2025</a:t>
            </a:r>
            <a:endParaRPr lang="en-US" sz="900"/>
          </a:p>
        </p:txBody>
      </p:sp>
      <p:cxnSp>
        <p:nvCxnSpPr>
          <p:cNvPr id="4" name="Straight Arrow Connector 3"/>
          <p:cNvCxnSpPr>
            <a:stCxn id="201" idx="2"/>
            <a:endCxn id="29" idx="0"/>
          </p:cNvCxnSpPr>
          <p:nvPr/>
        </p:nvCxnSpPr>
        <p:spPr>
          <a:xfrm>
            <a:off x="5775325" y="4937125"/>
            <a:ext cx="635" cy="37401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Arrow Connector 335"/>
          <p:cNvCxnSpPr>
            <a:endCxn id="5" idx="1"/>
          </p:cNvCxnSpPr>
          <p:nvPr/>
        </p:nvCxnSpPr>
        <p:spPr>
          <a:xfrm flipV="1">
            <a:off x="4610100" y="4719320"/>
            <a:ext cx="635000" cy="63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5556113" y="420624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20" name="Straight Arrow Connector 19"/>
          <p:cNvCxnSpPr>
            <a:stCxn id="17" idx="2"/>
            <a:endCxn id="5" idx="0"/>
          </p:cNvCxnSpPr>
          <p:nvPr/>
        </p:nvCxnSpPr>
        <p:spPr>
          <a:xfrm flipH="1">
            <a:off x="5775325" y="4425950"/>
            <a:ext cx="635" cy="22860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945" y="4095750"/>
            <a:ext cx="1123950" cy="161925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9" name="Flowchart: Decision 28"/>
          <p:cNvSpPr/>
          <p:nvPr/>
        </p:nvSpPr>
        <p:spPr>
          <a:xfrm>
            <a:off x="5443147" y="531114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0" name="Flowchart: Decision 29"/>
          <p:cNvSpPr/>
          <p:nvPr/>
        </p:nvSpPr>
        <p:spPr>
          <a:xfrm>
            <a:off x="7512685" y="530923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1" name="Straight Arrow Connector 30"/>
          <p:cNvCxnSpPr>
            <a:stCxn id="29" idx="2"/>
            <a:endCxn id="63" idx="0"/>
          </p:cNvCxnSpPr>
          <p:nvPr/>
        </p:nvCxnSpPr>
        <p:spPr>
          <a:xfrm flipH="1">
            <a:off x="5775325" y="5796280"/>
            <a:ext cx="635" cy="4800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5701558" y="59353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4" name="Flowchart: Decision 33"/>
          <p:cNvSpPr/>
          <p:nvPr/>
        </p:nvSpPr>
        <p:spPr>
          <a:xfrm>
            <a:off x="5443147" y="67373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5" name="Straight Arrow Connector 54"/>
          <p:cNvCxnSpPr>
            <a:stCxn id="30" idx="3"/>
            <a:endCxn id="148" idx="1"/>
          </p:cNvCxnSpPr>
          <p:nvPr/>
        </p:nvCxnSpPr>
        <p:spPr>
          <a:xfrm flipV="1">
            <a:off x="8177530" y="5531485"/>
            <a:ext cx="471805" cy="203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287385" y="5471795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7" name="Group 196"/>
          <p:cNvGrpSpPr/>
          <p:nvPr/>
        </p:nvGrpSpPr>
        <p:grpSpPr>
          <a:xfrm>
            <a:off x="5245344" y="6276340"/>
            <a:ext cx="1060450" cy="285750"/>
            <a:chOff x="8264" y="9884"/>
            <a:chExt cx="1670" cy="450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63" name="Rectangles 62"/>
            <p:cNvSpPr/>
            <p:nvPr/>
          </p:nvSpPr>
          <p:spPr>
            <a:xfrm>
              <a:off x="8264" y="988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64" name="Rectangles 63"/>
            <p:cNvSpPr/>
            <p:nvPr/>
          </p:nvSpPr>
          <p:spPr>
            <a:xfrm>
              <a:off x="8264" y="1013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65" name="Flowchart: Terminator 64"/>
          <p:cNvSpPr/>
          <p:nvPr/>
        </p:nvSpPr>
        <p:spPr>
          <a:xfrm>
            <a:off x="4818380" y="642112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/>
          <p:nvPr/>
        </p:nvCxnSpPr>
        <p:spPr>
          <a:xfrm flipV="1">
            <a:off x="4331335" y="6496685"/>
            <a:ext cx="487045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>
            <a:stCxn id="29" idx="3"/>
            <a:endCxn id="30" idx="1"/>
          </p:cNvCxnSpPr>
          <p:nvPr/>
        </p:nvCxnSpPr>
        <p:spPr>
          <a:xfrm flipV="1">
            <a:off x="6108065" y="5551805"/>
            <a:ext cx="14046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6472555" y="5473700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78" name="Straight Arrow Connector 77"/>
          <p:cNvCxnSpPr>
            <a:stCxn id="64" idx="2"/>
            <a:endCxn id="34" idx="0"/>
          </p:cNvCxnSpPr>
          <p:nvPr/>
        </p:nvCxnSpPr>
        <p:spPr>
          <a:xfrm>
            <a:off x="5775325" y="6562090"/>
            <a:ext cx="635" cy="1752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1" name="Group 170"/>
          <p:cNvGrpSpPr/>
          <p:nvPr/>
        </p:nvGrpSpPr>
        <p:grpSpPr>
          <a:xfrm>
            <a:off x="3743960" y="5728970"/>
            <a:ext cx="781050" cy="2398395"/>
            <a:chOff x="3393" y="7555"/>
            <a:chExt cx="1230" cy="3777"/>
          </a:xfrm>
        </p:grpSpPr>
        <p:grpSp>
          <p:nvGrpSpPr>
            <p:cNvPr id="79" name="Group 78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80" name="Picture 79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81" name="Oval 8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82" name="Picture 8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68" name="Picture 6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84" name="Straight Arrow Connector 83"/>
          <p:cNvCxnSpPr>
            <a:stCxn id="30" idx="2"/>
            <a:endCxn id="94" idx="0"/>
          </p:cNvCxnSpPr>
          <p:nvPr/>
        </p:nvCxnSpPr>
        <p:spPr>
          <a:xfrm>
            <a:off x="7845425" y="5794375"/>
            <a:ext cx="3810" cy="13341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7768483" y="61601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8" name="Flowchart: Decision 87"/>
          <p:cNvSpPr/>
          <p:nvPr/>
        </p:nvSpPr>
        <p:spPr>
          <a:xfrm>
            <a:off x="8843010" y="599630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9" name="Straight Arrow Connector 88"/>
          <p:cNvCxnSpPr>
            <a:stCxn id="34" idx="3"/>
            <a:endCxn id="93" idx="1"/>
          </p:cNvCxnSpPr>
          <p:nvPr/>
        </p:nvCxnSpPr>
        <p:spPr>
          <a:xfrm flipV="1">
            <a:off x="6108065" y="6972300"/>
            <a:ext cx="41846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6224163" y="689991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93" name="Flowchart: Terminator 92"/>
          <p:cNvSpPr/>
          <p:nvPr/>
        </p:nvSpPr>
        <p:spPr>
          <a:xfrm>
            <a:off x="6526530" y="689991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4" name="Flowchart: Terminator 93"/>
          <p:cNvSpPr/>
          <p:nvPr/>
        </p:nvSpPr>
        <p:spPr>
          <a:xfrm>
            <a:off x="7609840" y="712851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8" name="Flowchart: Terminator 97"/>
          <p:cNvSpPr/>
          <p:nvPr/>
        </p:nvSpPr>
        <p:spPr>
          <a:xfrm>
            <a:off x="6548120" y="784352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98" name="Group 197"/>
          <p:cNvGrpSpPr/>
          <p:nvPr/>
        </p:nvGrpSpPr>
        <p:grpSpPr>
          <a:xfrm>
            <a:off x="8649335" y="5466715"/>
            <a:ext cx="1060450" cy="288925"/>
            <a:chOff x="13621" y="8609"/>
            <a:chExt cx="1670" cy="45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48" name="Rectangles 147"/>
            <p:cNvSpPr/>
            <p:nvPr/>
          </p:nvSpPr>
          <p:spPr>
            <a:xfrm>
              <a:off x="13621" y="8609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Insert</a:t>
              </a:r>
              <a:endParaRPr lang="en-US" sz="720"/>
            </a:p>
          </p:txBody>
        </p:sp>
        <p:sp>
          <p:nvSpPr>
            <p:cNvPr id="149" name="Rectangles 148"/>
            <p:cNvSpPr/>
            <p:nvPr/>
          </p:nvSpPr>
          <p:spPr>
            <a:xfrm>
              <a:off x="13621" y="886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151" name="Flowchart: Terminator 150"/>
          <p:cNvSpPr/>
          <p:nvPr/>
        </p:nvSpPr>
        <p:spPr>
          <a:xfrm>
            <a:off x="9681210" y="5624195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2" name="Straight Arrow Connector 151"/>
          <p:cNvCxnSpPr>
            <a:stCxn id="149" idx="2"/>
            <a:endCxn id="88" idx="0"/>
          </p:cNvCxnSpPr>
          <p:nvPr/>
        </p:nvCxnSpPr>
        <p:spPr>
          <a:xfrm flipH="1">
            <a:off x="9175750" y="5755640"/>
            <a:ext cx="3810" cy="24066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/>
          <p:cNvCxnSpPr>
            <a:stCxn id="88" idx="1"/>
            <a:endCxn id="85" idx="6"/>
          </p:cNvCxnSpPr>
          <p:nvPr/>
        </p:nvCxnSpPr>
        <p:spPr>
          <a:xfrm flipH="1">
            <a:off x="7916545" y="6238875"/>
            <a:ext cx="92646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/>
          <p:cNvCxnSpPr>
            <a:endCxn id="151" idx="3"/>
          </p:cNvCxnSpPr>
          <p:nvPr/>
        </p:nvCxnSpPr>
        <p:spPr>
          <a:xfrm flipH="1">
            <a:off x="10181590" y="5692140"/>
            <a:ext cx="33274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/>
          <p:cNvCxnSpPr>
            <a:stCxn id="88" idx="2"/>
          </p:cNvCxnSpPr>
          <p:nvPr/>
        </p:nvCxnSpPr>
        <p:spPr>
          <a:xfrm flipH="1">
            <a:off x="9171305" y="648144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Oval 167"/>
          <p:cNvSpPr/>
          <p:nvPr/>
        </p:nvSpPr>
        <p:spPr>
          <a:xfrm>
            <a:off x="9101348" y="660908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69" name="Flowchart: Decision 168"/>
          <p:cNvSpPr/>
          <p:nvPr/>
        </p:nvSpPr>
        <p:spPr>
          <a:xfrm>
            <a:off x="8845550" y="695007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72" name="Group 171"/>
          <p:cNvGrpSpPr/>
          <p:nvPr/>
        </p:nvGrpSpPr>
        <p:grpSpPr>
          <a:xfrm>
            <a:off x="10408920" y="4363085"/>
            <a:ext cx="781050" cy="2398395"/>
            <a:chOff x="3393" y="7555"/>
            <a:chExt cx="1230" cy="3777"/>
          </a:xfrm>
        </p:grpSpPr>
        <p:grpSp>
          <p:nvGrpSpPr>
            <p:cNvPr id="173" name="Group 172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174" name="Picture 173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75" name="Oval 17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76" name="Picture 17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77" name="Picture 17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181" name="Straight Arrow Connector 180"/>
          <p:cNvCxnSpPr>
            <a:stCxn id="169" idx="2"/>
            <a:endCxn id="184" idx="0"/>
          </p:cNvCxnSpPr>
          <p:nvPr/>
        </p:nvCxnSpPr>
        <p:spPr>
          <a:xfrm flipH="1">
            <a:off x="9173210" y="7435215"/>
            <a:ext cx="5080" cy="42989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/>
          <p:cNvSpPr/>
          <p:nvPr/>
        </p:nvSpPr>
        <p:spPr>
          <a:xfrm>
            <a:off x="9103253" y="75444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9" name="Group 198"/>
          <p:cNvGrpSpPr/>
          <p:nvPr/>
        </p:nvGrpSpPr>
        <p:grpSpPr>
          <a:xfrm>
            <a:off x="8642985" y="7865110"/>
            <a:ext cx="1060450" cy="282575"/>
            <a:chOff x="13611" y="12386"/>
            <a:chExt cx="1670" cy="44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4" name="Rectangles 183"/>
            <p:cNvSpPr/>
            <p:nvPr/>
          </p:nvSpPr>
          <p:spPr>
            <a:xfrm>
              <a:off x="13611" y="12386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</a:t>
              </a:r>
              <a:endParaRPr lang="en-US" sz="720"/>
            </a:p>
          </p:txBody>
        </p:sp>
        <p:sp>
          <p:nvSpPr>
            <p:cNvPr id="185" name="Rectangles 184"/>
            <p:cNvSpPr/>
            <p:nvPr/>
          </p:nvSpPr>
          <p:spPr>
            <a:xfrm>
              <a:off x="13611" y="12628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Cancels</a:t>
              </a:r>
              <a:endParaRPr lang="en-US" sz="720"/>
            </a:p>
          </p:txBody>
        </p:sp>
      </p:grpSp>
      <p:sp>
        <p:nvSpPr>
          <p:cNvPr id="190" name="Flowchart: Terminator 189"/>
          <p:cNvSpPr/>
          <p:nvPr/>
        </p:nvSpPr>
        <p:spPr>
          <a:xfrm>
            <a:off x="7609840" y="7982585"/>
            <a:ext cx="478790" cy="1854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cancel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2" name="Straight Arrow Connector 191"/>
          <p:cNvCxnSpPr>
            <a:stCxn id="185" idx="1"/>
            <a:endCxn id="190" idx="3"/>
          </p:cNvCxnSpPr>
          <p:nvPr/>
        </p:nvCxnSpPr>
        <p:spPr>
          <a:xfrm flipH="1" flipV="1">
            <a:off x="8088630" y="8075295"/>
            <a:ext cx="55435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/>
          <p:cNvCxnSpPr>
            <a:stCxn id="190" idx="0"/>
            <a:endCxn id="94" idx="2"/>
          </p:cNvCxnSpPr>
          <p:nvPr/>
        </p:nvCxnSpPr>
        <p:spPr>
          <a:xfrm flipV="1">
            <a:off x="7849235" y="7272655"/>
            <a:ext cx="0" cy="709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Flowchart: Terminator 193"/>
          <p:cNvSpPr/>
          <p:nvPr/>
        </p:nvSpPr>
        <p:spPr>
          <a:xfrm>
            <a:off x="9681210" y="800608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6" name="Straight Arrow Connector 195"/>
          <p:cNvCxnSpPr>
            <a:stCxn id="151" idx="2"/>
            <a:endCxn id="194" idx="0"/>
          </p:cNvCxnSpPr>
          <p:nvPr/>
        </p:nvCxnSpPr>
        <p:spPr>
          <a:xfrm>
            <a:off x="9931400" y="5768340"/>
            <a:ext cx="0" cy="22377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/>
          <p:cNvGrpSpPr/>
          <p:nvPr/>
        </p:nvGrpSpPr>
        <p:grpSpPr>
          <a:xfrm>
            <a:off x="5245344" y="4654550"/>
            <a:ext cx="1060450" cy="281940"/>
            <a:chOff x="8271" y="7330"/>
            <a:chExt cx="1670" cy="44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Rectangles 4"/>
            <p:cNvSpPr/>
            <p:nvPr/>
          </p:nvSpPr>
          <p:spPr>
            <a:xfrm>
              <a:off x="8271" y="7330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01" name="Rectangles 200"/>
            <p:cNvSpPr/>
            <p:nvPr/>
          </p:nvSpPr>
          <p:spPr>
            <a:xfrm>
              <a:off x="8271" y="757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Request</a:t>
              </a:r>
              <a:endParaRPr lang="en-US" sz="720"/>
            </a:p>
          </p:txBody>
        </p:sp>
      </p:grpSp>
      <p:cxnSp>
        <p:nvCxnSpPr>
          <p:cNvPr id="204" name="Straight Arrow Connector 203"/>
          <p:cNvCxnSpPr/>
          <p:nvPr/>
        </p:nvCxnSpPr>
        <p:spPr>
          <a:xfrm flipH="1">
            <a:off x="5771515" y="720788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5701558" y="73355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06" name="Flowchart: Decision 205"/>
          <p:cNvSpPr/>
          <p:nvPr/>
        </p:nvSpPr>
        <p:spPr>
          <a:xfrm>
            <a:off x="5443147" y="767651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07" name="Straight Arrow Connector 206"/>
          <p:cNvCxnSpPr>
            <a:stCxn id="206" idx="3"/>
            <a:endCxn id="98" idx="1"/>
          </p:cNvCxnSpPr>
          <p:nvPr/>
        </p:nvCxnSpPr>
        <p:spPr>
          <a:xfrm flipV="1">
            <a:off x="6108065" y="7915910"/>
            <a:ext cx="440055" cy="31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24163" y="783336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s 5"/>
          <p:cNvSpPr/>
          <p:nvPr/>
        </p:nvSpPr>
        <p:spPr>
          <a:xfrm>
            <a:off x="9009380" y="5269230"/>
            <a:ext cx="1724660" cy="112649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4239895" y="6641465"/>
            <a:ext cx="1085850" cy="1445895"/>
            <a:chOff x="6677" y="10459"/>
            <a:chExt cx="1710" cy="2277"/>
          </a:xfrm>
        </p:grpSpPr>
        <p:pic>
          <p:nvPicPr>
            <p:cNvPr id="241" name="Picture 24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6813" y="10886"/>
              <a:ext cx="1575" cy="1851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272" name="Group 271"/>
            <p:cNvGrpSpPr/>
            <p:nvPr/>
          </p:nvGrpSpPr>
          <p:grpSpPr>
            <a:xfrm rot="0">
              <a:off x="6677" y="10459"/>
              <a:ext cx="673" cy="526"/>
              <a:chOff x="16290" y="4518"/>
              <a:chExt cx="748" cy="584"/>
            </a:xfrm>
          </p:grpSpPr>
          <p:pic>
            <p:nvPicPr>
              <p:cNvPr id="273" name="Picture 27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74" name="Oval 27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75" name="Picture 274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</p:grpSp>
      <p:sp>
        <p:nvSpPr>
          <p:cNvPr id="22" name="Flowchart: Decision 21"/>
          <p:cNvSpPr/>
          <p:nvPr/>
        </p:nvSpPr>
        <p:spPr>
          <a:xfrm>
            <a:off x="6346595" y="690958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6677978" y="6563360"/>
            <a:ext cx="1905" cy="32575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3" name="Group 232"/>
          <p:cNvGrpSpPr/>
          <p:nvPr/>
        </p:nvGrpSpPr>
        <p:grpSpPr>
          <a:xfrm>
            <a:off x="8458835" y="5320030"/>
            <a:ext cx="1210945" cy="630555"/>
            <a:chOff x="13321" y="8378"/>
            <a:chExt cx="1907" cy="993"/>
          </a:xfrm>
        </p:grpSpPr>
        <p:sp>
          <p:nvSpPr>
            <p:cNvPr id="31" name="Rectangles 30"/>
            <p:cNvSpPr/>
            <p:nvPr/>
          </p:nvSpPr>
          <p:spPr>
            <a:xfrm>
              <a:off x="13558" y="869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sp>
          <p:nvSpPr>
            <p:cNvPr id="32" name="Rectangles 31"/>
            <p:cNvSpPr/>
            <p:nvPr/>
          </p:nvSpPr>
          <p:spPr>
            <a:xfrm>
              <a:off x="13558" y="8933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34" name="Rectangles 33"/>
            <p:cNvSpPr/>
            <p:nvPr/>
          </p:nvSpPr>
          <p:spPr>
            <a:xfrm>
              <a:off x="13558" y="9169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  <p:grpSp>
          <p:nvGrpSpPr>
            <p:cNvPr id="139" name="Group 138"/>
            <p:cNvGrpSpPr/>
            <p:nvPr/>
          </p:nvGrpSpPr>
          <p:grpSpPr>
            <a:xfrm rot="0">
              <a:off x="13321" y="8378"/>
              <a:ext cx="427" cy="394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557" y="8695"/>
              <a:ext cx="338" cy="135"/>
            </a:xfrm>
            <a:prstGeom prst="rect">
              <a:avLst/>
            </a:prstGeom>
          </p:spPr>
        </p:pic>
      </p:grpSp>
      <p:cxnSp>
        <p:nvCxnSpPr>
          <p:cNvPr id="38" name="Straight Arrow Connector 37"/>
          <p:cNvCxnSpPr/>
          <p:nvPr/>
        </p:nvCxnSpPr>
        <p:spPr>
          <a:xfrm>
            <a:off x="9669780" y="5737225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flipH="1">
            <a:off x="9670415" y="4517390"/>
            <a:ext cx="75184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endCxn id="7" idx="3"/>
          </p:cNvCxnSpPr>
          <p:nvPr/>
        </p:nvCxnSpPr>
        <p:spPr>
          <a:xfrm flipH="1">
            <a:off x="10096500" y="5885180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2" name="Group 241"/>
          <p:cNvGrpSpPr/>
          <p:nvPr/>
        </p:nvGrpSpPr>
        <p:grpSpPr>
          <a:xfrm>
            <a:off x="8458200" y="4249420"/>
            <a:ext cx="1212850" cy="479425"/>
            <a:chOff x="13320" y="6692"/>
            <a:chExt cx="1910" cy="755"/>
          </a:xfrm>
        </p:grpSpPr>
        <p:sp>
          <p:nvSpPr>
            <p:cNvPr id="8" name="Rectangles 7"/>
            <p:cNvSpPr/>
            <p:nvPr/>
          </p:nvSpPr>
          <p:spPr>
            <a:xfrm>
              <a:off x="13560" y="701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Websocket</a:t>
              </a:r>
              <a:endParaRPr lang="en-US" sz="720">
                <a:sym typeface="+mn-ea"/>
              </a:endParaRPr>
            </a:p>
          </p:txBody>
        </p:sp>
        <p:sp>
          <p:nvSpPr>
            <p:cNvPr id="9" name="Rectangles 8"/>
            <p:cNvSpPr/>
            <p:nvPr/>
          </p:nvSpPr>
          <p:spPr>
            <a:xfrm>
              <a:off x="13560" y="7245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Message</a:t>
              </a:r>
              <a:endParaRPr lang="en-US" sz="720">
                <a:sym typeface="+mn-ea"/>
              </a:endParaRPr>
            </a:p>
          </p:txBody>
        </p:sp>
        <p:grpSp>
          <p:nvGrpSpPr>
            <p:cNvPr id="96" name="Group 95"/>
            <p:cNvGrpSpPr/>
            <p:nvPr/>
          </p:nvGrpSpPr>
          <p:grpSpPr>
            <a:xfrm rot="0">
              <a:off x="13320" y="6692"/>
              <a:ext cx="572" cy="452"/>
              <a:chOff x="12459" y="1283"/>
              <a:chExt cx="636" cy="502"/>
            </a:xfrm>
          </p:grpSpPr>
          <p:pic>
            <p:nvPicPr>
              <p:cNvPr id="93" name="Picture 9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94" name="Picture 9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95" name="Picture 9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</p:grp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5728335" y="7153910"/>
            <a:ext cx="618490" cy="762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6000643" y="706865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9853930" y="29629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Positions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7650" y="5400040"/>
            <a:ext cx="1473200" cy="15005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7650" y="3528695"/>
            <a:ext cx="1472565" cy="154368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5" name="Flowchart: Terminator 24"/>
          <p:cNvSpPr/>
          <p:nvPr/>
        </p:nvSpPr>
        <p:spPr>
          <a:xfrm>
            <a:off x="5243195" y="7094220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2" name="Flowchart: Terminator 81"/>
          <p:cNvSpPr/>
          <p:nvPr/>
        </p:nvSpPr>
        <p:spPr>
          <a:xfrm>
            <a:off x="7165975" y="5777865"/>
            <a:ext cx="679450" cy="20955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api positions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7" name="Elbow Connector 26"/>
          <p:cNvCxnSpPr>
            <a:stCxn id="54" idx="3"/>
            <a:endCxn id="33" idx="3"/>
          </p:cNvCxnSpPr>
          <p:nvPr/>
        </p:nvCxnSpPr>
        <p:spPr>
          <a:xfrm>
            <a:off x="7209155" y="6054090"/>
            <a:ext cx="511175" cy="159385"/>
          </a:xfrm>
          <a:prstGeom prst="bentConnector3">
            <a:avLst>
              <a:gd name="adj1" fmla="val 14658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0" name="Group 229"/>
          <p:cNvGrpSpPr/>
          <p:nvPr/>
        </p:nvGrpSpPr>
        <p:grpSpPr>
          <a:xfrm>
            <a:off x="6148705" y="5838190"/>
            <a:ext cx="1060450" cy="730250"/>
            <a:chOff x="9683" y="9194"/>
            <a:chExt cx="1670" cy="1150"/>
          </a:xfrm>
        </p:grpSpPr>
        <p:sp>
          <p:nvSpPr>
            <p:cNvPr id="52" name="Rectangles 51"/>
            <p:cNvSpPr/>
            <p:nvPr/>
          </p:nvSpPr>
          <p:spPr>
            <a:xfrm>
              <a:off x="9683" y="9194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9683" y="943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9683" y="990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5" name="Rectangles 4"/>
            <p:cNvSpPr/>
            <p:nvPr/>
          </p:nvSpPr>
          <p:spPr>
            <a:xfrm>
              <a:off x="9683" y="9669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Published</a:t>
              </a:r>
              <a:endParaRPr lang="en-US" sz="720">
                <a:sym typeface="+mn-ea"/>
              </a:endParaRPr>
            </a:p>
          </p:txBody>
        </p:sp>
        <p:sp>
          <p:nvSpPr>
            <p:cNvPr id="28" name="Rectangles 27"/>
            <p:cNvSpPr/>
            <p:nvPr/>
          </p:nvSpPr>
          <p:spPr>
            <a:xfrm>
              <a:off x="9683" y="1014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Compare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3" name="Flowchart: Terminator 32"/>
          <p:cNvSpPr/>
          <p:nvPr/>
        </p:nvSpPr>
        <p:spPr>
          <a:xfrm>
            <a:off x="7166610" y="614870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9" name="Elbow Connector 38"/>
          <p:cNvCxnSpPr>
            <a:stCxn id="54" idx="1"/>
            <a:endCxn id="319" idx="3"/>
          </p:cNvCxnSpPr>
          <p:nvPr/>
        </p:nvCxnSpPr>
        <p:spPr>
          <a:xfrm rot="10800000">
            <a:off x="5704205" y="5231130"/>
            <a:ext cx="444500" cy="82296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6083300" y="7012940"/>
            <a:ext cx="210820" cy="9817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5253355" y="7544435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6041283" y="752903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67" name="Elbow Connector 266"/>
          <p:cNvCxnSpPr>
            <a:stCxn id="241" idx="0"/>
            <a:endCxn id="238" idx="2"/>
          </p:cNvCxnSpPr>
          <p:nvPr/>
        </p:nvCxnSpPr>
        <p:spPr>
          <a:xfrm rot="16200000">
            <a:off x="5178425" y="6070600"/>
            <a:ext cx="489585" cy="119380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/>
          <p:cNvGrpSpPr/>
          <p:nvPr/>
        </p:nvGrpSpPr>
        <p:grpSpPr>
          <a:xfrm>
            <a:off x="6148705" y="4611370"/>
            <a:ext cx="1060450" cy="276860"/>
            <a:chOff x="9683" y="7262"/>
            <a:chExt cx="1670" cy="436"/>
          </a:xfrm>
        </p:grpSpPr>
        <p:sp>
          <p:nvSpPr>
            <p:cNvPr id="313" name="Rectangles 312"/>
            <p:cNvSpPr/>
            <p:nvPr/>
          </p:nvSpPr>
          <p:spPr>
            <a:xfrm>
              <a:off x="9683" y="726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9683" y="7496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7805420" y="4662805"/>
            <a:ext cx="805180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Elbow Connector 323"/>
          <p:cNvCxnSpPr>
            <a:stCxn id="315" idx="1"/>
            <a:endCxn id="319" idx="3"/>
          </p:cNvCxnSpPr>
          <p:nvPr/>
        </p:nvCxnSpPr>
        <p:spPr>
          <a:xfrm rot="10800000" flipV="1">
            <a:off x="5704205" y="4824730"/>
            <a:ext cx="444500" cy="40640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7089140" y="4551045"/>
            <a:ext cx="716280" cy="2235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wss message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/>
          <p:nvPr/>
        </p:nvCxnSpPr>
        <p:spPr>
          <a:xfrm flipH="1" flipV="1">
            <a:off x="7845425" y="5882640"/>
            <a:ext cx="763905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/>
          <p:cNvCxnSpPr>
            <a:stCxn id="83" idx="0"/>
            <a:endCxn id="34" idx="2"/>
          </p:cNvCxnSpPr>
          <p:nvPr/>
        </p:nvCxnSpPr>
        <p:spPr>
          <a:xfrm flipH="1" flipV="1">
            <a:off x="9139555" y="5951220"/>
            <a:ext cx="1270" cy="68516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234" name="Group 233"/>
          <p:cNvGrpSpPr/>
          <p:nvPr/>
        </p:nvGrpSpPr>
        <p:grpSpPr>
          <a:xfrm>
            <a:off x="8921115" y="6485890"/>
            <a:ext cx="554355" cy="368935"/>
            <a:chOff x="14049" y="10214"/>
            <a:chExt cx="873" cy="581"/>
          </a:xfrm>
        </p:grpSpPr>
        <p:sp>
          <p:nvSpPr>
            <p:cNvPr id="83" name="Flowchart: Off-page Connector 82"/>
            <p:cNvSpPr/>
            <p:nvPr/>
          </p:nvSpPr>
          <p:spPr>
            <a:xfrm>
              <a:off x="14049" y="1045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position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102" name="Group 101"/>
            <p:cNvGrpSpPr/>
            <p:nvPr/>
          </p:nvGrpSpPr>
          <p:grpSpPr>
            <a:xfrm>
              <a:off x="14602" y="10214"/>
              <a:ext cx="320" cy="340"/>
              <a:chOff x="8092" y="1237"/>
              <a:chExt cx="482" cy="524"/>
            </a:xfrm>
          </p:grpSpPr>
          <p:sp>
            <p:nvSpPr>
              <p:cNvPr id="101" name="Oval 100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99" name="Picture 98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7" name="Flowchart: Terminator 6"/>
          <p:cNvSpPr/>
          <p:nvPr/>
        </p:nvSpPr>
        <p:spPr>
          <a:xfrm>
            <a:off x="9542780" y="582231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8" name="Flowchart: Terminator 237"/>
          <p:cNvSpPr/>
          <p:nvPr/>
        </p:nvSpPr>
        <p:spPr>
          <a:xfrm>
            <a:off x="5743575" y="629412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4281170" y="3948430"/>
            <a:ext cx="1099820" cy="2291080"/>
            <a:chOff x="6742" y="6218"/>
            <a:chExt cx="1732" cy="3608"/>
          </a:xfrm>
        </p:grpSpPr>
        <p:grpSp>
          <p:nvGrpSpPr>
            <p:cNvPr id="268" name="Group 267"/>
            <p:cNvGrpSpPr/>
            <p:nvPr/>
          </p:nvGrpSpPr>
          <p:grpSpPr>
            <a:xfrm rot="0">
              <a:off x="6742" y="6218"/>
              <a:ext cx="673" cy="526"/>
              <a:chOff x="16290" y="4518"/>
              <a:chExt cx="748" cy="584"/>
            </a:xfrm>
          </p:grpSpPr>
          <p:pic>
            <p:nvPicPr>
              <p:cNvPr id="269" name="Picture 26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70" name="Oval 269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71" name="Picture 27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39" name="Picture 238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908" y="6640"/>
              <a:ext cx="1566" cy="318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19" name="Flowchart: Terminator 318"/>
          <p:cNvSpPr/>
          <p:nvPr/>
        </p:nvSpPr>
        <p:spPr>
          <a:xfrm>
            <a:off x="5203190" y="5166360"/>
            <a:ext cx="50101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s 5"/>
          <p:cNvSpPr/>
          <p:nvPr/>
        </p:nvSpPr>
        <p:spPr>
          <a:xfrm>
            <a:off x="10021570" y="4538345"/>
            <a:ext cx="1948815" cy="250190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2" name="Flowchart: Decision 21"/>
          <p:cNvSpPr/>
          <p:nvPr/>
        </p:nvSpPr>
        <p:spPr>
          <a:xfrm>
            <a:off x="3572280" y="534176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1" name="Rectangles 30"/>
          <p:cNvSpPr/>
          <p:nvPr/>
        </p:nvSpPr>
        <p:spPr>
          <a:xfrm>
            <a:off x="9845675" y="570166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32" name="Rectangles 31"/>
          <p:cNvSpPr/>
          <p:nvPr/>
        </p:nvSpPr>
        <p:spPr>
          <a:xfrm>
            <a:off x="9845675" y="585470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Import</a:t>
            </a:r>
            <a:endParaRPr lang="en-US" sz="720">
              <a:sym typeface="+mn-ea"/>
            </a:endParaRPr>
          </a:p>
        </p:txBody>
      </p:sp>
      <p:sp>
        <p:nvSpPr>
          <p:cNvPr id="34" name="Rectangles 33"/>
          <p:cNvSpPr/>
          <p:nvPr/>
        </p:nvSpPr>
        <p:spPr>
          <a:xfrm>
            <a:off x="9845675" y="600456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 Active</a:t>
            </a:r>
            <a:endParaRPr lang="en-US" sz="720">
              <a:sym typeface="+mn-ea"/>
            </a:endParaRPr>
          </a:p>
        </p:txBody>
      </p:sp>
      <p:grpSp>
        <p:nvGrpSpPr>
          <p:cNvPr id="44" name="Group 43"/>
          <p:cNvGrpSpPr/>
          <p:nvPr/>
        </p:nvGrpSpPr>
        <p:grpSpPr>
          <a:xfrm rot="0">
            <a:off x="9695180" y="5497195"/>
            <a:ext cx="364490" cy="286385"/>
            <a:chOff x="13321" y="8378"/>
            <a:chExt cx="574" cy="451"/>
          </a:xfrm>
        </p:grpSpPr>
        <p:grpSp>
          <p:nvGrpSpPr>
            <p:cNvPr id="139" name="Group 138"/>
            <p:cNvGrpSpPr/>
            <p:nvPr/>
          </p:nvGrpSpPr>
          <p:grpSpPr>
            <a:xfrm rot="0">
              <a:off x="13321" y="8378"/>
              <a:ext cx="427" cy="394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557" y="8695"/>
              <a:ext cx="338" cy="135"/>
            </a:xfrm>
            <a:prstGeom prst="rect">
              <a:avLst/>
            </a:prstGeom>
          </p:spPr>
        </p:pic>
      </p:grpSp>
      <p:cxnSp>
        <p:nvCxnSpPr>
          <p:cNvPr id="38" name="Straight Arrow Connector 37"/>
          <p:cNvCxnSpPr/>
          <p:nvPr/>
        </p:nvCxnSpPr>
        <p:spPr>
          <a:xfrm>
            <a:off x="10906125" y="5919470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endCxn id="7" idx="3"/>
          </p:cNvCxnSpPr>
          <p:nvPr/>
        </p:nvCxnSpPr>
        <p:spPr>
          <a:xfrm flipH="1">
            <a:off x="11332845" y="6067425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2954020" y="5586095"/>
            <a:ext cx="618490" cy="762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3226328" y="550084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10734040" y="237617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 Instrument Positions Flow</a:t>
            </a:r>
            <a:endParaRPr lang="en-US" sz="900"/>
          </a:p>
          <a:p>
            <a:r>
              <a:rPr lang="en-US" sz="900"/>
              <a:t>011/20/2025</a:t>
            </a:r>
            <a:endParaRPr lang="en-US" sz="900"/>
          </a:p>
        </p:txBody>
      </p:sp>
      <p:sp>
        <p:nvSpPr>
          <p:cNvPr id="25" name="Flowchart: Terminator 24"/>
          <p:cNvSpPr/>
          <p:nvPr/>
        </p:nvSpPr>
        <p:spPr>
          <a:xfrm>
            <a:off x="2468880" y="5526405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3308985" y="5445125"/>
            <a:ext cx="210820" cy="9817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2479040" y="5976620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3266968" y="596121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231" name="Group 230"/>
          <p:cNvGrpSpPr/>
          <p:nvPr/>
        </p:nvGrpSpPr>
        <p:grpSpPr>
          <a:xfrm>
            <a:off x="7549515" y="5360035"/>
            <a:ext cx="1060450" cy="276860"/>
            <a:chOff x="9683" y="7262"/>
            <a:chExt cx="1670" cy="436"/>
          </a:xfrm>
        </p:grpSpPr>
        <p:sp>
          <p:nvSpPr>
            <p:cNvPr id="313" name="Rectangles 312"/>
            <p:cNvSpPr/>
            <p:nvPr/>
          </p:nvSpPr>
          <p:spPr>
            <a:xfrm>
              <a:off x="9683" y="726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9683" y="7496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9569450" y="4818380"/>
            <a:ext cx="277495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8931275" y="4743450"/>
            <a:ext cx="638175" cy="1498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instruments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>
            <a:endCxn id="29" idx="3"/>
          </p:cNvCxnSpPr>
          <p:nvPr/>
        </p:nvCxnSpPr>
        <p:spPr>
          <a:xfrm flipH="1" flipV="1">
            <a:off x="9569450" y="6066790"/>
            <a:ext cx="276225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Terminator 6"/>
          <p:cNvSpPr/>
          <p:nvPr/>
        </p:nvSpPr>
        <p:spPr>
          <a:xfrm>
            <a:off x="10779125" y="600456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19865" y="5661660"/>
            <a:ext cx="1386840" cy="174371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21" name="Straight Arrow Connector 20"/>
          <p:cNvCxnSpPr/>
          <p:nvPr/>
        </p:nvCxnSpPr>
        <p:spPr>
          <a:xfrm>
            <a:off x="10907395" y="4669155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endCxn id="26" idx="3"/>
          </p:cNvCxnSpPr>
          <p:nvPr/>
        </p:nvCxnSpPr>
        <p:spPr>
          <a:xfrm flipH="1">
            <a:off x="11334115" y="4817110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Flowchart: Terminator 28"/>
          <p:cNvSpPr/>
          <p:nvPr/>
        </p:nvSpPr>
        <p:spPr>
          <a:xfrm>
            <a:off x="8931275" y="5991860"/>
            <a:ext cx="638175" cy="1498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leverages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0" name="Straight Arrow Connector 29"/>
          <p:cNvCxnSpPr>
            <a:endCxn id="14" idx="0"/>
          </p:cNvCxnSpPr>
          <p:nvPr/>
        </p:nvCxnSpPr>
        <p:spPr>
          <a:xfrm flipH="1">
            <a:off x="10377170" y="3857625"/>
            <a:ext cx="1270" cy="44132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35" name="Group 34"/>
          <p:cNvGrpSpPr/>
          <p:nvPr/>
        </p:nvGrpSpPr>
        <p:grpSpPr>
          <a:xfrm>
            <a:off x="10158730" y="3488055"/>
            <a:ext cx="554355" cy="368935"/>
            <a:chOff x="14049" y="10214"/>
            <a:chExt cx="873" cy="581"/>
          </a:xfrm>
        </p:grpSpPr>
        <p:sp>
          <p:nvSpPr>
            <p:cNvPr id="36" name="Flowchart: Off-page Connector 35"/>
            <p:cNvSpPr/>
            <p:nvPr/>
          </p:nvSpPr>
          <p:spPr>
            <a:xfrm>
              <a:off x="14049" y="1045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import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37" name="Group 36"/>
            <p:cNvGrpSpPr/>
            <p:nvPr/>
          </p:nvGrpSpPr>
          <p:grpSpPr>
            <a:xfrm>
              <a:off x="14602" y="10214"/>
              <a:ext cx="320" cy="340"/>
              <a:chOff x="8092" y="1237"/>
              <a:chExt cx="482" cy="524"/>
            </a:xfrm>
          </p:grpSpPr>
          <p:sp>
            <p:nvSpPr>
              <p:cNvPr id="40" name="Oval 39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1" name="Picture 40"/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cxnSp>
        <p:nvCxnSpPr>
          <p:cNvPr id="42" name="Straight Arrow Connector 41"/>
          <p:cNvCxnSpPr/>
          <p:nvPr/>
        </p:nvCxnSpPr>
        <p:spPr>
          <a:xfrm flipH="1">
            <a:off x="10375900" y="4883150"/>
            <a:ext cx="1270" cy="81851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43" name="Flowchart: Terminator 42"/>
          <p:cNvSpPr/>
          <p:nvPr/>
        </p:nvSpPr>
        <p:spPr>
          <a:xfrm>
            <a:off x="10099040" y="526923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6" name="Elbow Connector 45"/>
          <p:cNvCxnSpPr>
            <a:stCxn id="329" idx="1"/>
            <a:endCxn id="313" idx="3"/>
          </p:cNvCxnSpPr>
          <p:nvPr/>
        </p:nvCxnSpPr>
        <p:spPr>
          <a:xfrm rot="10800000" flipV="1">
            <a:off x="8609965" y="4818380"/>
            <a:ext cx="321310" cy="60642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/>
          <p:cNvCxnSpPr>
            <a:stCxn id="29" idx="1"/>
            <a:endCxn id="313" idx="3"/>
          </p:cNvCxnSpPr>
          <p:nvPr/>
        </p:nvCxnSpPr>
        <p:spPr>
          <a:xfrm rot="10800000">
            <a:off x="8609965" y="5424805"/>
            <a:ext cx="321310" cy="64198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19865" y="3696335"/>
            <a:ext cx="2194560" cy="192532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63" name="Group 62"/>
          <p:cNvGrpSpPr/>
          <p:nvPr/>
        </p:nvGrpSpPr>
        <p:grpSpPr>
          <a:xfrm>
            <a:off x="5627370" y="5518150"/>
            <a:ext cx="1140460" cy="1892935"/>
            <a:chOff x="5941" y="7341"/>
            <a:chExt cx="1796" cy="2981"/>
          </a:xfrm>
        </p:grpSpPr>
        <p:grpSp>
          <p:nvGrpSpPr>
            <p:cNvPr id="49" name="Group 48"/>
            <p:cNvGrpSpPr/>
            <p:nvPr/>
          </p:nvGrpSpPr>
          <p:grpSpPr>
            <a:xfrm rot="0">
              <a:off x="5941" y="7341"/>
              <a:ext cx="673" cy="526"/>
              <a:chOff x="16290" y="4518"/>
              <a:chExt cx="748" cy="584"/>
            </a:xfrm>
          </p:grpSpPr>
          <p:pic>
            <p:nvPicPr>
              <p:cNvPr id="50" name="Picture 4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51" name="Oval 5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53" name="Picture 52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8" name="Picture 47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07" y="7760"/>
              <a:ext cx="1630" cy="2562"/>
            </a:xfrm>
            <a:prstGeom prst="rect">
              <a:avLst/>
            </a:prstGeom>
          </p:spPr>
        </p:pic>
      </p:grpSp>
      <p:grpSp>
        <p:nvGrpSpPr>
          <p:cNvPr id="74" name="Group 73"/>
          <p:cNvGrpSpPr/>
          <p:nvPr/>
        </p:nvGrpSpPr>
        <p:grpSpPr>
          <a:xfrm>
            <a:off x="5627370" y="3310255"/>
            <a:ext cx="958850" cy="2153920"/>
            <a:chOff x="9117" y="4298"/>
            <a:chExt cx="1510" cy="3392"/>
          </a:xfrm>
        </p:grpSpPr>
        <p:grpSp>
          <p:nvGrpSpPr>
            <p:cNvPr id="73" name="Group 72"/>
            <p:cNvGrpSpPr/>
            <p:nvPr/>
          </p:nvGrpSpPr>
          <p:grpSpPr>
            <a:xfrm>
              <a:off x="9117" y="4298"/>
              <a:ext cx="674" cy="526"/>
              <a:chOff x="9117" y="4298"/>
              <a:chExt cx="674" cy="526"/>
            </a:xfrm>
          </p:grpSpPr>
          <p:pic>
            <p:nvPicPr>
              <p:cNvPr id="60" name="Picture 5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117" y="4516"/>
                <a:ext cx="271" cy="308"/>
              </a:xfrm>
              <a:prstGeom prst="rect">
                <a:avLst/>
              </a:prstGeom>
            </p:spPr>
          </p:pic>
          <p:sp>
            <p:nvSpPr>
              <p:cNvPr id="61" name="Oval 60"/>
              <p:cNvSpPr/>
              <p:nvPr/>
            </p:nvSpPr>
            <p:spPr>
              <a:xfrm>
                <a:off x="9367" y="4361"/>
                <a:ext cx="350" cy="3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62" name="Picture 61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83" y="4298"/>
                <a:ext cx="508" cy="467"/>
              </a:xfrm>
              <a:prstGeom prst="rect">
                <a:avLst/>
              </a:prstGeom>
            </p:spPr>
          </p:pic>
        </p:grpSp>
        <p:pic>
          <p:nvPicPr>
            <p:cNvPr id="57" name="Picture 56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283" y="4720"/>
              <a:ext cx="1345" cy="2970"/>
            </a:xfrm>
            <a:prstGeom prst="rect">
              <a:avLst/>
            </a:prstGeom>
          </p:spPr>
        </p:pic>
      </p:grpSp>
      <p:grpSp>
        <p:nvGrpSpPr>
          <p:cNvPr id="76" name="Group 75"/>
          <p:cNvGrpSpPr/>
          <p:nvPr/>
        </p:nvGrpSpPr>
        <p:grpSpPr>
          <a:xfrm>
            <a:off x="9695180" y="4091940"/>
            <a:ext cx="1212215" cy="790575"/>
            <a:chOff x="15268" y="6444"/>
            <a:chExt cx="1909" cy="1245"/>
          </a:xfrm>
        </p:grpSpPr>
        <p:sp>
          <p:nvSpPr>
            <p:cNvPr id="14" name="Rectangles 13"/>
            <p:cNvSpPr/>
            <p:nvPr/>
          </p:nvSpPr>
          <p:spPr>
            <a:xfrm>
              <a:off x="15507" y="6770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sp>
          <p:nvSpPr>
            <p:cNvPr id="15" name="Rectangles 14"/>
            <p:cNvSpPr/>
            <p:nvPr/>
          </p:nvSpPr>
          <p:spPr>
            <a:xfrm>
              <a:off x="15507" y="701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by Account</a:t>
              </a:r>
              <a:endParaRPr lang="en-US" sz="720">
                <a:sym typeface="+mn-ea"/>
              </a:endParaRPr>
            </a:p>
          </p:txBody>
        </p:sp>
        <p:sp>
          <p:nvSpPr>
            <p:cNvPr id="16" name="Rectangles 15"/>
            <p:cNvSpPr/>
            <p:nvPr/>
          </p:nvSpPr>
          <p:spPr>
            <a:xfrm>
              <a:off x="15507" y="7487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  <p:sp>
          <p:nvSpPr>
            <p:cNvPr id="65" name="Rectangles 64"/>
            <p:cNvSpPr/>
            <p:nvPr/>
          </p:nvSpPr>
          <p:spPr>
            <a:xfrm>
              <a:off x="15507" y="725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grpSp>
          <p:nvGrpSpPr>
            <p:cNvPr id="67" name="Group 66"/>
            <p:cNvGrpSpPr/>
            <p:nvPr/>
          </p:nvGrpSpPr>
          <p:grpSpPr>
            <a:xfrm rot="0">
              <a:off x="15268" y="6444"/>
              <a:ext cx="574" cy="451"/>
              <a:chOff x="13321" y="8378"/>
              <a:chExt cx="574" cy="451"/>
            </a:xfrm>
          </p:grpSpPr>
          <p:grpSp>
            <p:nvGrpSpPr>
              <p:cNvPr id="68" name="Group 67"/>
              <p:cNvGrpSpPr/>
              <p:nvPr/>
            </p:nvGrpSpPr>
            <p:grpSpPr>
              <a:xfrm rot="0">
                <a:off x="13321" y="8378"/>
                <a:ext cx="427" cy="394"/>
                <a:chOff x="1264" y="991"/>
                <a:chExt cx="854" cy="770"/>
              </a:xfrm>
            </p:grpSpPr>
            <p:pic>
              <p:nvPicPr>
                <p:cNvPr id="69" name="Picture 68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70" name="Picture 69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71" name="Picture 7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57" y="8695"/>
                <a:ext cx="338" cy="135"/>
              </a:xfrm>
              <a:prstGeom prst="rect">
                <a:avLst/>
              </a:prstGeom>
            </p:spPr>
          </p:pic>
        </p:grpSp>
      </p:grpSp>
      <p:cxnSp>
        <p:nvCxnSpPr>
          <p:cNvPr id="75" name="Straight Arrow Connector 74"/>
          <p:cNvCxnSpPr>
            <a:stCxn id="57" idx="3"/>
            <a:endCxn id="15" idx="1"/>
          </p:cNvCxnSpPr>
          <p:nvPr/>
        </p:nvCxnSpPr>
        <p:spPr>
          <a:xfrm flipV="1">
            <a:off x="6586855" y="4516755"/>
            <a:ext cx="3260090" cy="444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lowchart: Terminator 25"/>
          <p:cNvSpPr/>
          <p:nvPr/>
        </p:nvSpPr>
        <p:spPr>
          <a:xfrm>
            <a:off x="10780395" y="475424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all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6" name="Rectangles 145"/>
          <p:cNvSpPr/>
          <p:nvPr/>
        </p:nvSpPr>
        <p:spPr>
          <a:xfrm>
            <a:off x="854075" y="2834005"/>
            <a:ext cx="4243070" cy="181102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7" name="Rectangles 26"/>
          <p:cNvSpPr/>
          <p:nvPr/>
        </p:nvSpPr>
        <p:spPr>
          <a:xfrm>
            <a:off x="10751185" y="3627120"/>
            <a:ext cx="2282825" cy="25736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283" name="Straight Arrow Connector 282"/>
          <p:cNvCxnSpPr>
            <a:stCxn id="280" idx="2"/>
          </p:cNvCxnSpPr>
          <p:nvPr/>
        </p:nvCxnSpPr>
        <p:spPr>
          <a:xfrm flipH="1">
            <a:off x="8724900" y="7179310"/>
            <a:ext cx="190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/>
          <p:cNvCxnSpPr>
            <a:stCxn id="70" idx="4"/>
            <a:endCxn id="295" idx="0"/>
          </p:cNvCxnSpPr>
          <p:nvPr/>
        </p:nvCxnSpPr>
        <p:spPr>
          <a:xfrm flipH="1">
            <a:off x="8724900" y="7887335"/>
            <a:ext cx="1905" cy="2222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/>
          <p:cNvCxnSpPr>
            <a:endCxn id="84" idx="1"/>
          </p:cNvCxnSpPr>
          <p:nvPr/>
        </p:nvCxnSpPr>
        <p:spPr>
          <a:xfrm flipV="1">
            <a:off x="2211705" y="5638800"/>
            <a:ext cx="384810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tangles 168"/>
          <p:cNvSpPr/>
          <p:nvPr/>
        </p:nvSpPr>
        <p:spPr>
          <a:xfrm>
            <a:off x="8190865" y="497268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Publish</a:t>
            </a:r>
            <a:endParaRPr lang="en-US" sz="720">
              <a:sym typeface="+mn-ea"/>
            </a:endParaRPr>
          </a:p>
        </p:txBody>
      </p:sp>
      <p:sp>
        <p:nvSpPr>
          <p:cNvPr id="171" name="Rectangles 170"/>
          <p:cNvSpPr/>
          <p:nvPr/>
        </p:nvSpPr>
        <p:spPr>
          <a:xfrm>
            <a:off x="8190865" y="512381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sp>
        <p:nvSpPr>
          <p:cNvPr id="177" name="Rectangles 176"/>
          <p:cNvSpPr/>
          <p:nvPr/>
        </p:nvSpPr>
        <p:spPr>
          <a:xfrm>
            <a:off x="8190865" y="542925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Compare</a:t>
            </a:r>
            <a:endParaRPr lang="en-US" sz="720">
              <a:sym typeface="+mn-ea"/>
            </a:endParaRPr>
          </a:p>
        </p:txBody>
      </p:sp>
      <p:sp>
        <p:nvSpPr>
          <p:cNvPr id="2" name="Rectangles 1"/>
          <p:cNvSpPr/>
          <p:nvPr/>
        </p:nvSpPr>
        <p:spPr>
          <a:xfrm>
            <a:off x="8190865" y="527621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cxnSp>
        <p:nvCxnSpPr>
          <p:cNvPr id="98" name="Elbow Connector 97"/>
          <p:cNvCxnSpPr>
            <a:stCxn id="245" idx="0"/>
            <a:endCxn id="3" idx="1"/>
          </p:cNvCxnSpPr>
          <p:nvPr/>
        </p:nvCxnSpPr>
        <p:spPr>
          <a:xfrm rot="16200000">
            <a:off x="7365365" y="5245100"/>
            <a:ext cx="219710" cy="4546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/>
          <p:cNvCxnSpPr>
            <a:endCxn id="37" idx="3"/>
          </p:cNvCxnSpPr>
          <p:nvPr/>
        </p:nvCxnSpPr>
        <p:spPr>
          <a:xfrm flipH="1">
            <a:off x="12004040" y="4255770"/>
            <a:ext cx="44069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8560915" y="3704049"/>
            <a:ext cx="270897" cy="26346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2" name="Straight Arrow Connector 231"/>
          <p:cNvCxnSpPr>
            <a:stCxn id="231" idx="4"/>
          </p:cNvCxnSpPr>
          <p:nvPr/>
        </p:nvCxnSpPr>
        <p:spPr>
          <a:xfrm>
            <a:off x="8696999" y="3967516"/>
            <a:ext cx="1270" cy="198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187374" y="427956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23" name="Rectangles 222"/>
          <p:cNvSpPr/>
          <p:nvPr/>
        </p:nvSpPr>
        <p:spPr>
          <a:xfrm>
            <a:off x="8162925" y="415480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24" name="Rectangles 223"/>
          <p:cNvSpPr/>
          <p:nvPr/>
        </p:nvSpPr>
        <p:spPr>
          <a:xfrm>
            <a:off x="8162925" y="43059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Cancel Order</a:t>
            </a:r>
            <a:endParaRPr lang="en-US" sz="720">
              <a:sym typeface="+mn-ea"/>
            </a:endParaRPr>
          </a:p>
        </p:txBody>
      </p:sp>
      <p:grpSp>
        <p:nvGrpSpPr>
          <p:cNvPr id="226" name="Group 225"/>
          <p:cNvGrpSpPr/>
          <p:nvPr/>
        </p:nvGrpSpPr>
        <p:grpSpPr>
          <a:xfrm rot="0">
            <a:off x="8010525" y="3952875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34" name="Rectangles 233"/>
          <p:cNvSpPr/>
          <p:nvPr/>
        </p:nvSpPr>
        <p:spPr>
          <a:xfrm>
            <a:off x="8162925" y="44583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35" name="Straight Arrow Connector 234"/>
          <p:cNvCxnSpPr>
            <a:endCxn id="233" idx="3"/>
          </p:cNvCxnSpPr>
          <p:nvPr/>
        </p:nvCxnSpPr>
        <p:spPr>
          <a:xfrm flipH="1">
            <a:off x="7852410" y="4519295"/>
            <a:ext cx="376555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6748023" y="4523535"/>
            <a:ext cx="43942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6911868" y="444415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56" name="Oval 255"/>
          <p:cNvSpPr/>
          <p:nvPr/>
        </p:nvSpPr>
        <p:spPr>
          <a:xfrm>
            <a:off x="8558058" y="270008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8693506" y="2966986"/>
            <a:ext cx="4445" cy="195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187374" y="3288176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49" name="Rectangles 248"/>
          <p:cNvSpPr/>
          <p:nvPr/>
        </p:nvSpPr>
        <p:spPr>
          <a:xfrm>
            <a:off x="8162925" y="317246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50" name="Rectangles 249"/>
          <p:cNvSpPr/>
          <p:nvPr/>
        </p:nvSpPr>
        <p:spPr>
          <a:xfrm>
            <a:off x="8162925" y="332613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Place Order</a:t>
            </a:r>
            <a:endParaRPr lang="en-US" sz="720">
              <a:sym typeface="+mn-ea"/>
            </a:endParaRPr>
          </a:p>
        </p:txBody>
      </p:sp>
      <p:grpSp>
        <p:nvGrpSpPr>
          <p:cNvPr id="251" name="Group 250"/>
          <p:cNvGrpSpPr/>
          <p:nvPr/>
        </p:nvGrpSpPr>
        <p:grpSpPr>
          <a:xfrm rot="0">
            <a:off x="8010525" y="297053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59" name="Rectangles 258"/>
          <p:cNvSpPr/>
          <p:nvPr/>
        </p:nvSpPr>
        <p:spPr>
          <a:xfrm>
            <a:off x="8162925" y="348297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 flipV="1">
            <a:off x="7852410" y="3532505"/>
            <a:ext cx="310515" cy="165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6748023" y="3532784"/>
            <a:ext cx="4394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6911868" y="3461916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92" name="Elbow Connector 291"/>
          <p:cNvCxnSpPr/>
          <p:nvPr/>
        </p:nvCxnSpPr>
        <p:spPr>
          <a:xfrm>
            <a:off x="9232900" y="3392170"/>
            <a:ext cx="3175" cy="150495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Elbow Connector 292"/>
          <p:cNvCxnSpPr/>
          <p:nvPr/>
        </p:nvCxnSpPr>
        <p:spPr>
          <a:xfrm>
            <a:off x="9233015" y="4380720"/>
            <a:ext cx="2858" cy="145164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0813415" y="25438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115" name="Picture 1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53290" y="3477260"/>
            <a:ext cx="1320165" cy="12998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32" name="Straight Arrow Connector 131"/>
          <p:cNvCxnSpPr>
            <a:stCxn id="17" idx="0"/>
          </p:cNvCxnSpPr>
          <p:nvPr/>
        </p:nvCxnSpPr>
        <p:spPr>
          <a:xfrm flipV="1">
            <a:off x="11065510" y="5855335"/>
            <a:ext cx="2540" cy="61341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4" name="Straight Arrow Connector 133"/>
          <p:cNvCxnSpPr>
            <a:endCxn id="115" idx="1"/>
          </p:cNvCxnSpPr>
          <p:nvPr/>
        </p:nvCxnSpPr>
        <p:spPr>
          <a:xfrm>
            <a:off x="11598275" y="4123690"/>
            <a:ext cx="75501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Flowchart: Terminator 172"/>
          <p:cNvSpPr/>
          <p:nvPr/>
        </p:nvSpPr>
        <p:spPr>
          <a:xfrm>
            <a:off x="9090660" y="4989195"/>
            <a:ext cx="756285" cy="12573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api stops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" name="Flowchart: Terminator 2"/>
          <p:cNvSpPr/>
          <p:nvPr/>
        </p:nvSpPr>
        <p:spPr>
          <a:xfrm>
            <a:off x="7702550" y="5308600"/>
            <a:ext cx="518795" cy="10731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cxnSp>
        <p:nvCxnSpPr>
          <p:cNvPr id="93" name="Straight Arrow Connector 92"/>
          <p:cNvCxnSpPr>
            <a:endCxn id="85" idx="3"/>
          </p:cNvCxnSpPr>
          <p:nvPr/>
        </p:nvCxnSpPr>
        <p:spPr>
          <a:xfrm flipH="1">
            <a:off x="4509770" y="5790565"/>
            <a:ext cx="23304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/>
          <p:cNvCxnSpPr>
            <a:stCxn id="83" idx="2"/>
            <a:endCxn id="180" idx="0"/>
          </p:cNvCxnSpPr>
          <p:nvPr/>
        </p:nvCxnSpPr>
        <p:spPr>
          <a:xfrm flipH="1">
            <a:off x="3514090" y="6018530"/>
            <a:ext cx="2540" cy="3079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Elbow Connector 178"/>
          <p:cNvCxnSpPr>
            <a:stCxn id="258" idx="2"/>
            <a:endCxn id="181" idx="3"/>
          </p:cNvCxnSpPr>
          <p:nvPr/>
        </p:nvCxnSpPr>
        <p:spPr>
          <a:xfrm rot="5400000">
            <a:off x="7057708" y="3467418"/>
            <a:ext cx="153035" cy="7721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4" name="Group 373"/>
          <p:cNvGrpSpPr/>
          <p:nvPr/>
        </p:nvGrpSpPr>
        <p:grpSpPr>
          <a:xfrm>
            <a:off x="2986405" y="5433060"/>
            <a:ext cx="1060450" cy="585470"/>
            <a:chOff x="4703" y="8729"/>
            <a:chExt cx="1670" cy="922"/>
          </a:xfrm>
        </p:grpSpPr>
        <p:sp>
          <p:nvSpPr>
            <p:cNvPr id="55" name="Rectangles 54"/>
            <p:cNvSpPr/>
            <p:nvPr/>
          </p:nvSpPr>
          <p:spPr>
            <a:xfrm>
              <a:off x="4703" y="872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80" name="Rectangles 79"/>
            <p:cNvSpPr/>
            <p:nvPr/>
          </p:nvSpPr>
          <p:spPr>
            <a:xfrm>
              <a:off x="4703" y="8970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2" name="Rectangles 81"/>
            <p:cNvSpPr/>
            <p:nvPr/>
          </p:nvSpPr>
          <p:spPr>
            <a:xfrm>
              <a:off x="4703" y="920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3" name="Rectangles 82"/>
            <p:cNvSpPr/>
            <p:nvPr/>
          </p:nvSpPr>
          <p:spPr>
            <a:xfrm>
              <a:off x="4703" y="9447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Process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212" name="Straight Arrow Connector 211"/>
          <p:cNvCxnSpPr>
            <a:stCxn id="351" idx="3"/>
            <a:endCxn id="214" idx="2"/>
          </p:cNvCxnSpPr>
          <p:nvPr/>
        </p:nvCxnSpPr>
        <p:spPr>
          <a:xfrm flipV="1">
            <a:off x="4906645" y="9283065"/>
            <a:ext cx="575310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Oval 213"/>
          <p:cNvSpPr/>
          <p:nvPr/>
        </p:nvSpPr>
        <p:spPr>
          <a:xfrm>
            <a:off x="5481813" y="91497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16" name="Straight Arrow Connector 215"/>
          <p:cNvCxnSpPr>
            <a:stCxn id="248" idx="2"/>
            <a:endCxn id="310" idx="0"/>
          </p:cNvCxnSpPr>
          <p:nvPr/>
        </p:nvCxnSpPr>
        <p:spPr>
          <a:xfrm>
            <a:off x="3517265" y="8630920"/>
            <a:ext cx="0" cy="4133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/>
          <p:cNvSpPr/>
          <p:nvPr/>
        </p:nvSpPr>
        <p:spPr>
          <a:xfrm>
            <a:off x="3442619" y="87229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44" name="Straight Arrow Connector 243"/>
          <p:cNvCxnSpPr>
            <a:endCxn id="178" idx="1"/>
          </p:cNvCxnSpPr>
          <p:nvPr/>
        </p:nvCxnSpPr>
        <p:spPr>
          <a:xfrm flipV="1">
            <a:off x="2145030" y="5196205"/>
            <a:ext cx="556069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/>
          <p:cNvGrpSpPr/>
          <p:nvPr/>
        </p:nvGrpSpPr>
        <p:grpSpPr>
          <a:xfrm>
            <a:off x="6673215" y="5312410"/>
            <a:ext cx="1067435" cy="1804035"/>
            <a:chOff x="10064" y="7889"/>
            <a:chExt cx="1681" cy="2841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10064" y="7889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191" y="8314"/>
              <a:ext cx="1555" cy="241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67" name="Oval 266"/>
          <p:cNvSpPr/>
          <p:nvPr/>
        </p:nvSpPr>
        <p:spPr>
          <a:xfrm>
            <a:off x="6893453" y="384238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74" name="Elbow Connector 273"/>
          <p:cNvCxnSpPr>
            <a:stCxn id="123" idx="1"/>
            <a:endCxn id="173" idx="3"/>
          </p:cNvCxnSpPr>
          <p:nvPr/>
        </p:nvCxnSpPr>
        <p:spPr>
          <a:xfrm rot="10800000" flipV="1">
            <a:off x="9846945" y="4277995"/>
            <a:ext cx="690880" cy="77406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/>
          <p:cNvCxnSpPr>
            <a:stCxn id="177" idx="2"/>
          </p:cNvCxnSpPr>
          <p:nvPr/>
        </p:nvCxnSpPr>
        <p:spPr>
          <a:xfrm>
            <a:off x="8721090" y="5558155"/>
            <a:ext cx="2540" cy="2095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Flowchart: Decision 279"/>
          <p:cNvSpPr/>
          <p:nvPr/>
        </p:nvSpPr>
        <p:spPr>
          <a:xfrm>
            <a:off x="8394065" y="669417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tpsl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95" name="Flowchart: Decision 294"/>
          <p:cNvSpPr/>
          <p:nvPr/>
        </p:nvSpPr>
        <p:spPr>
          <a:xfrm>
            <a:off x="8392174" y="810973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96" name="Straight Arrow Connector 295"/>
          <p:cNvCxnSpPr>
            <a:stCxn id="295" idx="1"/>
            <a:endCxn id="270" idx="3"/>
          </p:cNvCxnSpPr>
          <p:nvPr/>
        </p:nvCxnSpPr>
        <p:spPr>
          <a:xfrm flipH="1">
            <a:off x="8004175" y="8354060"/>
            <a:ext cx="387985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Oval 296"/>
          <p:cNvSpPr/>
          <p:nvPr/>
        </p:nvSpPr>
        <p:spPr>
          <a:xfrm>
            <a:off x="8161661" y="827007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grpSp>
        <p:nvGrpSpPr>
          <p:cNvPr id="49" name="Group 48"/>
          <p:cNvGrpSpPr/>
          <p:nvPr/>
        </p:nvGrpSpPr>
        <p:grpSpPr>
          <a:xfrm>
            <a:off x="6746875" y="7478395"/>
            <a:ext cx="798195" cy="1292860"/>
            <a:chOff x="8348" y="9775"/>
            <a:chExt cx="1257" cy="2036"/>
          </a:xfrm>
        </p:grpSpPr>
        <p:grpSp>
          <p:nvGrpSpPr>
            <p:cNvPr id="41" name="Group 40"/>
            <p:cNvGrpSpPr/>
            <p:nvPr/>
          </p:nvGrpSpPr>
          <p:grpSpPr>
            <a:xfrm rot="0">
              <a:off x="8348" y="9775"/>
              <a:ext cx="673" cy="526"/>
              <a:chOff x="16290" y="4518"/>
              <a:chExt cx="748" cy="584"/>
            </a:xfrm>
          </p:grpSpPr>
          <p:pic>
            <p:nvPicPr>
              <p:cNvPr id="43" name="Picture 4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45" name="Oval 4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6" name="Picture 45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98" name="Picture 29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75" y="10203"/>
              <a:ext cx="1131" cy="1609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70" name="Flowchart: Terminator 269"/>
          <p:cNvSpPr/>
          <p:nvPr/>
        </p:nvSpPr>
        <p:spPr>
          <a:xfrm>
            <a:off x="7485350" y="829422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7" name="Flowchart: Off-page Connector 16"/>
          <p:cNvSpPr/>
          <p:nvPr/>
        </p:nvSpPr>
        <p:spPr>
          <a:xfrm>
            <a:off x="10845800" y="646874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54" name="Group 153"/>
          <p:cNvGrpSpPr/>
          <p:nvPr/>
        </p:nvGrpSpPr>
        <p:grpSpPr>
          <a:xfrm rot="0">
            <a:off x="11209655" y="6328410"/>
            <a:ext cx="203200" cy="215900"/>
            <a:chOff x="8092" y="1237"/>
            <a:chExt cx="482" cy="524"/>
          </a:xfrm>
        </p:grpSpPr>
        <p:sp>
          <p:nvSpPr>
            <p:cNvPr id="155" name="Oval 154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56" name="Picture 155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84" name="Flowchart: Terminator 83"/>
          <p:cNvSpPr/>
          <p:nvPr/>
        </p:nvSpPr>
        <p:spPr>
          <a:xfrm>
            <a:off x="2596515" y="5574030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85" name="Flowchart: Terminator 84"/>
          <p:cNvSpPr/>
          <p:nvPr/>
        </p:nvSpPr>
        <p:spPr>
          <a:xfrm>
            <a:off x="3956685" y="5733415"/>
            <a:ext cx="55308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grpSp>
        <p:nvGrpSpPr>
          <p:cNvPr id="63" name="Group 62"/>
          <p:cNvGrpSpPr/>
          <p:nvPr/>
        </p:nvGrpSpPr>
        <p:grpSpPr>
          <a:xfrm rot="0">
            <a:off x="3965575" y="5307330"/>
            <a:ext cx="203200" cy="215900"/>
            <a:chOff x="8092" y="1237"/>
            <a:chExt cx="482" cy="524"/>
          </a:xfrm>
        </p:grpSpPr>
        <p:sp>
          <p:nvSpPr>
            <p:cNvPr id="64" name="Oval 63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65" name="Picture 64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" name="Straight Arrow Connector 7"/>
          <p:cNvCxnSpPr>
            <a:endCxn id="51" idx="3"/>
          </p:cNvCxnSpPr>
          <p:nvPr/>
        </p:nvCxnSpPr>
        <p:spPr>
          <a:xfrm flipH="1">
            <a:off x="12004040" y="5786755"/>
            <a:ext cx="337820" cy="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42" idx="1"/>
          </p:cNvCxnSpPr>
          <p:nvPr/>
        </p:nvCxnSpPr>
        <p:spPr>
          <a:xfrm>
            <a:off x="11585575" y="5629910"/>
            <a:ext cx="75882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397615" y="333248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44400" y="4911725"/>
            <a:ext cx="1329055" cy="14433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5" name="Elbow Connector 34"/>
          <p:cNvCxnSpPr>
            <a:stCxn id="141" idx="1"/>
            <a:endCxn id="173" idx="3"/>
          </p:cNvCxnSpPr>
          <p:nvPr/>
        </p:nvCxnSpPr>
        <p:spPr>
          <a:xfrm rot="10800000">
            <a:off x="9846945" y="5052060"/>
            <a:ext cx="690880" cy="73914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11064875" y="4342130"/>
            <a:ext cx="3175" cy="107315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47" name="Group 46"/>
          <p:cNvGrpSpPr/>
          <p:nvPr/>
        </p:nvGrpSpPr>
        <p:grpSpPr>
          <a:xfrm>
            <a:off x="1374140" y="4683125"/>
            <a:ext cx="977265" cy="3460750"/>
            <a:chOff x="9380" y="8369"/>
            <a:chExt cx="1539" cy="5450"/>
          </a:xfrm>
        </p:grpSpPr>
        <p:grpSp>
          <p:nvGrpSpPr>
            <p:cNvPr id="225" name="Group 224"/>
            <p:cNvGrpSpPr/>
            <p:nvPr/>
          </p:nvGrpSpPr>
          <p:grpSpPr>
            <a:xfrm rot="0">
              <a:off x="9380" y="8369"/>
              <a:ext cx="673" cy="526"/>
              <a:chOff x="16290" y="4518"/>
              <a:chExt cx="748" cy="584"/>
            </a:xfrm>
          </p:grpSpPr>
          <p:pic>
            <p:nvPicPr>
              <p:cNvPr id="236" name="Picture 23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37" name="Oval 236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39" name="Picture 238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33" y="8803"/>
              <a:ext cx="1387" cy="50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52" name="Straight Arrow Connector 51"/>
          <p:cNvCxnSpPr>
            <a:endCxn id="280" idx="0"/>
          </p:cNvCxnSpPr>
          <p:nvPr/>
        </p:nvCxnSpPr>
        <p:spPr>
          <a:xfrm>
            <a:off x="8723630" y="6252845"/>
            <a:ext cx="317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Group 59"/>
          <p:cNvGrpSpPr/>
          <p:nvPr/>
        </p:nvGrpSpPr>
        <p:grpSpPr>
          <a:xfrm>
            <a:off x="8282305" y="5767705"/>
            <a:ext cx="881380" cy="485140"/>
            <a:chOff x="12036" y="7556"/>
            <a:chExt cx="1388" cy="764"/>
          </a:xfrm>
        </p:grpSpPr>
        <p:sp>
          <p:nvSpPr>
            <p:cNvPr id="50" name="Flowchart: Decision 49"/>
            <p:cNvSpPr/>
            <p:nvPr/>
          </p:nvSpPr>
          <p:spPr>
            <a:xfrm>
              <a:off x="12207" y="7556"/>
              <a:ext cx="1047" cy="764"/>
            </a:xfrm>
            <a:prstGeom prst="flowChartDecision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  <a:scene3d>
                <a:camera prst="orthographicFront"/>
                <a:lightRig rig="threePt" dir="t"/>
              </a:scene3d>
            </a:bodyPr>
            <a:p>
              <a:pPr lvl="0" algn="ctr">
                <a:buClrTx/>
                <a:buSzTx/>
                <a:buFontTx/>
              </a:pPr>
              <a:endParaRPr lang="en-US" sz="50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12036" y="7736"/>
              <a:ext cx="1389" cy="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instrument</a:t>
              </a:r>
              <a:endParaRPr lang="en-US" sz="540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position?</a:t>
              </a:r>
              <a:endParaRPr lang="en-US" sz="540"/>
            </a:p>
          </p:txBody>
        </p:sp>
      </p:grpSp>
      <p:sp>
        <p:nvSpPr>
          <p:cNvPr id="66" name="Oval 65"/>
          <p:cNvSpPr/>
          <p:nvPr/>
        </p:nvSpPr>
        <p:spPr>
          <a:xfrm>
            <a:off x="8648593" y="635190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8649863" y="727837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8591078" y="76208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3015172" y="209158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Straight Arrow Connector 72"/>
          <p:cNvCxnSpPr>
            <a:stCxn id="72" idx="4"/>
            <a:endCxn id="340" idx="0"/>
          </p:cNvCxnSpPr>
          <p:nvPr/>
        </p:nvCxnSpPr>
        <p:spPr>
          <a:xfrm>
            <a:off x="3150870" y="2366010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stCxn id="340" idx="2"/>
            <a:endCxn id="128" idx="0"/>
          </p:cNvCxnSpPr>
          <p:nvPr/>
        </p:nvCxnSpPr>
        <p:spPr>
          <a:xfrm flipH="1">
            <a:off x="3136900" y="2912110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s 75"/>
          <p:cNvSpPr/>
          <p:nvPr/>
        </p:nvSpPr>
        <p:spPr>
          <a:xfrm>
            <a:off x="2627630" y="3082290"/>
            <a:ext cx="1097280" cy="128905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720"/>
          </a:p>
        </p:txBody>
      </p:sp>
      <p:sp>
        <p:nvSpPr>
          <p:cNvPr id="77" name="Rectangles 76"/>
          <p:cNvSpPr/>
          <p:nvPr/>
        </p:nvSpPr>
        <p:spPr>
          <a:xfrm>
            <a:off x="2625725" y="3006090"/>
            <a:ext cx="1097280" cy="12827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Interface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2625725" y="3154680"/>
            <a:ext cx="1097280" cy="1282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cxnSp>
        <p:nvCxnSpPr>
          <p:cNvPr id="336" name="Straight Arrow Connector 335"/>
          <p:cNvCxnSpPr>
            <a:stCxn id="142" idx="3"/>
            <a:endCxn id="78" idx="1"/>
          </p:cNvCxnSpPr>
          <p:nvPr/>
        </p:nvCxnSpPr>
        <p:spPr>
          <a:xfrm>
            <a:off x="2339975" y="3213100"/>
            <a:ext cx="285750" cy="571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Flowchart: Off-page Connector 87"/>
          <p:cNvSpPr/>
          <p:nvPr/>
        </p:nvSpPr>
        <p:spPr>
          <a:xfrm>
            <a:off x="610235" y="310261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2854325" y="2554605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91" name="Straight Arrow Connector 90"/>
          <p:cNvCxnSpPr>
            <a:stCxn id="128" idx="2"/>
            <a:endCxn id="127" idx="0"/>
          </p:cNvCxnSpPr>
          <p:nvPr/>
        </p:nvCxnSpPr>
        <p:spPr>
          <a:xfrm>
            <a:off x="3136900" y="3829685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2857500" y="417703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2854325" y="346646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3062782" y="38806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95" name="Straight Arrow Connector 94"/>
          <p:cNvCxnSpPr>
            <a:stCxn id="88" idx="3"/>
            <a:endCxn id="142" idx="1"/>
          </p:cNvCxnSpPr>
          <p:nvPr/>
        </p:nvCxnSpPr>
        <p:spPr>
          <a:xfrm>
            <a:off x="1049020" y="3212465"/>
            <a:ext cx="27686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>
            <a:stCxn id="128" idx="3"/>
            <a:endCxn id="92" idx="1"/>
          </p:cNvCxnSpPr>
          <p:nvPr/>
        </p:nvCxnSpPr>
        <p:spPr>
          <a:xfrm>
            <a:off x="3418840" y="3648075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3535972" y="35688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01" name="Elbow Connector 100"/>
          <p:cNvCxnSpPr>
            <a:endCxn id="102" idx="1"/>
          </p:cNvCxnSpPr>
          <p:nvPr/>
        </p:nvCxnSpPr>
        <p:spPr>
          <a:xfrm rot="16200000">
            <a:off x="4403725" y="3700145"/>
            <a:ext cx="21018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4565827" y="388760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7" name="Straight Arrow Connector 156"/>
          <p:cNvCxnSpPr>
            <a:stCxn id="127" idx="3"/>
          </p:cNvCxnSpPr>
          <p:nvPr/>
        </p:nvCxnSpPr>
        <p:spPr>
          <a:xfrm>
            <a:off x="3422015" y="4358640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3535972" y="427050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06" name="Straight Arrow Connector 105"/>
          <p:cNvCxnSpPr>
            <a:endCxn id="105" idx="1"/>
          </p:cNvCxnSpPr>
          <p:nvPr/>
        </p:nvCxnSpPr>
        <p:spPr>
          <a:xfrm flipV="1">
            <a:off x="4418965" y="4358005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4565827" y="426986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08" name="Group 107"/>
          <p:cNvGrpSpPr/>
          <p:nvPr/>
        </p:nvGrpSpPr>
        <p:grpSpPr>
          <a:xfrm>
            <a:off x="3853180" y="4177665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109" name="Flowchart: Decision 108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110" name="Text Box 109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10387330" y="3703320"/>
            <a:ext cx="1220470" cy="638175"/>
            <a:chOff x="16890" y="5259"/>
            <a:chExt cx="1922" cy="1005"/>
          </a:xfrm>
        </p:grpSpPr>
        <p:sp>
          <p:nvSpPr>
            <p:cNvPr id="111" name="Rectangles 110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0" name="Rectangles 119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24" name="Group 123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5" name="Group 124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26" name="Picture 125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29" name="Picture 128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1" name="Picture 13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12" name="Rectangles 111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2" name="Rectangles 121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23" name="Rectangles 122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7" name="Flowchart: Terminator 36"/>
          <p:cNvSpPr/>
          <p:nvPr/>
        </p:nvSpPr>
        <p:spPr>
          <a:xfrm>
            <a:off x="11546840" y="4187817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16" name="Group 115"/>
          <p:cNvGrpSpPr/>
          <p:nvPr/>
        </p:nvGrpSpPr>
        <p:grpSpPr>
          <a:xfrm>
            <a:off x="10387330" y="5216525"/>
            <a:ext cx="1220470" cy="638175"/>
            <a:chOff x="16890" y="5259"/>
            <a:chExt cx="1922" cy="1005"/>
          </a:xfrm>
        </p:grpSpPr>
        <p:sp>
          <p:nvSpPr>
            <p:cNvPr id="117" name="Rectangles 116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18" name="Rectangles 117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19" name="Group 118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1" name="Group 120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30" name="Picture 129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33" name="Picture 132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6" name="Picture 135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38" name="Rectangles 137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40" name="Rectangles 139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41" name="Rectangles 140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History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546840" y="5718175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42" name="Picture 14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25880" y="2694305"/>
            <a:ext cx="1014095" cy="1036955"/>
          </a:xfrm>
          <a:prstGeom prst="rect">
            <a:avLst/>
          </a:prstGeom>
        </p:spPr>
      </p:pic>
      <p:grpSp>
        <p:nvGrpSpPr>
          <p:cNvPr id="309" name="Group 308"/>
          <p:cNvGrpSpPr/>
          <p:nvPr/>
        </p:nvGrpSpPr>
        <p:grpSpPr>
          <a:xfrm>
            <a:off x="5251450" y="3113405"/>
            <a:ext cx="1069975" cy="1911350"/>
            <a:chOff x="8270" y="4526"/>
            <a:chExt cx="1685" cy="3010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270" y="4526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68" name="Picture 167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387" y="4946"/>
              <a:ext cx="1568" cy="2591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41" name="Flowchart: Terminator 240"/>
          <p:cNvSpPr/>
          <p:nvPr/>
        </p:nvSpPr>
        <p:spPr>
          <a:xfrm>
            <a:off x="6229320" y="44664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229320" y="34699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1" name="Flowchart: Terminator 180"/>
          <p:cNvSpPr/>
          <p:nvPr/>
        </p:nvSpPr>
        <p:spPr>
          <a:xfrm>
            <a:off x="6229320" y="38651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92" name="Flowchart: Terminator 91"/>
          <p:cNvSpPr/>
          <p:nvPr/>
        </p:nvSpPr>
        <p:spPr>
          <a:xfrm>
            <a:off x="4887260" y="358612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" name="Flowchart: Terminator 101"/>
          <p:cNvSpPr/>
          <p:nvPr/>
        </p:nvSpPr>
        <p:spPr>
          <a:xfrm>
            <a:off x="4882180" y="39029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5" name="Flowchart: Terminator 104"/>
          <p:cNvSpPr/>
          <p:nvPr/>
        </p:nvSpPr>
        <p:spPr>
          <a:xfrm>
            <a:off x="4910120" y="429351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8" name="Flowchart: Terminator 177"/>
          <p:cNvSpPr/>
          <p:nvPr/>
        </p:nvSpPr>
        <p:spPr>
          <a:xfrm>
            <a:off x="7705725" y="5131435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0" name="Flowchart: Decision 179"/>
          <p:cNvSpPr/>
          <p:nvPr/>
        </p:nvSpPr>
        <p:spPr>
          <a:xfrm>
            <a:off x="3181120" y="63265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83" name="Flowchart: Decision 182"/>
          <p:cNvSpPr/>
          <p:nvPr/>
        </p:nvSpPr>
        <p:spPr>
          <a:xfrm>
            <a:off x="4241800" y="633666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3" name="Flowchart: Terminator 192"/>
          <p:cNvSpPr/>
          <p:nvPr/>
        </p:nvSpPr>
        <p:spPr>
          <a:xfrm>
            <a:off x="5357795" y="651474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4" name="Flowchart: Terminator 193"/>
          <p:cNvSpPr/>
          <p:nvPr/>
        </p:nvSpPr>
        <p:spPr>
          <a:xfrm>
            <a:off x="5357795" y="6949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7" name="Straight Arrow Connector 196"/>
          <p:cNvCxnSpPr>
            <a:stCxn id="183" idx="3"/>
            <a:endCxn id="193" idx="1"/>
          </p:cNvCxnSpPr>
          <p:nvPr/>
        </p:nvCxnSpPr>
        <p:spPr>
          <a:xfrm>
            <a:off x="4906645" y="6579235"/>
            <a:ext cx="450850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6237094" y="666581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5032500" y="648832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07" name="Elbow Connector 206"/>
          <p:cNvCxnSpPr>
            <a:stCxn id="183" idx="2"/>
            <a:endCxn id="194" idx="1"/>
          </p:cNvCxnSpPr>
          <p:nvPr/>
        </p:nvCxnSpPr>
        <p:spPr>
          <a:xfrm rot="5400000" flipV="1">
            <a:off x="4870133" y="6526213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Oval 207"/>
          <p:cNvSpPr/>
          <p:nvPr/>
        </p:nvSpPr>
        <p:spPr>
          <a:xfrm>
            <a:off x="5032500" y="693340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09" name="Elbow Connector 208"/>
          <p:cNvCxnSpPr>
            <a:stCxn id="194" idx="3"/>
            <a:endCxn id="205" idx="2"/>
          </p:cNvCxnSpPr>
          <p:nvPr/>
        </p:nvCxnSpPr>
        <p:spPr>
          <a:xfrm flipV="1">
            <a:off x="5876290" y="6798945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Elbow Connector 214"/>
          <p:cNvCxnSpPr>
            <a:stCxn id="193" idx="3"/>
            <a:endCxn id="205" idx="2"/>
          </p:cNvCxnSpPr>
          <p:nvPr/>
        </p:nvCxnSpPr>
        <p:spPr>
          <a:xfrm>
            <a:off x="5876290" y="6579235"/>
            <a:ext cx="360680" cy="21971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Arrow Connector 221"/>
          <p:cNvCxnSpPr>
            <a:stCxn id="180" idx="3"/>
            <a:endCxn id="183" idx="1"/>
          </p:cNvCxnSpPr>
          <p:nvPr/>
        </p:nvCxnSpPr>
        <p:spPr>
          <a:xfrm>
            <a:off x="3846195" y="6570980"/>
            <a:ext cx="39560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Oval 241"/>
          <p:cNvSpPr/>
          <p:nvPr/>
        </p:nvSpPr>
        <p:spPr>
          <a:xfrm>
            <a:off x="3944110" y="649975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43" name="Straight Arrow Connector 242"/>
          <p:cNvCxnSpPr>
            <a:stCxn id="369" idx="2"/>
            <a:endCxn id="248" idx="0"/>
          </p:cNvCxnSpPr>
          <p:nvPr/>
        </p:nvCxnSpPr>
        <p:spPr>
          <a:xfrm>
            <a:off x="3517265" y="7741920"/>
            <a:ext cx="0" cy="4006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Flowchart: Decision 247"/>
          <p:cNvSpPr/>
          <p:nvPr/>
        </p:nvSpPr>
        <p:spPr>
          <a:xfrm>
            <a:off x="3184295" y="81426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Pending</a:t>
            </a: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5" name="Flowchart: Decision 264"/>
          <p:cNvSpPr/>
          <p:nvPr/>
        </p:nvSpPr>
        <p:spPr>
          <a:xfrm>
            <a:off x="4241800" y="81597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9" name="Flowchart: Terminator 268"/>
          <p:cNvSpPr/>
          <p:nvPr/>
        </p:nvSpPr>
        <p:spPr>
          <a:xfrm>
            <a:off x="5357795" y="877216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2" name="Oval 271"/>
          <p:cNvSpPr/>
          <p:nvPr/>
        </p:nvSpPr>
        <p:spPr>
          <a:xfrm>
            <a:off x="6237094" y="848889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77" name="Elbow Connector 276"/>
          <p:cNvCxnSpPr>
            <a:stCxn id="265" idx="2"/>
            <a:endCxn id="269" idx="1"/>
          </p:cNvCxnSpPr>
          <p:nvPr/>
        </p:nvCxnSpPr>
        <p:spPr>
          <a:xfrm rot="5400000" flipV="1">
            <a:off x="4870133" y="8349298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Oval 277"/>
          <p:cNvSpPr/>
          <p:nvPr/>
        </p:nvSpPr>
        <p:spPr>
          <a:xfrm>
            <a:off x="5032500" y="875648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86" name="Elbow Connector 285"/>
          <p:cNvCxnSpPr>
            <a:stCxn id="269" idx="3"/>
            <a:endCxn id="272" idx="2"/>
          </p:cNvCxnSpPr>
          <p:nvPr/>
        </p:nvCxnSpPr>
        <p:spPr>
          <a:xfrm flipV="1">
            <a:off x="5876290" y="8622030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/>
          <p:cNvCxnSpPr>
            <a:stCxn id="265" idx="3"/>
            <a:endCxn id="375" idx="1"/>
          </p:cNvCxnSpPr>
          <p:nvPr/>
        </p:nvCxnSpPr>
        <p:spPr>
          <a:xfrm flipV="1">
            <a:off x="4906645" y="8401685"/>
            <a:ext cx="45085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/>
          <p:cNvCxnSpPr>
            <a:stCxn id="248" idx="3"/>
            <a:endCxn id="265" idx="1"/>
          </p:cNvCxnSpPr>
          <p:nvPr/>
        </p:nvCxnSpPr>
        <p:spPr>
          <a:xfrm>
            <a:off x="3849370" y="8387080"/>
            <a:ext cx="392430" cy="152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Oval 300"/>
          <p:cNvSpPr/>
          <p:nvPr/>
        </p:nvSpPr>
        <p:spPr>
          <a:xfrm>
            <a:off x="3944110" y="83482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73" name="Oval 272"/>
          <p:cNvSpPr/>
          <p:nvPr/>
        </p:nvSpPr>
        <p:spPr>
          <a:xfrm>
            <a:off x="5032500" y="83114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05" name="Elbow Connector 304"/>
          <p:cNvCxnSpPr>
            <a:stCxn id="233" idx="2"/>
            <a:endCxn id="307" idx="3"/>
          </p:cNvCxnSpPr>
          <p:nvPr/>
        </p:nvCxnSpPr>
        <p:spPr>
          <a:xfrm rot="5400000">
            <a:off x="7056755" y="4457700"/>
            <a:ext cx="152400" cy="7727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Oval 305"/>
          <p:cNvSpPr/>
          <p:nvPr/>
        </p:nvSpPr>
        <p:spPr>
          <a:xfrm>
            <a:off x="6892183" y="48336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07" name="Flowchart: Terminator 306"/>
          <p:cNvSpPr/>
          <p:nvPr/>
        </p:nvSpPr>
        <p:spPr>
          <a:xfrm>
            <a:off x="6228050" y="485633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10" name="Flowchart: Decision 309"/>
          <p:cNvSpPr/>
          <p:nvPr/>
        </p:nvSpPr>
        <p:spPr>
          <a:xfrm>
            <a:off x="3184295" y="90443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8" name="Flowchart: Decision 327"/>
          <p:cNvSpPr/>
          <p:nvPr/>
        </p:nvSpPr>
        <p:spPr>
          <a:xfrm>
            <a:off x="6040120" y="903668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closed?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9" name="Flowchart: Terminator 328"/>
          <p:cNvSpPr/>
          <p:nvPr/>
        </p:nvSpPr>
        <p:spPr>
          <a:xfrm>
            <a:off x="7171990" y="92147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8" name="Straight Arrow Connector 337"/>
          <p:cNvCxnSpPr>
            <a:stCxn id="328" idx="3"/>
            <a:endCxn id="329" idx="1"/>
          </p:cNvCxnSpPr>
          <p:nvPr/>
        </p:nvCxnSpPr>
        <p:spPr>
          <a:xfrm>
            <a:off x="6704965" y="927925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Oval 338"/>
          <p:cNvSpPr/>
          <p:nvPr/>
        </p:nvSpPr>
        <p:spPr>
          <a:xfrm>
            <a:off x="8100223" y="936583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41" name="Oval 340"/>
          <p:cNvSpPr/>
          <p:nvPr/>
        </p:nvSpPr>
        <p:spPr>
          <a:xfrm>
            <a:off x="6805420" y="91883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45" name="Elbow Connector 344"/>
          <p:cNvCxnSpPr>
            <a:stCxn id="329" idx="3"/>
            <a:endCxn id="339" idx="2"/>
          </p:cNvCxnSpPr>
          <p:nvPr/>
        </p:nvCxnSpPr>
        <p:spPr>
          <a:xfrm>
            <a:off x="7690485" y="927925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1" name="Flowchart: Decision 350"/>
          <p:cNvSpPr/>
          <p:nvPr/>
        </p:nvSpPr>
        <p:spPr>
          <a:xfrm>
            <a:off x="4241800" y="904113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52" name="Flowchart: Terminator 351"/>
          <p:cNvSpPr/>
          <p:nvPr/>
        </p:nvSpPr>
        <p:spPr>
          <a:xfrm>
            <a:off x="7171990" y="96535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54" name="Elbow Connector 353"/>
          <p:cNvCxnSpPr/>
          <p:nvPr/>
        </p:nvCxnSpPr>
        <p:spPr>
          <a:xfrm rot="5400000" flipV="1">
            <a:off x="5759133" y="8341678"/>
            <a:ext cx="191770" cy="2560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5032500" y="963786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56" name="Elbow Connector 355"/>
          <p:cNvCxnSpPr>
            <a:stCxn id="352" idx="3"/>
            <a:endCxn id="339" idx="2"/>
          </p:cNvCxnSpPr>
          <p:nvPr/>
        </p:nvCxnSpPr>
        <p:spPr>
          <a:xfrm flipV="1">
            <a:off x="7690485" y="949896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Arrow Connector 356"/>
          <p:cNvCxnSpPr>
            <a:stCxn id="214" idx="6"/>
            <a:endCxn id="328" idx="1"/>
          </p:cNvCxnSpPr>
          <p:nvPr/>
        </p:nvCxnSpPr>
        <p:spPr>
          <a:xfrm flipV="1">
            <a:off x="5753100" y="9279255"/>
            <a:ext cx="287020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/>
          <p:cNvCxnSpPr>
            <a:stCxn id="310" idx="3"/>
            <a:endCxn id="351" idx="1"/>
          </p:cNvCxnSpPr>
          <p:nvPr/>
        </p:nvCxnSpPr>
        <p:spPr>
          <a:xfrm flipV="1">
            <a:off x="3849370" y="9283700"/>
            <a:ext cx="39243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Oval 358"/>
          <p:cNvSpPr/>
          <p:nvPr/>
        </p:nvSpPr>
        <p:spPr>
          <a:xfrm>
            <a:off x="3944110" y="92042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0" name="Oval 359"/>
          <p:cNvSpPr/>
          <p:nvPr/>
        </p:nvSpPr>
        <p:spPr>
          <a:xfrm>
            <a:off x="5032500" y="919279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1" name="Straight Arrow Connector 360"/>
          <p:cNvCxnSpPr>
            <a:stCxn id="180" idx="2"/>
            <a:endCxn id="369" idx="0"/>
          </p:cNvCxnSpPr>
          <p:nvPr/>
        </p:nvCxnSpPr>
        <p:spPr>
          <a:xfrm>
            <a:off x="3514090" y="6814820"/>
            <a:ext cx="3175" cy="4387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2" name="Oval 361"/>
          <p:cNvSpPr/>
          <p:nvPr/>
        </p:nvSpPr>
        <p:spPr>
          <a:xfrm>
            <a:off x="3442619" y="78212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64" name="Oval 363"/>
          <p:cNvSpPr/>
          <p:nvPr/>
        </p:nvSpPr>
        <p:spPr>
          <a:xfrm>
            <a:off x="3944110" y="101154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6" name="Straight Arrow Connector 365"/>
          <p:cNvCxnSpPr>
            <a:stCxn id="369" idx="3"/>
            <a:endCxn id="368" idx="2"/>
          </p:cNvCxnSpPr>
          <p:nvPr/>
        </p:nvCxnSpPr>
        <p:spPr>
          <a:xfrm>
            <a:off x="3849370" y="7498080"/>
            <a:ext cx="577215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Oval 366"/>
          <p:cNvSpPr/>
          <p:nvPr/>
        </p:nvSpPr>
        <p:spPr>
          <a:xfrm>
            <a:off x="3932045" y="741415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8" name="Oval 367"/>
          <p:cNvSpPr/>
          <p:nvPr/>
        </p:nvSpPr>
        <p:spPr>
          <a:xfrm>
            <a:off x="4426709" y="736670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69" name="Flowchart: Decision 368"/>
          <p:cNvSpPr/>
          <p:nvPr/>
        </p:nvSpPr>
        <p:spPr>
          <a:xfrm>
            <a:off x="3184295" y="72536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70" name="Flowchart: Decision 369"/>
          <p:cNvSpPr/>
          <p:nvPr/>
        </p:nvSpPr>
        <p:spPr>
          <a:xfrm>
            <a:off x="3184295" y="995235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71" name="Text Box 370"/>
          <p:cNvSpPr txBox="1"/>
          <p:nvPr/>
        </p:nvSpPr>
        <p:spPr>
          <a:xfrm>
            <a:off x="3239770" y="741680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372" name="Straight Arrow Connector 371"/>
          <p:cNvCxnSpPr>
            <a:stCxn id="310" idx="2"/>
            <a:endCxn id="370" idx="0"/>
          </p:cNvCxnSpPr>
          <p:nvPr/>
        </p:nvCxnSpPr>
        <p:spPr>
          <a:xfrm>
            <a:off x="3517265" y="9532620"/>
            <a:ext cx="0" cy="4197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Oval 372"/>
          <p:cNvSpPr/>
          <p:nvPr/>
        </p:nvSpPr>
        <p:spPr>
          <a:xfrm>
            <a:off x="3452144" y="96373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247" name="Oval 246"/>
          <p:cNvSpPr/>
          <p:nvPr/>
        </p:nvSpPr>
        <p:spPr>
          <a:xfrm>
            <a:off x="3442619" y="69322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75" name="Flowchart: Terminator 374"/>
          <p:cNvSpPr/>
          <p:nvPr/>
        </p:nvSpPr>
        <p:spPr>
          <a:xfrm>
            <a:off x="5357795" y="833719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76" name="Elbow Connector 375"/>
          <p:cNvCxnSpPr>
            <a:stCxn id="375" idx="3"/>
            <a:endCxn id="272" idx="2"/>
          </p:cNvCxnSpPr>
          <p:nvPr/>
        </p:nvCxnSpPr>
        <p:spPr>
          <a:xfrm>
            <a:off x="5876290" y="8401685"/>
            <a:ext cx="360680" cy="22034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9" name="Text Box 438"/>
          <p:cNvSpPr txBox="1"/>
          <p:nvPr/>
        </p:nvSpPr>
        <p:spPr>
          <a:xfrm>
            <a:off x="3236595" y="648081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Rejected</a:t>
            </a:r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5" name="Oval 4"/>
          <p:cNvSpPr/>
          <p:nvPr/>
        </p:nvSpPr>
        <p:spPr>
          <a:xfrm>
            <a:off x="5481813" y="104832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6" name="Flowchart: Decision 5"/>
          <p:cNvSpPr/>
          <p:nvPr/>
        </p:nvSpPr>
        <p:spPr>
          <a:xfrm>
            <a:off x="6040120" y="995108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" name="Flowchart: Terminator 6"/>
          <p:cNvSpPr/>
          <p:nvPr/>
        </p:nvSpPr>
        <p:spPr>
          <a:xfrm>
            <a:off x="7171990" y="101291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9" name="Straight Arrow Connector 8"/>
          <p:cNvCxnSpPr>
            <a:stCxn id="6" idx="3"/>
            <a:endCxn id="7" idx="1"/>
          </p:cNvCxnSpPr>
          <p:nvPr/>
        </p:nvCxnSpPr>
        <p:spPr>
          <a:xfrm>
            <a:off x="6704965" y="1019365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8100223" y="1028023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6805420" y="101027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16" name="Elbow Connector 15"/>
          <p:cNvCxnSpPr>
            <a:stCxn id="7" idx="3"/>
            <a:endCxn id="10" idx="2"/>
          </p:cNvCxnSpPr>
          <p:nvPr/>
        </p:nvCxnSpPr>
        <p:spPr>
          <a:xfrm>
            <a:off x="7690485" y="1019365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lowchart: Decision 17"/>
          <p:cNvSpPr/>
          <p:nvPr/>
        </p:nvSpPr>
        <p:spPr>
          <a:xfrm>
            <a:off x="4244975" y="995553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" name="Flowchart: Terminator 18"/>
          <p:cNvSpPr/>
          <p:nvPr/>
        </p:nvSpPr>
        <p:spPr>
          <a:xfrm>
            <a:off x="7171990" y="105679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0" name="Elbow Connector 19"/>
          <p:cNvCxnSpPr>
            <a:stCxn id="6" idx="2"/>
            <a:endCxn id="19" idx="1"/>
          </p:cNvCxnSpPr>
          <p:nvPr/>
        </p:nvCxnSpPr>
        <p:spPr>
          <a:xfrm rot="5400000" flipV="1">
            <a:off x="6674168" y="10134918"/>
            <a:ext cx="196215" cy="79883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19" idx="3"/>
            <a:endCxn id="10" idx="2"/>
          </p:cNvCxnSpPr>
          <p:nvPr/>
        </p:nvCxnSpPr>
        <p:spPr>
          <a:xfrm flipV="1">
            <a:off x="7690485" y="1041336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18" idx="3"/>
            <a:endCxn id="6" idx="1"/>
          </p:cNvCxnSpPr>
          <p:nvPr/>
        </p:nvCxnSpPr>
        <p:spPr>
          <a:xfrm flipV="1">
            <a:off x="4909820" y="10193655"/>
            <a:ext cx="11303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370" idx="3"/>
            <a:endCxn id="18" idx="1"/>
          </p:cNvCxnSpPr>
          <p:nvPr/>
        </p:nvCxnSpPr>
        <p:spPr>
          <a:xfrm>
            <a:off x="3849370" y="10196830"/>
            <a:ext cx="39560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947285" y="101186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6805420" y="1053702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5032500" y="1011348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3" name="Elbow Connector 32"/>
          <p:cNvCxnSpPr>
            <a:stCxn id="18" idx="2"/>
            <a:endCxn id="5" idx="2"/>
          </p:cNvCxnSpPr>
          <p:nvPr/>
        </p:nvCxnSpPr>
        <p:spPr>
          <a:xfrm rot="5400000" flipV="1">
            <a:off x="4941888" y="10076498"/>
            <a:ext cx="175895" cy="90424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032500" y="105218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9508653" y="669296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9644380" y="695960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6191250" y="777367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5110480" y="777367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6545580" y="513334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3761105" y="689864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5485130" y="492633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5485130" y="507238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0432415" y="331216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Submit Flow</a:t>
            </a:r>
            <a:endParaRPr lang="en-US" sz="900"/>
          </a:p>
          <a:p>
            <a:r>
              <a:rPr lang="en-US" sz="900"/>
              <a:t>08/02/2025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6975475" y="668210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5227320" y="482727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3230880" y="696277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6" name="Group 245"/>
          <p:cNvGrpSpPr/>
          <p:nvPr/>
        </p:nvGrpSpPr>
        <p:grpSpPr>
          <a:xfrm>
            <a:off x="6930390" y="4646295"/>
            <a:ext cx="1068070" cy="1800860"/>
            <a:chOff x="6777" y="7323"/>
            <a:chExt cx="1682" cy="2836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6777" y="7323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5" y="7743"/>
              <a:ext cx="1555" cy="2417"/>
            </a:xfrm>
            <a:prstGeom prst="rect">
              <a:avLst/>
            </a:prstGeom>
          </p:spPr>
        </p:pic>
      </p:grpSp>
      <p:sp>
        <p:nvSpPr>
          <p:cNvPr id="267" name="Oval 266"/>
          <p:cNvSpPr/>
          <p:nvPr/>
        </p:nvSpPr>
        <p:spPr>
          <a:xfrm>
            <a:off x="5223403" y="76917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5109845" y="603250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5526419" y="752919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3761105" y="513715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745" y="325247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5477510" y="417068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3058795" y="725043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4445014" y="489282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5109845" y="513715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4445000" y="578993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4777740" y="538162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700798" y="54819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4445000" y="66560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4777740" y="627507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4700798" y="63480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4445635" y="75323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4777740" y="714121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701433" y="72243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6596350" y="7711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3761105" y="689864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2700655" y="668782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4195973" y="76936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6264168" y="768032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4157873" y="682117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4009918" y="618871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4905" y="599313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3595" y="480822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0164445" y="536194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8953500" y="479488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/>
          <p:nvPr/>
        </p:nvCxnSpPr>
        <p:spPr>
          <a:xfrm flipH="1">
            <a:off x="9634220" y="4704080"/>
            <a:ext cx="2540" cy="296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0164445" y="521525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Group 107"/>
          <p:cNvGrpSpPr/>
          <p:nvPr/>
        </p:nvGrpSpPr>
        <p:grpSpPr>
          <a:xfrm>
            <a:off x="8954135" y="4224020"/>
            <a:ext cx="1264285" cy="614680"/>
            <a:chOff x="13905" y="5801"/>
            <a:chExt cx="1991" cy="968"/>
          </a:xfrm>
        </p:grpSpPr>
        <p:grpSp>
          <p:nvGrpSpPr>
            <p:cNvPr id="109" name="Group 108"/>
            <p:cNvGrpSpPr/>
            <p:nvPr/>
          </p:nvGrpSpPr>
          <p:grpSpPr>
            <a:xfrm rot="0">
              <a:off x="14145" y="6121"/>
              <a:ext cx="1670" cy="436"/>
              <a:chOff x="12732" y="1607"/>
              <a:chExt cx="1855" cy="484"/>
            </a:xfrm>
          </p:grpSpPr>
          <p:sp>
            <p:nvSpPr>
              <p:cNvPr id="110" name="Rectangles 109"/>
              <p:cNvSpPr/>
              <p:nvPr/>
            </p:nvSpPr>
            <p:spPr>
              <a:xfrm>
                <a:off x="12732" y="1865"/>
                <a:ext cx="1855" cy="22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Timer</a:t>
                </a:r>
                <a:endParaRPr lang="en-US" sz="720"/>
              </a:p>
            </p:txBody>
          </p:sp>
          <p:sp>
            <p:nvSpPr>
              <p:cNvPr id="111" name="Rectangles 110"/>
              <p:cNvSpPr/>
              <p:nvPr/>
            </p:nvSpPr>
            <p:spPr>
              <a:xfrm>
                <a:off x="12732" y="1607"/>
                <a:ext cx="1855" cy="22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Websocket</a:t>
                </a:r>
                <a:endParaRPr lang="en-US" sz="720"/>
              </a:p>
            </p:txBody>
          </p:sp>
        </p:grpSp>
        <p:grpSp>
          <p:nvGrpSpPr>
            <p:cNvPr id="112" name="Group 111"/>
            <p:cNvGrpSpPr/>
            <p:nvPr/>
          </p:nvGrpSpPr>
          <p:grpSpPr>
            <a:xfrm rot="0">
              <a:off x="13905" y="5801"/>
              <a:ext cx="572" cy="452"/>
              <a:chOff x="12459" y="1283"/>
              <a:chExt cx="636" cy="502"/>
            </a:xfrm>
          </p:grpSpPr>
          <p:pic>
            <p:nvPicPr>
              <p:cNvPr id="113" name="Picture 112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114" name="Picture 11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116" name="Picture 115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  <p:grpSp>
          <p:nvGrpSpPr>
            <p:cNvPr id="117" name="Group 116"/>
            <p:cNvGrpSpPr/>
            <p:nvPr/>
          </p:nvGrpSpPr>
          <p:grpSpPr>
            <a:xfrm rot="0">
              <a:off x="15576" y="6429"/>
              <a:ext cx="320" cy="340"/>
              <a:chOff x="8092" y="1237"/>
              <a:chExt cx="482" cy="524"/>
            </a:xfrm>
          </p:grpSpPr>
          <p:sp>
            <p:nvSpPr>
              <p:cNvPr id="118" name="Oval 117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19" name="Picture 118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121" name="Oval 120"/>
          <p:cNvSpPr/>
          <p:nvPr/>
        </p:nvSpPr>
        <p:spPr>
          <a:xfrm>
            <a:off x="9508653" y="744036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9101455" y="544512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9631680" y="557403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4642648" y="44158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5858510" y="801751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5686425" y="845629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5784108" y="811403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4913630" y="454914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11049798" y="64351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11185525" y="670179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7732395" y="751586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6651625" y="751586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8086725" y="487553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5302250" y="664083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7026275" y="466852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7026275" y="481457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1634470" y="300355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Trades Flow</a:t>
            </a:r>
            <a:endParaRPr lang="en-US" sz="900"/>
          </a:p>
          <a:p>
            <a:r>
              <a:rPr lang="en-US" sz="900"/>
              <a:t>08/03/2025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8516620" y="642429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6768465" y="456946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4772025" y="670496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0" name="Group 319"/>
          <p:cNvGrpSpPr/>
          <p:nvPr/>
        </p:nvGrpSpPr>
        <p:grpSpPr>
          <a:xfrm rot="0">
            <a:off x="8471535" y="4388485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245" name="Picture 2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2815" y="4655185"/>
            <a:ext cx="987425" cy="1534795"/>
          </a:xfrm>
          <a:prstGeom prst="rect">
            <a:avLst/>
          </a:prstGeom>
        </p:spPr>
      </p:pic>
      <p:sp>
        <p:nvSpPr>
          <p:cNvPr id="267" name="Oval 266"/>
          <p:cNvSpPr/>
          <p:nvPr/>
        </p:nvSpPr>
        <p:spPr>
          <a:xfrm>
            <a:off x="6764548" y="74339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6650990" y="577469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7067564" y="727138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5302250" y="487934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1890" y="299466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7018655" y="391287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4599940" y="699262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5986159" y="463501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6650990" y="487934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5986145" y="553212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6318885" y="512381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241943" y="52241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5986145" y="63982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6318885" y="601726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241943" y="60902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5986780" y="72745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6318885" y="688340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242578" y="69665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8137495" y="745327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5302250" y="664083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4241800" y="643001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5737118" y="743585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7805313" y="742251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5699018" y="65633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5551063" y="593090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6050" y="573532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24740" y="455041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1705590" y="510413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10494645" y="453707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>
            <a:endCxn id="83" idx="0"/>
          </p:cNvCxnSpPr>
          <p:nvPr/>
        </p:nvCxnSpPr>
        <p:spPr>
          <a:xfrm>
            <a:off x="1542415" y="5487670"/>
            <a:ext cx="3175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1705590" y="495744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11049798" y="71825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10650220" y="518731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11180445" y="531622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6183793" y="415804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7399655" y="775970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7227570" y="819848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325253" y="785622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6454775" y="429133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1326642" y="3783330"/>
            <a:ext cx="438785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positions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22" name="Flowchart: Off-page Connector 21"/>
          <p:cNvSpPr/>
          <p:nvPr/>
        </p:nvSpPr>
        <p:spPr>
          <a:xfrm>
            <a:off x="1321562" y="4163251"/>
            <a:ext cx="438785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10" name="Rectangles 109"/>
          <p:cNvSpPr/>
          <p:nvPr/>
        </p:nvSpPr>
        <p:spPr>
          <a:xfrm>
            <a:off x="1022985" y="305562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API Imports</a:t>
            </a:r>
            <a:endParaRPr lang="en-US" sz="720"/>
          </a:p>
        </p:txBody>
      </p:sp>
      <p:sp>
        <p:nvSpPr>
          <p:cNvPr id="111" name="Rectangles 110"/>
          <p:cNvSpPr/>
          <p:nvPr/>
        </p:nvSpPr>
        <p:spPr>
          <a:xfrm>
            <a:off x="1022985" y="290830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Trades</a:t>
            </a:r>
            <a:endParaRPr lang="en-US" sz="720"/>
          </a:p>
        </p:txBody>
      </p:sp>
      <p:grpSp>
        <p:nvGrpSpPr>
          <p:cNvPr id="112" name="Group 111"/>
          <p:cNvGrpSpPr/>
          <p:nvPr/>
        </p:nvGrpSpPr>
        <p:grpSpPr>
          <a:xfrm rot="0">
            <a:off x="4738370" y="2898140"/>
            <a:ext cx="358775" cy="287020"/>
            <a:chOff x="12432" y="1283"/>
            <a:chExt cx="628" cy="502"/>
          </a:xfrm>
        </p:grpSpPr>
        <p:pic>
          <p:nvPicPr>
            <p:cNvPr id="113" name="Picture 112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432" y="1283"/>
              <a:ext cx="475" cy="351"/>
            </a:xfrm>
            <a:prstGeom prst="rect">
              <a:avLst/>
            </a:prstGeom>
          </p:spPr>
        </p:pic>
        <p:pic>
          <p:nvPicPr>
            <p:cNvPr id="114" name="Picture 11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40" y="1402"/>
              <a:ext cx="252" cy="318"/>
            </a:xfrm>
            <a:prstGeom prst="rect">
              <a:avLst/>
            </a:prstGeom>
          </p:spPr>
        </p:pic>
        <p:pic>
          <p:nvPicPr>
            <p:cNvPr id="116" name="Picture 11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685" y="1635"/>
              <a:ext cx="375" cy="150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 rot="0">
            <a:off x="1951990" y="2792730"/>
            <a:ext cx="203200" cy="215900"/>
            <a:chOff x="4768" y="5570"/>
            <a:chExt cx="320" cy="340"/>
          </a:xfrm>
        </p:grpSpPr>
        <p:sp>
          <p:nvSpPr>
            <p:cNvPr id="118" name="Oval 117"/>
            <p:cNvSpPr/>
            <p:nvPr/>
          </p:nvSpPr>
          <p:spPr>
            <a:xfrm>
              <a:off x="4768" y="5570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19" name="Picture 118"/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793" y="5640"/>
              <a:ext cx="295" cy="265"/>
            </a:xfrm>
            <a:prstGeom prst="rect">
              <a:avLst/>
            </a:prstGeom>
          </p:spPr>
        </p:pic>
      </p:grpSp>
      <p:sp>
        <p:nvSpPr>
          <p:cNvPr id="9" name="Rectangles 8"/>
          <p:cNvSpPr/>
          <p:nvPr/>
        </p:nvSpPr>
        <p:spPr>
          <a:xfrm>
            <a:off x="1007745" y="477774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10" name="Rectangles 9"/>
          <p:cNvSpPr/>
          <p:nvPr/>
        </p:nvSpPr>
        <p:spPr>
          <a:xfrm>
            <a:off x="1007745" y="492506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Pending</a:t>
            </a:r>
            <a:endParaRPr lang="en-US" sz="720"/>
          </a:p>
        </p:txBody>
      </p:sp>
      <p:cxnSp>
        <p:nvCxnSpPr>
          <p:cNvPr id="23" name="Elbow Connector 22"/>
          <p:cNvCxnSpPr>
            <a:stCxn id="10" idx="1"/>
            <a:endCxn id="26" idx="1"/>
          </p:cNvCxnSpPr>
          <p:nvPr/>
        </p:nvCxnSpPr>
        <p:spPr>
          <a:xfrm rot="10800000" flipV="1">
            <a:off x="1007745" y="4989830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s 25"/>
          <p:cNvSpPr/>
          <p:nvPr/>
        </p:nvSpPr>
        <p:spPr>
          <a:xfrm>
            <a:off x="1007745" y="507238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Canceled</a:t>
            </a:r>
            <a:endParaRPr lang="en-US" sz="720"/>
          </a:p>
        </p:txBody>
      </p:sp>
      <p:sp>
        <p:nvSpPr>
          <p:cNvPr id="29" name="Rectangles 28"/>
          <p:cNvSpPr/>
          <p:nvPr/>
        </p:nvSpPr>
        <p:spPr>
          <a:xfrm>
            <a:off x="1007745" y="521970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30" name="Rectangles 29"/>
          <p:cNvSpPr/>
          <p:nvPr/>
        </p:nvSpPr>
        <p:spPr>
          <a:xfrm>
            <a:off x="1007745" y="536702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34" name="Elbow Connector 33"/>
          <p:cNvCxnSpPr>
            <a:stCxn id="9" idx="3"/>
            <a:endCxn id="10" idx="3"/>
          </p:cNvCxnSpPr>
          <p:nvPr/>
        </p:nvCxnSpPr>
        <p:spPr>
          <a:xfrm>
            <a:off x="2068195" y="484251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/>
          <p:cNvCxnSpPr>
            <a:endCxn id="30" idx="1"/>
          </p:cNvCxnSpPr>
          <p:nvPr/>
        </p:nvCxnSpPr>
        <p:spPr>
          <a:xfrm rot="5400000">
            <a:off x="862330" y="5278755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26" idx="3"/>
            <a:endCxn id="29" idx="3"/>
          </p:cNvCxnSpPr>
          <p:nvPr/>
        </p:nvCxnSpPr>
        <p:spPr>
          <a:xfrm>
            <a:off x="2068195" y="513715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10" idx="2"/>
            <a:endCxn id="85" idx="0"/>
          </p:cNvCxnSpPr>
          <p:nvPr/>
        </p:nvCxnSpPr>
        <p:spPr>
          <a:xfrm flipH="1">
            <a:off x="1551305" y="3185160"/>
            <a:ext cx="1905" cy="214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22" idx="2"/>
            <a:endCxn id="67" idx="0"/>
          </p:cNvCxnSpPr>
          <p:nvPr/>
        </p:nvCxnSpPr>
        <p:spPr>
          <a:xfrm flipH="1">
            <a:off x="1540510" y="4382135"/>
            <a:ext cx="635" cy="2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s 66"/>
          <p:cNvSpPr/>
          <p:nvPr/>
        </p:nvSpPr>
        <p:spPr>
          <a:xfrm>
            <a:off x="1010285" y="462216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Orders</a:t>
            </a:r>
            <a:endParaRPr lang="en-US" sz="720"/>
          </a:p>
        </p:txBody>
      </p:sp>
      <p:cxnSp>
        <p:nvCxnSpPr>
          <p:cNvPr id="68" name="Straight Arrow Connector 67"/>
          <p:cNvCxnSpPr/>
          <p:nvPr/>
        </p:nvCxnSpPr>
        <p:spPr>
          <a:xfrm>
            <a:off x="1547495" y="6718935"/>
            <a:ext cx="6350" cy="289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s 68"/>
          <p:cNvSpPr/>
          <p:nvPr/>
        </p:nvSpPr>
        <p:spPr>
          <a:xfrm>
            <a:off x="1012825" y="594804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74" name="Rectangles 73"/>
          <p:cNvSpPr/>
          <p:nvPr/>
        </p:nvSpPr>
        <p:spPr>
          <a:xfrm>
            <a:off x="1012825" y="609536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Pending</a:t>
            </a:r>
            <a:endParaRPr lang="en-US" sz="720"/>
          </a:p>
        </p:txBody>
      </p:sp>
      <p:cxnSp>
        <p:nvCxnSpPr>
          <p:cNvPr id="75" name="Elbow Connector 74"/>
          <p:cNvCxnSpPr>
            <a:stCxn id="74" idx="1"/>
            <a:endCxn id="77" idx="1"/>
          </p:cNvCxnSpPr>
          <p:nvPr/>
        </p:nvCxnSpPr>
        <p:spPr>
          <a:xfrm rot="10800000" flipV="1">
            <a:off x="1012825" y="6160135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s 76"/>
          <p:cNvSpPr/>
          <p:nvPr/>
        </p:nvSpPr>
        <p:spPr>
          <a:xfrm>
            <a:off x="1012825" y="624268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Canceled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1012825" y="639000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79" name="Rectangles 78"/>
          <p:cNvSpPr/>
          <p:nvPr/>
        </p:nvSpPr>
        <p:spPr>
          <a:xfrm>
            <a:off x="1012825" y="653732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80" name="Elbow Connector 79"/>
          <p:cNvCxnSpPr>
            <a:stCxn id="69" idx="3"/>
            <a:endCxn id="74" idx="3"/>
          </p:cNvCxnSpPr>
          <p:nvPr/>
        </p:nvCxnSpPr>
        <p:spPr>
          <a:xfrm>
            <a:off x="2073275" y="601281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80"/>
          <p:cNvCxnSpPr>
            <a:endCxn id="79" idx="1"/>
          </p:cNvCxnSpPr>
          <p:nvPr/>
        </p:nvCxnSpPr>
        <p:spPr>
          <a:xfrm rot="5400000">
            <a:off x="867410" y="6449060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81"/>
          <p:cNvCxnSpPr>
            <a:stCxn id="77" idx="3"/>
            <a:endCxn id="78" idx="3"/>
          </p:cNvCxnSpPr>
          <p:nvPr/>
        </p:nvCxnSpPr>
        <p:spPr>
          <a:xfrm>
            <a:off x="2073275" y="630745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s 82"/>
          <p:cNvSpPr/>
          <p:nvPr/>
        </p:nvSpPr>
        <p:spPr>
          <a:xfrm>
            <a:off x="1015365" y="579247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Stops</a:t>
            </a:r>
            <a:endParaRPr lang="en-US" sz="720"/>
          </a:p>
        </p:txBody>
      </p:sp>
      <p:cxnSp>
        <p:nvCxnSpPr>
          <p:cNvPr id="84" name="Straight Arrow Connector 83"/>
          <p:cNvCxnSpPr>
            <a:stCxn id="17" idx="2"/>
            <a:endCxn id="22" idx="0"/>
          </p:cNvCxnSpPr>
          <p:nvPr/>
        </p:nvCxnSpPr>
        <p:spPr>
          <a:xfrm flipH="1">
            <a:off x="1541145" y="4003040"/>
            <a:ext cx="5080" cy="160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Flowchart: Off-page Connector 84"/>
          <p:cNvSpPr/>
          <p:nvPr/>
        </p:nvSpPr>
        <p:spPr>
          <a:xfrm>
            <a:off x="1331595" y="3399981"/>
            <a:ext cx="438912" cy="219075"/>
          </a:xfrm>
          <a:prstGeom prst="flowChartOffpageConnector">
            <a:avLst/>
          </a:prstGeom>
          <a:solidFill>
            <a:schemeClr val="accent1"/>
          </a:solidFill>
          <a:ln>
            <a:headEnd type="none" w="med" len="med"/>
            <a:tailEnd type="none" w="med" len="med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88" name="Straight Arrow Connector 87"/>
          <p:cNvCxnSpPr>
            <a:stCxn id="85" idx="2"/>
            <a:endCxn id="17" idx="0"/>
          </p:cNvCxnSpPr>
          <p:nvPr/>
        </p:nvCxnSpPr>
        <p:spPr>
          <a:xfrm flipH="1">
            <a:off x="1546225" y="3618865"/>
            <a:ext cx="5080" cy="164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oup 89"/>
          <p:cNvGrpSpPr/>
          <p:nvPr/>
        </p:nvGrpSpPr>
        <p:grpSpPr>
          <a:xfrm rot="0">
            <a:off x="9363075" y="1640840"/>
            <a:ext cx="427355" cy="334010"/>
            <a:chOff x="16290" y="4518"/>
            <a:chExt cx="748" cy="584"/>
          </a:xfrm>
        </p:grpSpPr>
        <p:pic>
          <p:nvPicPr>
            <p:cNvPr id="91" name="Picture 9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92" name="Oval 9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98" name="Picture 9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24035" y="1908810"/>
            <a:ext cx="1011555" cy="4923790"/>
          </a:xfrm>
          <a:prstGeom prst="rect">
            <a:avLst/>
          </a:prstGeom>
        </p:spPr>
      </p:pic>
      <p:sp>
        <p:nvSpPr>
          <p:cNvPr id="4" name="Flowchart: Document 3"/>
          <p:cNvSpPr/>
          <p:nvPr/>
        </p:nvSpPr>
        <p:spPr>
          <a:xfrm>
            <a:off x="2237105" y="3396615"/>
            <a:ext cx="393065" cy="222250"/>
          </a:xfrm>
          <a:prstGeom prst="flowChartDocumen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5" name="Flowchart: Document 4"/>
          <p:cNvSpPr/>
          <p:nvPr/>
        </p:nvSpPr>
        <p:spPr>
          <a:xfrm>
            <a:off x="2237105" y="3780790"/>
            <a:ext cx="393065" cy="222250"/>
          </a:xfrm>
          <a:prstGeom prst="flowChartDocumen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16" name="Flowchart: Document 15"/>
          <p:cNvSpPr/>
          <p:nvPr/>
        </p:nvSpPr>
        <p:spPr>
          <a:xfrm>
            <a:off x="2237105" y="4166235"/>
            <a:ext cx="393065" cy="222250"/>
          </a:xfrm>
          <a:prstGeom prst="flowChartDocumen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18" name="Straight Arrow Connector 17"/>
          <p:cNvCxnSpPr>
            <a:stCxn id="85" idx="3"/>
            <a:endCxn id="4" idx="1"/>
          </p:cNvCxnSpPr>
          <p:nvPr/>
        </p:nvCxnSpPr>
        <p:spPr>
          <a:xfrm flipV="1">
            <a:off x="1770380" y="3507740"/>
            <a:ext cx="466725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17" idx="3"/>
            <a:endCxn id="5" idx="1"/>
          </p:cNvCxnSpPr>
          <p:nvPr/>
        </p:nvCxnSpPr>
        <p:spPr>
          <a:xfrm flipV="1">
            <a:off x="1765300" y="3891915"/>
            <a:ext cx="47180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22" idx="3"/>
            <a:endCxn id="16" idx="1"/>
          </p:cNvCxnSpPr>
          <p:nvPr/>
        </p:nvCxnSpPr>
        <p:spPr>
          <a:xfrm>
            <a:off x="1760220" y="4272915"/>
            <a:ext cx="4768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oup 20"/>
          <p:cNvGrpSpPr/>
          <p:nvPr/>
        </p:nvGrpSpPr>
        <p:grpSpPr>
          <a:xfrm rot="0">
            <a:off x="829945" y="4430395"/>
            <a:ext cx="427355" cy="334010"/>
            <a:chOff x="16290" y="4518"/>
            <a:chExt cx="748" cy="584"/>
          </a:xfrm>
        </p:grpSpPr>
        <p:pic>
          <p:nvPicPr>
            <p:cNvPr id="25" name="Picture 2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1" name="Oval 30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3" name="Picture 3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42" name="Group 41"/>
          <p:cNvGrpSpPr/>
          <p:nvPr/>
        </p:nvGrpSpPr>
        <p:grpSpPr>
          <a:xfrm rot="0">
            <a:off x="833120" y="5588000"/>
            <a:ext cx="427355" cy="334010"/>
            <a:chOff x="16290" y="4518"/>
            <a:chExt cx="748" cy="584"/>
          </a:xfrm>
        </p:grpSpPr>
        <p:pic>
          <p:nvPicPr>
            <p:cNvPr id="43" name="Picture 4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45" name="Oval 44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6" name="Picture 4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Data Pie Charts">
  <a:themeElements>
    <a:clrScheme name="Data Pie Chart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CC3300"/>
      </a:hlink>
      <a:folHlink>
        <a:srgbClr val="996600"/>
      </a:folHlink>
    </a:clrScheme>
    <a:fontScheme name="Data Pie Chart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lnDef>
  </a:objectDefaults>
  <a:extraClrSchemeLst>
    <a:extraClrScheme>
      <a:clrScheme name="Data Pie Chart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9900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AACAAA"/>
        </a:accent5>
        <a:accent6>
          <a:srgbClr val="8AB900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2683</Words>
  <Application>WPS Presentation</Application>
  <PresentationFormat>宽屏</PresentationFormat>
  <Paragraphs>919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0" baseType="lpstr">
      <vt:lpstr>Arial</vt:lpstr>
      <vt:lpstr>SimSun</vt:lpstr>
      <vt:lpstr>Wingdings</vt:lpstr>
      <vt:lpstr>DejaVu Sans</vt:lpstr>
      <vt:lpstr>Droid Sans Fallback</vt:lpstr>
      <vt:lpstr>Microsoft YaHei</vt:lpstr>
      <vt:lpstr>Arial Unicode MS</vt:lpstr>
      <vt:lpstr>SimSun</vt:lpstr>
      <vt:lpstr>OpenSymbol</vt:lpstr>
      <vt:lpstr>Data Pie Charts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djorgenson</cp:lastModifiedBy>
  <cp:revision>127</cp:revision>
  <dcterms:created xsi:type="dcterms:W3CDTF">2026-01-29T14:34:59Z</dcterms:created>
  <dcterms:modified xsi:type="dcterms:W3CDTF">2026-01-29T14:34:59Z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