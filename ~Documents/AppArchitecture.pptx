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7" r:id="rId3"/>
    <p:sldId id="258" r:id="rId5"/>
    <p:sldId id="256" r:id="rId6"/>
    <p:sldId id="298" r:id="rId7"/>
    <p:sldId id="270" r:id="rId8"/>
    <p:sldId id="305" r:id="rId9"/>
    <p:sldId id="277" r:id="rId10"/>
    <p:sldId id="265" r:id="rId11"/>
    <p:sldId id="282" r:id="rId12"/>
    <p:sldId id="272" r:id="rId13"/>
    <p:sldId id="274" r:id="rId14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C72"/>
    <a:srgbClr val="97BE97"/>
    <a:srgbClr val="F0B500"/>
    <a:srgbClr val="E7971C"/>
    <a:srgbClr val="89BF61"/>
    <a:srgbClr val="FEF8F5"/>
    <a:srgbClr val="8CC166"/>
    <a:srgbClr val="00D0DD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05"/>
        <p:guide pos="50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4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12.pn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4.png"/><Relationship Id="rId4" Type="http://schemas.openxmlformats.org/officeDocument/2006/relationships/image" Target="../media/image23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4" Type="http://schemas.openxmlformats.org/officeDocument/2006/relationships/slideLayout" Target="../slideLayouts/slideLayout2.xml"/><Relationship Id="rId13" Type="http://schemas.openxmlformats.org/officeDocument/2006/relationships/image" Target="../media/image30.png"/><Relationship Id="rId12" Type="http://schemas.openxmlformats.org/officeDocument/2006/relationships/image" Target="../media/image29.png"/><Relationship Id="rId11" Type="http://schemas.openxmlformats.org/officeDocument/2006/relationships/image" Target="../media/image28.png"/><Relationship Id="rId10" Type="http://schemas.openxmlformats.org/officeDocument/2006/relationships/image" Target="../media/image27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4.png"/><Relationship Id="rId7" Type="http://schemas.openxmlformats.org/officeDocument/2006/relationships/image" Target="../media/image36.png"/><Relationship Id="rId6" Type="http://schemas.openxmlformats.org/officeDocument/2006/relationships/image" Target="../media/image35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1.png"/><Relationship Id="rId8" Type="http://schemas.openxmlformats.org/officeDocument/2006/relationships/image" Target="../media/image40.png"/><Relationship Id="rId7" Type="http://schemas.openxmlformats.org/officeDocument/2006/relationships/image" Target="../media/image12.png"/><Relationship Id="rId6" Type="http://schemas.openxmlformats.org/officeDocument/2006/relationships/image" Target="../media/image39.png"/><Relationship Id="rId5" Type="http://schemas.openxmlformats.org/officeDocument/2006/relationships/image" Target="../media/image4.png"/><Relationship Id="rId4" Type="http://schemas.openxmlformats.org/officeDocument/2006/relationships/image" Target="../media/image3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3.png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3.png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6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nip Diagonal Corner Rectangle 1"/>
          <p:cNvSpPr/>
          <p:nvPr/>
        </p:nvSpPr>
        <p:spPr>
          <a:xfrm>
            <a:off x="2270760" y="3138170"/>
            <a:ext cx="4193540" cy="2085340"/>
          </a:xfrm>
          <a:prstGeom prst="snip2Diag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6554470" y="343789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sp>
        <p:nvSpPr>
          <p:cNvPr id="296" name="Oval 295"/>
          <p:cNvSpPr/>
          <p:nvPr/>
        </p:nvSpPr>
        <p:spPr>
          <a:xfrm>
            <a:off x="7157720" y="547878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155" name="Oval 154"/>
          <p:cNvSpPr/>
          <p:nvPr/>
        </p:nvSpPr>
        <p:spPr>
          <a:xfrm>
            <a:off x="4283267" y="234050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6" name="Straight Arrow Connector 155"/>
          <p:cNvCxnSpPr>
            <a:stCxn id="155" idx="4"/>
            <a:endCxn id="340" idx="0"/>
          </p:cNvCxnSpPr>
          <p:nvPr/>
        </p:nvCxnSpPr>
        <p:spPr>
          <a:xfrm flipH="1">
            <a:off x="4410710" y="2614930"/>
            <a:ext cx="8255" cy="21653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9953788" y="408949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 flipH="1">
            <a:off x="10087610" y="4363720"/>
            <a:ext cx="1905" cy="2178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8585078" y="46954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 flipV="1">
            <a:off x="9250263" y="493952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8087238" y="4939460"/>
            <a:ext cx="49784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8455978" y="4815523"/>
            <a:ext cx="93345" cy="8305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8304020" y="486008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8304020" y="519098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56" name="Oval 255"/>
          <p:cNvSpPr/>
          <p:nvPr/>
        </p:nvSpPr>
        <p:spPr>
          <a:xfrm>
            <a:off x="9953788" y="303981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10089236" y="331433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8585078" y="362790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endCxn id="258" idx="3"/>
          </p:cNvCxnSpPr>
          <p:nvPr/>
        </p:nvCxnSpPr>
        <p:spPr>
          <a:xfrm flipH="1">
            <a:off x="9250263" y="386723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8087238" y="3872509"/>
            <a:ext cx="49784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8451850" y="3752215"/>
            <a:ext cx="101600" cy="8305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8304020" y="37889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8304020" y="413261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57" name="Group 156"/>
          <p:cNvGrpSpPr/>
          <p:nvPr/>
        </p:nvGrpSpPr>
        <p:grpSpPr>
          <a:xfrm>
            <a:off x="9539009" y="350837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8" name="Group 157"/>
          <p:cNvGrpSpPr/>
          <p:nvPr/>
        </p:nvGrpSpPr>
        <p:grpSpPr>
          <a:xfrm>
            <a:off x="9539009" y="458152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0" name="Straight Arrow Connector 329"/>
          <p:cNvCxnSpPr>
            <a:stCxn id="340" idx="2"/>
            <a:endCxn id="6" idx="0"/>
          </p:cNvCxnSpPr>
          <p:nvPr/>
        </p:nvCxnSpPr>
        <p:spPr>
          <a:xfrm>
            <a:off x="4410710" y="3188970"/>
            <a:ext cx="3175" cy="6051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/>
          <p:cNvGrpSpPr/>
          <p:nvPr/>
        </p:nvGrpSpPr>
        <p:grpSpPr>
          <a:xfrm>
            <a:off x="3904615" y="330644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60" name="Rectangles 159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3284220" y="338582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66" idx="6"/>
            <a:endCxn id="190" idx="1"/>
          </p:cNvCxnSpPr>
          <p:nvPr/>
        </p:nvCxnSpPr>
        <p:spPr>
          <a:xfrm flipV="1">
            <a:off x="5922010" y="430022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5651057" y="417057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7" name="Flowchart: Off-page Connector 166"/>
          <p:cNvSpPr/>
          <p:nvPr/>
        </p:nvSpPr>
        <p:spPr>
          <a:xfrm>
            <a:off x="1782445" y="347218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4111625" y="283146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9389745" y="437896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9389745" y="330581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pic>
        <p:nvPicPr>
          <p:cNvPr id="168" name="Picture 16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71729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7568654" y="48823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7568654" y="52127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7568654" y="38096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7568654" y="415324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69" name="Straight Arrow Connector 168"/>
          <p:cNvCxnSpPr/>
          <p:nvPr/>
        </p:nvCxnSpPr>
        <p:spPr>
          <a:xfrm flipH="1">
            <a:off x="4412615" y="4149090"/>
            <a:ext cx="3175" cy="4121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Flowchart: Terminator 171"/>
          <p:cNvSpPr/>
          <p:nvPr/>
        </p:nvSpPr>
        <p:spPr>
          <a:xfrm>
            <a:off x="6166150" y="39055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4341672" y="423177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83" name="Picture 18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4765" y="2812415"/>
            <a:ext cx="954405" cy="15468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85" name="Straight Arrow Connector 184"/>
          <p:cNvCxnSpPr>
            <a:stCxn id="171" idx="3"/>
            <a:endCxn id="172" idx="1"/>
          </p:cNvCxnSpPr>
          <p:nvPr/>
        </p:nvCxnSpPr>
        <p:spPr>
          <a:xfrm>
            <a:off x="4697730" y="396748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Oval 188"/>
          <p:cNvSpPr/>
          <p:nvPr/>
        </p:nvSpPr>
        <p:spPr>
          <a:xfrm>
            <a:off x="4814862" y="38882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90" name="Flowchart: Terminator 189"/>
          <p:cNvSpPr/>
          <p:nvPr/>
        </p:nvSpPr>
        <p:spPr>
          <a:xfrm>
            <a:off x="6175040" y="42357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1" name="Flowchart: Terminator 190"/>
          <p:cNvSpPr/>
          <p:nvPr/>
        </p:nvSpPr>
        <p:spPr>
          <a:xfrm>
            <a:off x="6166150" y="5335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Elbow Connector 191"/>
          <p:cNvCxnSpPr>
            <a:endCxn id="194" idx="1"/>
          </p:cNvCxnSpPr>
          <p:nvPr/>
        </p:nvCxnSpPr>
        <p:spPr>
          <a:xfrm rot="5400000" flipV="1">
            <a:off x="5683885" y="459232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6161070" y="50047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5844717" y="497408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97" name="Straight Arrow Connector 196"/>
          <p:cNvCxnSpPr>
            <a:stCxn id="170" idx="3"/>
          </p:cNvCxnSpPr>
          <p:nvPr/>
        </p:nvCxnSpPr>
        <p:spPr>
          <a:xfrm>
            <a:off x="4700905" y="474154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4814862" y="4653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Terminator 198"/>
          <p:cNvSpPr/>
          <p:nvPr/>
        </p:nvSpPr>
        <p:spPr>
          <a:xfrm>
            <a:off x="6189010" y="46764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0" name="Straight Arrow Connector 199"/>
          <p:cNvCxnSpPr>
            <a:endCxn id="199" idx="1"/>
          </p:cNvCxnSpPr>
          <p:nvPr/>
        </p:nvCxnSpPr>
        <p:spPr>
          <a:xfrm flipV="1">
            <a:off x="5697855" y="474091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5844717" y="46527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03" name="Group 202"/>
          <p:cNvGrpSpPr/>
          <p:nvPr/>
        </p:nvGrpSpPr>
        <p:grpSpPr>
          <a:xfrm>
            <a:off x="5132070" y="4560570"/>
            <a:ext cx="567690" cy="363220"/>
            <a:chOff x="6885" y="6776"/>
            <a:chExt cx="894" cy="572"/>
          </a:xfrm>
          <a:gradFill>
            <a:gsLst>
              <a:gs pos="0">
                <a:srgbClr val="9EE256"/>
              </a:gs>
              <a:gs pos="100000">
                <a:srgbClr val="52762D"/>
              </a:gs>
            </a:gsLst>
            <a:lin scaled="0"/>
          </a:gra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05" name="Flowchart: Decision 204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206" name="Text Box 205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adFill rotWithShape="1">
                    <a:gsLst>
                      <a:gs pos="0">
                        <a:schemeClr val="accent1">
                          <a:lumMod val="110000"/>
                          <a:satMod val="105000"/>
                          <a:tint val="67000"/>
                        </a:schemeClr>
                      </a:gs>
                      <a:gs pos="50000">
                        <a:schemeClr val="accent1">
                          <a:lumMod val="105000"/>
                          <a:satMod val="103000"/>
                          <a:tint val="73000"/>
                        </a:schemeClr>
                      </a:gs>
                      <a:gs pos="100000">
                        <a:schemeClr val="accent1">
                          <a:lumMod val="105000"/>
                          <a:satMod val="109000"/>
                          <a:tint val="81000"/>
                        </a:schemeClr>
                      </a:gs>
                    </a:gsLst>
                    <a:lin ang="5400000" scaled="0"/>
                  </a:gradFill>
                </a14:hiddenFill>
              </a:ext>
            </a:ex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Pending?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cxnSp>
        <p:nvCxnSpPr>
          <p:cNvPr id="209" name="Elbow Connector 208"/>
          <p:cNvCxnSpPr>
            <a:stCxn id="288" idx="1"/>
            <a:endCxn id="270" idx="2"/>
          </p:cNvCxnSpPr>
          <p:nvPr/>
        </p:nvCxnSpPr>
        <p:spPr>
          <a:xfrm rot="10800000">
            <a:off x="1270635" y="6393815"/>
            <a:ext cx="2648585" cy="41783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Flowchart: Decision 209"/>
          <p:cNvSpPr/>
          <p:nvPr/>
        </p:nvSpPr>
        <p:spPr>
          <a:xfrm>
            <a:off x="942981" y="767945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1" name="Flowchart: Decision 210"/>
          <p:cNvSpPr/>
          <p:nvPr/>
        </p:nvSpPr>
        <p:spPr>
          <a:xfrm>
            <a:off x="942981" y="676574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3" name="Elbow Connector 212"/>
          <p:cNvCxnSpPr>
            <a:stCxn id="281" idx="1"/>
            <a:endCxn id="248" idx="4"/>
          </p:cNvCxnSpPr>
          <p:nvPr/>
        </p:nvCxnSpPr>
        <p:spPr>
          <a:xfrm rot="10800000">
            <a:off x="1841500" y="5798820"/>
            <a:ext cx="2078355" cy="46215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Flowchart: Decision 214"/>
          <p:cNvSpPr/>
          <p:nvPr/>
        </p:nvSpPr>
        <p:spPr>
          <a:xfrm>
            <a:off x="1508779" y="724562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9" name="Flowchart: Decision 218"/>
          <p:cNvSpPr/>
          <p:nvPr/>
        </p:nvSpPr>
        <p:spPr>
          <a:xfrm>
            <a:off x="1508779" y="630993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20" name="Elbow Connector 219"/>
          <p:cNvCxnSpPr>
            <a:stCxn id="283" idx="1"/>
            <a:endCxn id="222" idx="2"/>
          </p:cNvCxnSpPr>
          <p:nvPr/>
        </p:nvCxnSpPr>
        <p:spPr>
          <a:xfrm rot="10800000">
            <a:off x="2406650" y="7254875"/>
            <a:ext cx="1513205" cy="30175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Flowchart: Decision 220"/>
          <p:cNvSpPr/>
          <p:nvPr/>
        </p:nvSpPr>
        <p:spPr>
          <a:xfrm>
            <a:off x="2074577" y="769596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2" name="Flowchart: Decision 221"/>
          <p:cNvSpPr/>
          <p:nvPr/>
        </p:nvSpPr>
        <p:spPr>
          <a:xfrm>
            <a:off x="2074005" y="676574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25" name="Straight Arrow Connector 224"/>
          <p:cNvCxnSpPr>
            <a:stCxn id="236" idx="1"/>
            <a:endCxn id="275" idx="6"/>
          </p:cNvCxnSpPr>
          <p:nvPr/>
        </p:nvCxnSpPr>
        <p:spPr>
          <a:xfrm flipH="1">
            <a:off x="577850" y="8798560"/>
            <a:ext cx="36512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Flowchart: Decision 235"/>
          <p:cNvSpPr/>
          <p:nvPr/>
        </p:nvSpPr>
        <p:spPr>
          <a:xfrm>
            <a:off x="943096" y="85538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1767039" y="59813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4" name="Oval 243"/>
          <p:cNvSpPr/>
          <p:nvPr/>
        </p:nvSpPr>
        <p:spPr>
          <a:xfrm>
            <a:off x="744220" y="871284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6" name="Elbow Connector 245"/>
          <p:cNvCxnSpPr>
            <a:stCxn id="287" idx="1"/>
            <a:endCxn id="247" idx="2"/>
          </p:cNvCxnSpPr>
          <p:nvPr/>
        </p:nvCxnSpPr>
        <p:spPr>
          <a:xfrm rot="10800000">
            <a:off x="3035300" y="7734300"/>
            <a:ext cx="884555" cy="238823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Decision 246"/>
          <p:cNvSpPr/>
          <p:nvPr/>
        </p:nvSpPr>
        <p:spPr>
          <a:xfrm>
            <a:off x="2702668" y="724562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331326" y="74117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1705413" y="552474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68" name="Straight Arrow Connector 267"/>
          <p:cNvCxnSpPr>
            <a:stCxn id="222" idx="3"/>
            <a:endCxn id="291" idx="2"/>
          </p:cNvCxnSpPr>
          <p:nvPr/>
        </p:nvCxnSpPr>
        <p:spPr>
          <a:xfrm>
            <a:off x="2738755" y="7010400"/>
            <a:ext cx="77216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Flowchart: Decision 269"/>
          <p:cNvSpPr/>
          <p:nvPr/>
        </p:nvSpPr>
        <p:spPr>
          <a:xfrm>
            <a:off x="937990" y="590468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1" name="Oval 270"/>
          <p:cNvSpPr/>
          <p:nvPr/>
        </p:nvSpPr>
        <p:spPr>
          <a:xfrm>
            <a:off x="1134548" y="516215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72" name="Straight Arrow Connector 271"/>
          <p:cNvCxnSpPr>
            <a:stCxn id="270" idx="0"/>
            <a:endCxn id="271" idx="4"/>
          </p:cNvCxnSpPr>
          <p:nvPr/>
        </p:nvCxnSpPr>
        <p:spPr>
          <a:xfrm flipV="1">
            <a:off x="1270635" y="543623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1196733" y="560931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74" name="Flowchart: Decision 273"/>
          <p:cNvSpPr/>
          <p:nvPr/>
        </p:nvSpPr>
        <p:spPr>
          <a:xfrm>
            <a:off x="2047240" y="85102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5" name="Oval 274"/>
          <p:cNvSpPr/>
          <p:nvPr/>
        </p:nvSpPr>
        <p:spPr>
          <a:xfrm>
            <a:off x="306897" y="866891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6" name="Oval 275"/>
          <p:cNvSpPr/>
          <p:nvPr/>
        </p:nvSpPr>
        <p:spPr>
          <a:xfrm>
            <a:off x="1196975" y="8255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77" name="Flowchart: Decision 276"/>
          <p:cNvSpPr/>
          <p:nvPr/>
        </p:nvSpPr>
        <p:spPr>
          <a:xfrm>
            <a:off x="917575" y="927735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8" name="Flowchart: Decision 277"/>
          <p:cNvSpPr/>
          <p:nvPr/>
        </p:nvSpPr>
        <p:spPr>
          <a:xfrm>
            <a:off x="1488440" y="811974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86" name="Straight Arrow Connector 285"/>
          <p:cNvCxnSpPr>
            <a:stCxn id="247" idx="1"/>
            <a:endCxn id="314" idx="6"/>
          </p:cNvCxnSpPr>
          <p:nvPr/>
        </p:nvCxnSpPr>
        <p:spPr>
          <a:xfrm flipH="1">
            <a:off x="2479040" y="7489825"/>
            <a:ext cx="2235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Group 278"/>
          <p:cNvGrpSpPr/>
          <p:nvPr/>
        </p:nvGrpSpPr>
        <p:grpSpPr>
          <a:xfrm>
            <a:off x="3919220" y="9606911"/>
            <a:ext cx="1097915" cy="1029307"/>
            <a:chOff x="6888" y="13226"/>
            <a:chExt cx="1729" cy="162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80" name="Rectangles 279"/>
            <p:cNvSpPr/>
            <p:nvPr/>
          </p:nvSpPr>
          <p:spPr>
            <a:xfrm>
              <a:off x="6889" y="1322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81" name="Rectangles 280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83" name="Rectangles 282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284" name="Rectangles 283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287" name="Rectangles 286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288" name="Rectangles 28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289" name="Straight Arrow Connector 288"/>
          <p:cNvCxnSpPr>
            <a:stCxn id="290" idx="0"/>
            <a:endCxn id="291" idx="4"/>
          </p:cNvCxnSpPr>
          <p:nvPr/>
        </p:nvCxnSpPr>
        <p:spPr>
          <a:xfrm flipV="1">
            <a:off x="3637280" y="715010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Decision 289"/>
          <p:cNvSpPr/>
          <p:nvPr/>
        </p:nvSpPr>
        <p:spPr>
          <a:xfrm>
            <a:off x="3304661" y="769533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1" name="Oval 290"/>
          <p:cNvSpPr/>
          <p:nvPr/>
        </p:nvSpPr>
        <p:spPr>
          <a:xfrm>
            <a:off x="3511107" y="687567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95" name="Elbow Connector 294"/>
          <p:cNvCxnSpPr>
            <a:stCxn id="303" idx="3"/>
            <a:endCxn id="290" idx="3"/>
          </p:cNvCxnSpPr>
          <p:nvPr/>
        </p:nvCxnSpPr>
        <p:spPr>
          <a:xfrm flipH="1" flipV="1">
            <a:off x="3969385" y="794004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Oval 298"/>
          <p:cNvSpPr/>
          <p:nvPr/>
        </p:nvSpPr>
        <p:spPr>
          <a:xfrm>
            <a:off x="4096577" y="816281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3" name="Flowchart: Decision 302"/>
          <p:cNvSpPr/>
          <p:nvPr/>
        </p:nvSpPr>
        <p:spPr>
          <a:xfrm>
            <a:off x="3293110" y="849947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04" name="Oval 303"/>
          <p:cNvSpPr/>
          <p:nvPr/>
        </p:nvSpPr>
        <p:spPr>
          <a:xfrm>
            <a:off x="4168775" y="863982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05" name="Oval 304"/>
          <p:cNvSpPr/>
          <p:nvPr/>
        </p:nvSpPr>
        <p:spPr>
          <a:xfrm>
            <a:off x="3566160" y="74091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6" name="Elbow Connector 305"/>
          <p:cNvCxnSpPr>
            <a:stCxn id="284" idx="1"/>
            <a:endCxn id="303" idx="2"/>
          </p:cNvCxnSpPr>
          <p:nvPr/>
        </p:nvCxnSpPr>
        <p:spPr>
          <a:xfrm rot="10800000">
            <a:off x="3646170" y="8998585"/>
            <a:ext cx="273685" cy="9759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Elbow Connector 307"/>
          <p:cNvCxnSpPr>
            <a:stCxn id="222" idx="0"/>
            <a:endCxn id="191" idx="1"/>
          </p:cNvCxnSpPr>
          <p:nvPr/>
        </p:nvCxnSpPr>
        <p:spPr>
          <a:xfrm rot="16200000">
            <a:off x="3603308" y="4203383"/>
            <a:ext cx="1365885" cy="37592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2982772" y="69305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42" name="Straight Arrow Connector 341"/>
          <p:cNvCxnSpPr>
            <a:stCxn id="297" idx="1"/>
            <a:endCxn id="294" idx="3"/>
          </p:cNvCxnSpPr>
          <p:nvPr/>
        </p:nvCxnSpPr>
        <p:spPr>
          <a:xfrm flipH="1">
            <a:off x="5017135" y="9819005"/>
            <a:ext cx="290195" cy="88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>
            <a:stCxn id="167" idx="3"/>
            <a:endCxn id="183" idx="1"/>
          </p:cNvCxnSpPr>
          <p:nvPr/>
        </p:nvCxnSpPr>
        <p:spPr>
          <a:xfrm>
            <a:off x="2221230" y="3582035"/>
            <a:ext cx="343535" cy="381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69" name="Oval 268"/>
          <p:cNvSpPr/>
          <p:nvPr/>
        </p:nvSpPr>
        <p:spPr>
          <a:xfrm>
            <a:off x="2330742" y="6367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130040" y="3794125"/>
            <a:ext cx="567690" cy="363220"/>
            <a:chOff x="6504" y="6080"/>
            <a:chExt cx="894" cy="572"/>
          </a:xfrm>
        </p:grpSpPr>
        <p:sp>
          <p:nvSpPr>
            <p:cNvPr id="6" name="Flowchart: Decision 5"/>
            <p:cNvSpPr/>
            <p:nvPr/>
          </p:nvSpPr>
          <p:spPr>
            <a:xfrm>
              <a:off x="6506" y="6080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6504" y="6228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Found?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128770" y="4561205"/>
            <a:ext cx="567690" cy="363220"/>
            <a:chOff x="6502" y="7288"/>
            <a:chExt cx="894" cy="572"/>
          </a:xfrm>
        </p:grpSpPr>
        <p:sp>
          <p:nvSpPr>
            <p:cNvPr id="10" name="Flowchart: Decision 9"/>
            <p:cNvSpPr/>
            <p:nvPr/>
          </p:nvSpPr>
          <p:spPr>
            <a:xfrm>
              <a:off x="6504" y="7288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6502" y="7436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Newer?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2" name="Text Box 11"/>
          <p:cNvSpPr txBox="1"/>
          <p:nvPr/>
        </p:nvSpPr>
        <p:spPr>
          <a:xfrm>
            <a:off x="11638915" y="257238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4468495" y="9265285"/>
            <a:ext cx="4445" cy="3416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11" name="Group 410"/>
          <p:cNvGrpSpPr/>
          <p:nvPr/>
        </p:nvGrpSpPr>
        <p:grpSpPr>
          <a:xfrm>
            <a:off x="4159250" y="8962390"/>
            <a:ext cx="670560" cy="347980"/>
            <a:chOff x="6550" y="13377"/>
            <a:chExt cx="1056" cy="548"/>
          </a:xfrm>
        </p:grpSpPr>
        <p:grpSp>
          <p:nvGrpSpPr>
            <p:cNvPr id="14" name="Group 13"/>
            <p:cNvGrpSpPr/>
            <p:nvPr/>
          </p:nvGrpSpPr>
          <p:grpSpPr>
            <a:xfrm>
              <a:off x="6698" y="13377"/>
              <a:ext cx="909" cy="548"/>
              <a:chOff x="7276" y="14181"/>
              <a:chExt cx="909" cy="548"/>
            </a:xfrm>
          </p:grpSpPr>
          <p:sp>
            <p:nvSpPr>
              <p:cNvPr id="13" name="Flowchart: Off-page Connector 12"/>
              <p:cNvSpPr/>
              <p:nvPr/>
            </p:nvSpPr>
            <p:spPr>
              <a:xfrm>
                <a:off x="7276" y="14385"/>
                <a:ext cx="691" cy="345"/>
              </a:xfrm>
              <a:prstGeom prst="flowChartOffpageConnector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0">
                <a:schemeClr val="accent4"/>
              </a:lnRef>
              <a:fillRef idx="3">
                <a:schemeClr val="accent4"/>
              </a:fillRef>
              <a:effectRef idx="3">
                <a:schemeClr val="accent4"/>
              </a:effectRef>
              <a:fontRef idx="minor">
                <a:schemeClr val="lt1"/>
              </a:fontRef>
            </p:style>
            <p:txBody>
              <a:bodyPr vert="horz" wrap="none" lIns="91440" tIns="45720" rIns="91440" bIns="45720" numCol="1" anchor="ctr" anchorCtr="0" compatLnSpc="1"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r>
                  <a:rPr kumimoji="0" lang="en-US" altLang="en-US" sz="800" b="1" i="0" u="none" strike="noStrike" cap="none" normalizeH="0" baseline="-25000" smtClean="0">
                    <a:ln>
                      <a:noFill/>
                    </a:ln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rial" panose="02080604020202020204" pitchFamily="34" charset="0"/>
                    <a:ea typeface="SimSun" pitchFamily="2" charset="-122"/>
                    <a:sym typeface="+mn-ea"/>
                  </a:rPr>
                  <a:t>orders</a:t>
                </a:r>
                <a:endPara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endParaRPr>
              </a:p>
            </p:txBody>
          </p:sp>
          <p:grpSp>
            <p:nvGrpSpPr>
              <p:cNvPr id="300" name="Group 299"/>
              <p:cNvGrpSpPr/>
              <p:nvPr/>
            </p:nvGrpSpPr>
            <p:grpSpPr>
              <a:xfrm>
                <a:off x="7855" y="14181"/>
                <a:ext cx="330" cy="340"/>
                <a:chOff x="8367" y="12769"/>
                <a:chExt cx="330" cy="340"/>
              </a:xfrm>
            </p:grpSpPr>
            <p:sp>
              <p:nvSpPr>
                <p:cNvPr id="301" name="Oval 300"/>
                <p:cNvSpPr/>
                <p:nvPr/>
              </p:nvSpPr>
              <p:spPr>
                <a:xfrm>
                  <a:off x="8367" y="12769"/>
                  <a:ext cx="320" cy="340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 sz="1620"/>
                </a:p>
              </p:txBody>
            </p:sp>
            <p:pic>
              <p:nvPicPr>
                <p:cNvPr id="302" name="Picture 30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FFFFF">
                        <a:alpha val="100000"/>
                      </a:srgbClr>
                    </a:clrFrom>
                    <a:clrTo>
                      <a:srgbClr val="FFFFFF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8393" y="12830"/>
                  <a:ext cx="305" cy="274"/>
                </a:xfrm>
                <a:prstGeom prst="rect">
                  <a:avLst/>
                </a:prstGeo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</p:grpSp>
        <p:sp>
          <p:nvSpPr>
            <p:cNvPr id="24" name="Isosceles Triangle 23"/>
            <p:cNvSpPr/>
            <p:nvPr/>
          </p:nvSpPr>
          <p:spPr>
            <a:xfrm>
              <a:off x="6550" y="13477"/>
              <a:ext cx="288" cy="288"/>
            </a:xfrm>
            <a:prstGeom prst="triangl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0" rtlCol="0" anchor="ctr"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630" b="1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</a:t>
              </a:r>
              <a:endPara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1" name="Rectangles 30"/>
          <p:cNvSpPr/>
          <p:nvPr/>
        </p:nvSpPr>
        <p:spPr>
          <a:xfrm>
            <a:off x="12114530" y="5943600"/>
            <a:ext cx="2066925" cy="292798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32" name="Elbow Connector 31"/>
          <p:cNvCxnSpPr/>
          <p:nvPr/>
        </p:nvCxnSpPr>
        <p:spPr>
          <a:xfrm rot="10800000">
            <a:off x="10638155" y="5681980"/>
            <a:ext cx="728345" cy="2743835"/>
          </a:xfrm>
          <a:prstGeom prst="bentConnector3">
            <a:avLst>
              <a:gd name="adj1" fmla="val 49956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366500" y="8027035"/>
            <a:ext cx="1097280" cy="467360"/>
            <a:chOff x="15894" y="11429"/>
            <a:chExt cx="1728" cy="7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49" name="Rectangles 48"/>
            <p:cNvSpPr/>
            <p:nvPr/>
          </p:nvSpPr>
          <p:spPr>
            <a:xfrm>
              <a:off x="15894" y="11429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50" name="Rectangles 49"/>
            <p:cNvSpPr/>
            <p:nvPr/>
          </p:nvSpPr>
          <p:spPr>
            <a:xfrm>
              <a:off x="15894" y="1169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52" name="Rectangles 51"/>
            <p:cNvSpPr/>
            <p:nvPr/>
          </p:nvSpPr>
          <p:spPr>
            <a:xfrm>
              <a:off x="15894" y="11949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</a:t>
              </a:r>
              <a:endParaRPr lang="en-US" sz="720"/>
            </a:p>
          </p:txBody>
        </p:sp>
      </p:grpSp>
      <p:sp>
        <p:nvSpPr>
          <p:cNvPr id="53" name="Flowchart: Terminator 52"/>
          <p:cNvSpPr/>
          <p:nvPr/>
        </p:nvSpPr>
        <p:spPr>
          <a:xfrm>
            <a:off x="12335510" y="835533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4" name="Straight Arrow Connector 53"/>
          <p:cNvCxnSpPr/>
          <p:nvPr/>
        </p:nvCxnSpPr>
        <p:spPr>
          <a:xfrm>
            <a:off x="12463780" y="8244205"/>
            <a:ext cx="515620" cy="698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endCxn id="53" idx="3"/>
          </p:cNvCxnSpPr>
          <p:nvPr/>
        </p:nvCxnSpPr>
        <p:spPr>
          <a:xfrm flipH="1">
            <a:off x="12792710" y="842200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Picture 5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04800" y="7666990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8" name="Group 57"/>
          <p:cNvGrpSpPr/>
          <p:nvPr/>
        </p:nvGrpSpPr>
        <p:grpSpPr>
          <a:xfrm rot="0">
            <a:off x="11224260" y="7821295"/>
            <a:ext cx="363855" cy="287020"/>
            <a:chOff x="10155" y="414"/>
            <a:chExt cx="1146" cy="883"/>
          </a:xfrm>
        </p:grpSpPr>
        <p:grpSp>
          <p:nvGrpSpPr>
            <p:cNvPr id="59" name="Group 5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61" name="Picture 6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62" name="Picture 6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cxnSp>
        <p:nvCxnSpPr>
          <p:cNvPr id="69" name="Straight Arrow Connector 68"/>
          <p:cNvCxnSpPr/>
          <p:nvPr/>
        </p:nvCxnSpPr>
        <p:spPr>
          <a:xfrm flipV="1">
            <a:off x="11915140" y="8494395"/>
            <a:ext cx="0" cy="59753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9539009" y="7331075"/>
            <a:ext cx="1100455" cy="629285"/>
            <a:chOff x="14645" y="12093"/>
            <a:chExt cx="1733" cy="991"/>
          </a:xfrm>
        </p:grpSpPr>
        <p:sp>
          <p:nvSpPr>
            <p:cNvPr id="74" name="Rectangles 73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75" name="Rectangles 74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81" name="Rectangles 80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86" name="Elbow Connector 85"/>
            <p:cNvCxnSpPr>
              <a:stCxn id="75" idx="3"/>
              <a:endCxn id="81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Rectangles 87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91" name="Flowchart: Decision 90"/>
          <p:cNvSpPr/>
          <p:nvPr/>
        </p:nvSpPr>
        <p:spPr>
          <a:xfrm>
            <a:off x="9712999" y="6424821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93" name="Elbow Connector 92"/>
          <p:cNvCxnSpPr>
            <a:stCxn id="335" idx="1"/>
            <a:endCxn id="391" idx="3"/>
          </p:cNvCxnSpPr>
          <p:nvPr/>
        </p:nvCxnSpPr>
        <p:spPr>
          <a:xfrm rot="10800000">
            <a:off x="10638155" y="5681980"/>
            <a:ext cx="732790" cy="1137920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Flowchart: Decision 97"/>
          <p:cNvSpPr/>
          <p:nvPr/>
        </p:nvSpPr>
        <p:spPr>
          <a:xfrm>
            <a:off x="8585078" y="642497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11" name="Straight Arrow Connector 110"/>
          <p:cNvCxnSpPr>
            <a:stCxn id="98" idx="1"/>
            <a:endCxn id="207" idx="3"/>
          </p:cNvCxnSpPr>
          <p:nvPr/>
        </p:nvCxnSpPr>
        <p:spPr>
          <a:xfrm flipH="1">
            <a:off x="8082915" y="6669405"/>
            <a:ext cx="50228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/>
          <p:cNvCxnSpPr>
            <a:stCxn id="98" idx="0"/>
            <a:endCxn id="195" idx="3"/>
          </p:cNvCxnSpPr>
          <p:nvPr/>
        </p:nvCxnSpPr>
        <p:spPr>
          <a:xfrm rot="16200000" flipV="1">
            <a:off x="8448675" y="5955665"/>
            <a:ext cx="103505" cy="83502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8304020" y="62367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49" name="Oval 148"/>
          <p:cNvSpPr/>
          <p:nvPr/>
        </p:nvSpPr>
        <p:spPr>
          <a:xfrm>
            <a:off x="8304020" y="658735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3" name="Straight Arrow Connector 152"/>
          <p:cNvCxnSpPr>
            <a:stCxn id="88" idx="2"/>
            <a:endCxn id="163" idx="0"/>
          </p:cNvCxnSpPr>
          <p:nvPr/>
        </p:nvCxnSpPr>
        <p:spPr>
          <a:xfrm>
            <a:off x="10087610" y="7960360"/>
            <a:ext cx="1905" cy="318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/>
          <p:cNvCxnSpPr>
            <a:stCxn id="163" idx="1"/>
            <a:endCxn id="383" idx="3"/>
          </p:cNvCxnSpPr>
          <p:nvPr/>
        </p:nvCxnSpPr>
        <p:spPr>
          <a:xfrm flipH="1">
            <a:off x="8082915" y="8522970"/>
            <a:ext cx="1673860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/>
          <p:cNvSpPr/>
          <p:nvPr/>
        </p:nvSpPr>
        <p:spPr>
          <a:xfrm>
            <a:off x="8304020" y="8447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62" name="Elbow Connector 161"/>
          <p:cNvCxnSpPr>
            <a:stCxn id="81" idx="1"/>
            <a:endCxn id="98" idx="2"/>
          </p:cNvCxnSpPr>
          <p:nvPr/>
        </p:nvCxnSpPr>
        <p:spPr>
          <a:xfrm rot="10800000">
            <a:off x="8916670" y="6913880"/>
            <a:ext cx="621665" cy="8140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/>
          <p:cNvSpPr/>
          <p:nvPr/>
        </p:nvSpPr>
        <p:spPr>
          <a:xfrm>
            <a:off x="9756902" y="827853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4" name="Elbow Connector 163"/>
          <p:cNvCxnSpPr/>
          <p:nvPr/>
        </p:nvCxnSpPr>
        <p:spPr>
          <a:xfrm>
            <a:off x="6677660" y="7771765"/>
            <a:ext cx="2861310" cy="120015"/>
          </a:xfrm>
          <a:prstGeom prst="bentConnector3">
            <a:avLst>
              <a:gd name="adj1" fmla="val 5002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Elbow Connector 169"/>
          <p:cNvCxnSpPr/>
          <p:nvPr/>
        </p:nvCxnSpPr>
        <p:spPr>
          <a:xfrm flipV="1">
            <a:off x="6677660" y="7891780"/>
            <a:ext cx="2861310" cy="112395"/>
          </a:xfrm>
          <a:prstGeom prst="bentConnector3">
            <a:avLst>
              <a:gd name="adj1" fmla="val 5002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3" idx="2"/>
            <a:endCxn id="385" idx="0"/>
          </p:cNvCxnSpPr>
          <p:nvPr/>
        </p:nvCxnSpPr>
        <p:spPr>
          <a:xfrm>
            <a:off x="10089515" y="8767445"/>
            <a:ext cx="0" cy="4102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10015226" y="88845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75" name="Group 174"/>
          <p:cNvGrpSpPr/>
          <p:nvPr/>
        </p:nvGrpSpPr>
        <p:grpSpPr>
          <a:xfrm>
            <a:off x="6723676" y="5966460"/>
            <a:ext cx="930910" cy="1573530"/>
            <a:chOff x="10466" y="9938"/>
            <a:chExt cx="1466" cy="2478"/>
          </a:xfrm>
        </p:grpSpPr>
        <p:grpSp>
          <p:nvGrpSpPr>
            <p:cNvPr id="180" name="Group 179"/>
            <p:cNvGrpSpPr/>
            <p:nvPr/>
          </p:nvGrpSpPr>
          <p:grpSpPr>
            <a:xfrm rot="0">
              <a:off x="10466" y="9938"/>
              <a:ext cx="673" cy="526"/>
              <a:chOff x="16290" y="4518"/>
              <a:chExt cx="748" cy="584"/>
            </a:xfrm>
          </p:grpSpPr>
          <p:pic>
            <p:nvPicPr>
              <p:cNvPr id="182" name="Picture 181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84" name="Oval 18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87" name="Picture 18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93" name="Picture 19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612" y="10352"/>
              <a:ext cx="1320" cy="2065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95" name="Flowchart: Terminator 194"/>
          <p:cNvSpPr/>
          <p:nvPr/>
        </p:nvSpPr>
        <p:spPr>
          <a:xfrm>
            <a:off x="7573169" y="625792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7" name="Flowchart: Terminator 206"/>
          <p:cNvSpPr/>
          <p:nvPr/>
        </p:nvSpPr>
        <p:spPr>
          <a:xfrm>
            <a:off x="7573169" y="661352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8" name="Flowchart: Decision 207"/>
          <p:cNvSpPr/>
          <p:nvPr/>
        </p:nvSpPr>
        <p:spPr>
          <a:xfrm>
            <a:off x="9756902" y="1031848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Newer?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6" name="Straight Arrow Connector 215"/>
          <p:cNvCxnSpPr>
            <a:stCxn id="208" idx="1"/>
            <a:endCxn id="355" idx="3"/>
          </p:cNvCxnSpPr>
          <p:nvPr/>
        </p:nvCxnSpPr>
        <p:spPr>
          <a:xfrm flipH="1">
            <a:off x="9234170" y="10563225"/>
            <a:ext cx="522605" cy="571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9455910" y="1048244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7" name="Flowchart: Decision 266"/>
          <p:cNvSpPr/>
          <p:nvPr/>
        </p:nvSpPr>
        <p:spPr>
          <a:xfrm>
            <a:off x="8585078" y="91796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API/WSS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85" name="Straight Arrow Connector 284"/>
          <p:cNvCxnSpPr>
            <a:stCxn id="267" idx="1"/>
            <a:endCxn id="384" idx="3"/>
          </p:cNvCxnSpPr>
          <p:nvPr/>
        </p:nvCxnSpPr>
        <p:spPr>
          <a:xfrm flipH="1">
            <a:off x="8082915" y="9424244"/>
            <a:ext cx="50228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Oval 297"/>
          <p:cNvSpPr/>
          <p:nvPr/>
        </p:nvSpPr>
        <p:spPr>
          <a:xfrm>
            <a:off x="8304020" y="93442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09" name="Straight Arrow Connector 308"/>
          <p:cNvCxnSpPr/>
          <p:nvPr/>
        </p:nvCxnSpPr>
        <p:spPr>
          <a:xfrm flipV="1">
            <a:off x="12468225" y="6452235"/>
            <a:ext cx="778510" cy="82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Arrow Connector 309"/>
          <p:cNvCxnSpPr>
            <a:endCxn id="356" idx="3"/>
          </p:cNvCxnSpPr>
          <p:nvPr/>
        </p:nvCxnSpPr>
        <p:spPr>
          <a:xfrm flipH="1">
            <a:off x="12791440" y="6807200"/>
            <a:ext cx="716280" cy="508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1" name="Picture 3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69392" y="5608515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312" name="Group 311"/>
          <p:cNvGrpSpPr/>
          <p:nvPr/>
        </p:nvGrpSpPr>
        <p:grpSpPr>
          <a:xfrm>
            <a:off x="11214735" y="6221939"/>
            <a:ext cx="1252855" cy="666115"/>
            <a:chOff x="17106" y="10134"/>
            <a:chExt cx="1973" cy="1049"/>
          </a:xfrm>
        </p:grpSpPr>
        <p:grpSp>
          <p:nvGrpSpPr>
            <p:cNvPr id="313" name="Group 312"/>
            <p:cNvGrpSpPr/>
            <p:nvPr/>
          </p:nvGrpSpPr>
          <p:grpSpPr>
            <a:xfrm>
              <a:off x="17351" y="10451"/>
              <a:ext cx="1729" cy="733"/>
              <a:chOff x="15885" y="10048"/>
              <a:chExt cx="1729" cy="733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317" name="Rectangles 316"/>
              <p:cNvSpPr/>
              <p:nvPr/>
            </p:nvSpPr>
            <p:spPr>
              <a:xfrm>
                <a:off x="15885" y="10048"/>
                <a:ext cx="1728" cy="2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333" name="Rectangles 332"/>
              <p:cNvSpPr/>
              <p:nvPr/>
            </p:nvSpPr>
            <p:spPr>
              <a:xfrm>
                <a:off x="15886" y="10307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335" name="Rectangles 334"/>
              <p:cNvSpPr/>
              <p:nvPr/>
            </p:nvSpPr>
            <p:spPr>
              <a:xfrm>
                <a:off x="15886" y="10565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338" name="Group 337"/>
            <p:cNvGrpSpPr/>
            <p:nvPr/>
          </p:nvGrpSpPr>
          <p:grpSpPr>
            <a:xfrm rot="0">
              <a:off x="17106" y="10134"/>
              <a:ext cx="573" cy="452"/>
              <a:chOff x="10155" y="414"/>
              <a:chExt cx="1146" cy="883"/>
            </a:xfrm>
          </p:grpSpPr>
          <p:grpSp>
            <p:nvGrpSpPr>
              <p:cNvPr id="339" name="Group 3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343" name="Picture 34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344" name="Picture 34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345" name="Picture 34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sp>
        <p:nvSpPr>
          <p:cNvPr id="346" name="Flowchart: Off-page Connector 345"/>
          <p:cNvSpPr/>
          <p:nvPr/>
        </p:nvSpPr>
        <p:spPr>
          <a:xfrm>
            <a:off x="12339320" y="566547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347" name="Elbow Connector 346"/>
          <p:cNvCxnSpPr/>
          <p:nvPr/>
        </p:nvCxnSpPr>
        <p:spPr>
          <a:xfrm rot="10800000" flipV="1">
            <a:off x="12790805" y="4618990"/>
            <a:ext cx="1390650" cy="6248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8" name="Group 347"/>
          <p:cNvGrpSpPr/>
          <p:nvPr/>
        </p:nvGrpSpPr>
        <p:grpSpPr>
          <a:xfrm>
            <a:off x="11364595" y="5024755"/>
            <a:ext cx="1097280" cy="298908"/>
            <a:chOff x="15887" y="8092"/>
            <a:chExt cx="1728" cy="47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349" name="Rectangles 348"/>
            <p:cNvSpPr/>
            <p:nvPr/>
          </p:nvSpPr>
          <p:spPr>
            <a:xfrm>
              <a:off x="15887" y="8092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350" name="Rectangles 349"/>
            <p:cNvSpPr/>
            <p:nvPr/>
          </p:nvSpPr>
          <p:spPr>
            <a:xfrm>
              <a:off x="15887" y="8347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pic>
        <p:nvPicPr>
          <p:cNvPr id="351" name="Picture 35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88950" y="3657812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2" name="Elbow Connector 351"/>
          <p:cNvCxnSpPr/>
          <p:nvPr/>
        </p:nvCxnSpPr>
        <p:spPr>
          <a:xfrm rot="10800000" flipV="1">
            <a:off x="10638155" y="5255260"/>
            <a:ext cx="726440" cy="42672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/>
          <p:cNvCxnSpPr>
            <a:stCxn id="91" idx="2"/>
          </p:cNvCxnSpPr>
          <p:nvPr/>
        </p:nvCxnSpPr>
        <p:spPr>
          <a:xfrm>
            <a:off x="10089515" y="6913880"/>
            <a:ext cx="2540" cy="3981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/>
          <p:cNvCxnSpPr>
            <a:endCxn id="335" idx="2"/>
          </p:cNvCxnSpPr>
          <p:nvPr/>
        </p:nvCxnSpPr>
        <p:spPr>
          <a:xfrm flipV="1">
            <a:off x="11915140" y="6888480"/>
            <a:ext cx="4445" cy="113855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55" name="Flowchart: Decision 354"/>
          <p:cNvSpPr/>
          <p:nvPr/>
        </p:nvSpPr>
        <p:spPr>
          <a:xfrm>
            <a:off x="8569571" y="1032450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56" name="Flowchart: Terminator 355"/>
          <p:cNvSpPr/>
          <p:nvPr/>
        </p:nvSpPr>
        <p:spPr>
          <a:xfrm>
            <a:off x="12334240" y="674369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7" name="Oval 356"/>
          <p:cNvSpPr/>
          <p:nvPr/>
        </p:nvSpPr>
        <p:spPr>
          <a:xfrm>
            <a:off x="10015226" y="70025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358" name="Group 357"/>
          <p:cNvGrpSpPr/>
          <p:nvPr/>
        </p:nvGrpSpPr>
        <p:grpSpPr>
          <a:xfrm>
            <a:off x="5582920" y="5981700"/>
            <a:ext cx="932180" cy="3985895"/>
            <a:chOff x="5659" y="5195"/>
            <a:chExt cx="1468" cy="6277"/>
          </a:xfrm>
        </p:grpSpPr>
        <p:grpSp>
          <p:nvGrpSpPr>
            <p:cNvPr id="359" name="Group 358"/>
            <p:cNvGrpSpPr/>
            <p:nvPr/>
          </p:nvGrpSpPr>
          <p:grpSpPr>
            <a:xfrm rot="0">
              <a:off x="5659" y="5195"/>
              <a:ext cx="673" cy="526"/>
              <a:chOff x="16290" y="4518"/>
              <a:chExt cx="748" cy="584"/>
            </a:xfrm>
          </p:grpSpPr>
          <p:pic>
            <p:nvPicPr>
              <p:cNvPr id="360" name="Picture 35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61" name="Oval 36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62" name="Picture 36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63" name="Picture 362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25" y="5622"/>
              <a:ext cx="1303" cy="5850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364" name="Straight Arrow Connector 363"/>
          <p:cNvCxnSpPr/>
          <p:nvPr/>
        </p:nvCxnSpPr>
        <p:spPr>
          <a:xfrm flipV="1">
            <a:off x="4972685" y="5850255"/>
            <a:ext cx="4568190" cy="19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Arrow Connector 364"/>
          <p:cNvCxnSpPr>
            <a:stCxn id="393" idx="2"/>
            <a:endCxn id="91" idx="0"/>
          </p:cNvCxnSpPr>
          <p:nvPr/>
        </p:nvCxnSpPr>
        <p:spPr>
          <a:xfrm>
            <a:off x="10089515" y="6090285"/>
            <a:ext cx="0" cy="3346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Group 365"/>
          <p:cNvGrpSpPr/>
          <p:nvPr/>
        </p:nvGrpSpPr>
        <p:grpSpPr>
          <a:xfrm>
            <a:off x="4513580" y="5441315"/>
            <a:ext cx="899795" cy="3261995"/>
            <a:chOff x="7026" y="8703"/>
            <a:chExt cx="1417" cy="5137"/>
          </a:xfrm>
        </p:grpSpPr>
        <p:grpSp>
          <p:nvGrpSpPr>
            <p:cNvPr id="367" name="Group 366"/>
            <p:cNvGrpSpPr/>
            <p:nvPr/>
          </p:nvGrpSpPr>
          <p:grpSpPr>
            <a:xfrm rot="0">
              <a:off x="7026" y="8703"/>
              <a:ext cx="673" cy="526"/>
              <a:chOff x="16290" y="4518"/>
              <a:chExt cx="748" cy="584"/>
            </a:xfrm>
          </p:grpSpPr>
          <p:pic>
            <p:nvPicPr>
              <p:cNvPr id="368" name="Picture 36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69" name="Oval 368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70" name="Picture 36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71" name="Picture 37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89" y="9142"/>
              <a:ext cx="1254" cy="469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2" name="Flowchart: Terminator 371"/>
          <p:cNvSpPr/>
          <p:nvPr/>
        </p:nvSpPr>
        <p:spPr>
          <a:xfrm>
            <a:off x="6416040" y="770826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3" name="Flowchart: Terminator 372"/>
          <p:cNvSpPr/>
          <p:nvPr/>
        </p:nvSpPr>
        <p:spPr>
          <a:xfrm>
            <a:off x="6416040" y="794067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4" name="Oval 373"/>
          <p:cNvSpPr/>
          <p:nvPr/>
        </p:nvSpPr>
        <p:spPr>
          <a:xfrm>
            <a:off x="6875905" y="7685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sp>
        <p:nvSpPr>
          <p:cNvPr id="375" name="Oval 374"/>
          <p:cNvSpPr/>
          <p:nvPr/>
        </p:nvSpPr>
        <p:spPr>
          <a:xfrm>
            <a:off x="6875905" y="79138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grpSp>
        <p:nvGrpSpPr>
          <p:cNvPr id="412" name="Group 411"/>
          <p:cNvGrpSpPr/>
          <p:nvPr/>
        </p:nvGrpSpPr>
        <p:grpSpPr>
          <a:xfrm>
            <a:off x="11605260" y="8962390"/>
            <a:ext cx="670560" cy="347980"/>
            <a:chOff x="18404" y="13477"/>
            <a:chExt cx="1056" cy="548"/>
          </a:xfrm>
        </p:grpSpPr>
        <p:sp>
          <p:nvSpPr>
            <p:cNvPr id="64" name="Flowchart: Off-page Connector 63"/>
            <p:cNvSpPr/>
            <p:nvPr/>
          </p:nvSpPr>
          <p:spPr>
            <a:xfrm>
              <a:off x="18546" y="1368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orders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65" name="Group 64"/>
            <p:cNvGrpSpPr/>
            <p:nvPr/>
          </p:nvGrpSpPr>
          <p:grpSpPr>
            <a:xfrm>
              <a:off x="19140" y="13477"/>
              <a:ext cx="320" cy="340"/>
              <a:chOff x="8092" y="1237"/>
              <a:chExt cx="482" cy="524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66" name="Oval 65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7" name="Picture 6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  <p:sp>
          <p:nvSpPr>
            <p:cNvPr id="376" name="Isosceles Triangle 375"/>
            <p:cNvSpPr/>
            <p:nvPr/>
          </p:nvSpPr>
          <p:spPr>
            <a:xfrm>
              <a:off x="18404" y="13566"/>
              <a:ext cx="288" cy="288"/>
            </a:xfrm>
            <a:prstGeom prst="triangl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0" rtlCol="0" anchor="ctr"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630" b="1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77" name="Group 376"/>
          <p:cNvGrpSpPr/>
          <p:nvPr/>
        </p:nvGrpSpPr>
        <p:grpSpPr>
          <a:xfrm>
            <a:off x="6705261" y="8141970"/>
            <a:ext cx="967740" cy="1825625"/>
            <a:chOff x="10476" y="13361"/>
            <a:chExt cx="1524" cy="2875"/>
          </a:xfrm>
        </p:grpSpPr>
        <p:grpSp>
          <p:nvGrpSpPr>
            <p:cNvPr id="378" name="Group 377"/>
            <p:cNvGrpSpPr/>
            <p:nvPr/>
          </p:nvGrpSpPr>
          <p:grpSpPr>
            <a:xfrm rot="0">
              <a:off x="10476" y="13361"/>
              <a:ext cx="673" cy="526"/>
              <a:chOff x="16290" y="4518"/>
              <a:chExt cx="748" cy="584"/>
            </a:xfrm>
          </p:grpSpPr>
          <p:pic>
            <p:nvPicPr>
              <p:cNvPr id="379" name="Picture 37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80" name="Oval 37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81" name="Picture 38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82" name="Picture 381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618" y="13780"/>
              <a:ext cx="1383" cy="24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83" name="Flowchart: Terminator 382"/>
          <p:cNvSpPr/>
          <p:nvPr/>
        </p:nvSpPr>
        <p:spPr>
          <a:xfrm>
            <a:off x="7573169" y="847026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4" name="Flowchart: Terminator 383"/>
          <p:cNvSpPr/>
          <p:nvPr/>
        </p:nvSpPr>
        <p:spPr>
          <a:xfrm>
            <a:off x="7573169" y="9360426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5" name="Flowchart: Decision 384"/>
          <p:cNvSpPr/>
          <p:nvPr/>
        </p:nvSpPr>
        <p:spPr>
          <a:xfrm>
            <a:off x="9756902" y="9177393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6" name="Straight Arrow Connector 385"/>
          <p:cNvCxnSpPr>
            <a:stCxn id="385" idx="2"/>
            <a:endCxn id="208" idx="0"/>
          </p:cNvCxnSpPr>
          <p:nvPr/>
        </p:nvCxnSpPr>
        <p:spPr>
          <a:xfrm>
            <a:off x="10089515" y="9665970"/>
            <a:ext cx="0" cy="6527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Oval 386"/>
          <p:cNvSpPr/>
          <p:nvPr/>
        </p:nvSpPr>
        <p:spPr>
          <a:xfrm>
            <a:off x="10015226" y="100015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88" name="Straight Arrow Connector 387"/>
          <p:cNvCxnSpPr>
            <a:stCxn id="385" idx="1"/>
            <a:endCxn id="267" idx="3"/>
          </p:cNvCxnSpPr>
          <p:nvPr/>
        </p:nvCxnSpPr>
        <p:spPr>
          <a:xfrm flipH="1">
            <a:off x="9250045" y="9422130"/>
            <a:ext cx="50673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Elbow Connector 388"/>
          <p:cNvCxnSpPr>
            <a:stCxn id="355" idx="0"/>
            <a:endCxn id="298" idx="4"/>
          </p:cNvCxnSpPr>
          <p:nvPr/>
        </p:nvCxnSpPr>
        <p:spPr>
          <a:xfrm rot="16200000" flipV="1">
            <a:off x="8229600" y="9652000"/>
            <a:ext cx="821055" cy="523875"/>
          </a:xfrm>
          <a:prstGeom prst="bentConnector3">
            <a:avLst>
              <a:gd name="adj1" fmla="val 49961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0" name="Group 389"/>
          <p:cNvGrpSpPr/>
          <p:nvPr/>
        </p:nvGrpSpPr>
        <p:grpSpPr>
          <a:xfrm>
            <a:off x="9540597" y="5613400"/>
            <a:ext cx="1097280" cy="476885"/>
            <a:chOff x="14669" y="9294"/>
            <a:chExt cx="1728" cy="751"/>
          </a:xfrm>
        </p:grpSpPr>
        <p:sp>
          <p:nvSpPr>
            <p:cNvPr id="391" name="Rectangles 390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92" name="Rectangles 391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393" name="Rectangles 392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p>
              <a:pPr algn="ctr"/>
              <a:r>
                <a:rPr lang="en-US" sz="650"/>
                <a:t>De-Duplicate:keep latest</a:t>
              </a:r>
              <a:endParaRPr lang="en-US" sz="650"/>
            </a:p>
          </p:txBody>
        </p:sp>
      </p:grpSp>
      <p:sp>
        <p:nvSpPr>
          <p:cNvPr id="394" name="Oval 393"/>
          <p:cNvSpPr/>
          <p:nvPr/>
        </p:nvSpPr>
        <p:spPr>
          <a:xfrm>
            <a:off x="9455910" y="93444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5" name="Flowchart: Terminator 394"/>
          <p:cNvSpPr/>
          <p:nvPr/>
        </p:nvSpPr>
        <p:spPr>
          <a:xfrm>
            <a:off x="12333605" y="517524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wss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6" name="Elbow Connector 395"/>
          <p:cNvCxnSpPr/>
          <p:nvPr/>
        </p:nvCxnSpPr>
        <p:spPr>
          <a:xfrm>
            <a:off x="10636250" y="7727950"/>
            <a:ext cx="3175" cy="163830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Elbow Connector 396"/>
          <p:cNvCxnSpPr>
            <a:stCxn id="267" idx="0"/>
            <a:endCxn id="399" idx="3"/>
          </p:cNvCxnSpPr>
          <p:nvPr/>
        </p:nvCxnSpPr>
        <p:spPr>
          <a:xfrm rot="16200000" flipV="1">
            <a:off x="8377238" y="8638858"/>
            <a:ext cx="215265" cy="8661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Oval 397"/>
          <p:cNvSpPr/>
          <p:nvPr/>
        </p:nvSpPr>
        <p:spPr>
          <a:xfrm>
            <a:off x="8304020" y="88845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9" name="Rectangles 398"/>
          <p:cNvSpPr/>
          <p:nvPr/>
        </p:nvSpPr>
        <p:spPr>
          <a:xfrm>
            <a:off x="7604601" y="8895715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Expire</a:t>
            </a:r>
            <a:endParaRPr lang="en-US" sz="550" b="1">
              <a:sym typeface="+mn-ea"/>
            </a:endParaRPr>
          </a:p>
        </p:txBody>
      </p:sp>
      <p:cxnSp>
        <p:nvCxnSpPr>
          <p:cNvPr id="400" name="Straight Arrow Connector 399"/>
          <p:cNvCxnSpPr>
            <a:stCxn id="355" idx="1"/>
            <a:endCxn id="402" idx="3"/>
          </p:cNvCxnSpPr>
          <p:nvPr/>
        </p:nvCxnSpPr>
        <p:spPr>
          <a:xfrm flipH="1">
            <a:off x="8160385" y="10568940"/>
            <a:ext cx="40894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1" name="Oval 400"/>
          <p:cNvSpPr/>
          <p:nvPr/>
        </p:nvSpPr>
        <p:spPr>
          <a:xfrm>
            <a:off x="8304020" y="1048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02" name="Flowchart: Decision 401"/>
          <p:cNvSpPr/>
          <p:nvPr/>
        </p:nvSpPr>
        <p:spPr>
          <a:xfrm>
            <a:off x="7495786" y="103257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API/WSS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3" name="Straight Arrow Connector 402"/>
          <p:cNvCxnSpPr>
            <a:stCxn id="402" idx="0"/>
            <a:endCxn id="409" idx="2"/>
          </p:cNvCxnSpPr>
          <p:nvPr/>
        </p:nvCxnSpPr>
        <p:spPr>
          <a:xfrm flipH="1" flipV="1">
            <a:off x="7826851" y="9927590"/>
            <a:ext cx="2540" cy="3981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4" name="Oval 403"/>
          <p:cNvSpPr/>
          <p:nvPr/>
        </p:nvSpPr>
        <p:spPr>
          <a:xfrm>
            <a:off x="7754110" y="100904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97" name="Flowchart: Terminator 296"/>
          <p:cNvSpPr/>
          <p:nvPr/>
        </p:nvSpPr>
        <p:spPr>
          <a:xfrm>
            <a:off x="5307330" y="9754235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9" name="Rectangles 408"/>
          <p:cNvSpPr/>
          <p:nvPr/>
        </p:nvSpPr>
        <p:spPr>
          <a:xfrm>
            <a:off x="7604601" y="9790430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Hold</a:t>
            </a:r>
            <a:endParaRPr lang="en-US" sz="550" b="1">
              <a:sym typeface="+mn-ea"/>
            </a:endParaRPr>
          </a:p>
        </p:txBody>
      </p:sp>
      <p:grpSp>
        <p:nvGrpSpPr>
          <p:cNvPr id="413" name="Group 412"/>
          <p:cNvGrpSpPr/>
          <p:nvPr/>
        </p:nvGrpSpPr>
        <p:grpSpPr>
          <a:xfrm rot="0">
            <a:off x="11214735" y="4822825"/>
            <a:ext cx="363855" cy="287020"/>
            <a:chOff x="10155" y="438"/>
            <a:chExt cx="1146" cy="883"/>
          </a:xfrm>
        </p:grpSpPr>
        <p:grpSp>
          <p:nvGrpSpPr>
            <p:cNvPr id="414" name="Group 413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415" name="Picture 41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416" name="Picture 415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417" name="Picture 41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772795" y="28848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44724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79537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4518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4518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4518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634993" y="4523535"/>
            <a:ext cx="552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882255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44724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77950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30849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4518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4518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4518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7852410" y="3549015"/>
            <a:ext cx="29273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634993" y="3553104"/>
            <a:ext cx="55245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887686" y="348223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8678585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8678743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/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24053" y="3408363"/>
            <a:ext cx="107315" cy="8851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Oval 266"/>
          <p:cNvSpPr/>
          <p:nvPr/>
        </p:nvSpPr>
        <p:spPr>
          <a:xfrm>
            <a:off x="6882255" y="38169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67900" y="4277995"/>
            <a:ext cx="669925" cy="774065"/>
          </a:xfrm>
          <a:prstGeom prst="bentConnector3">
            <a:avLst>
              <a:gd name="adj1" fmla="val 4995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/>
          <p:nvPr/>
        </p:nvCxnSpPr>
        <p:spPr>
          <a:xfrm rot="10800000">
            <a:off x="9867900" y="5052060"/>
            <a:ext cx="669925" cy="739140"/>
          </a:xfrm>
          <a:prstGeom prst="bentConnector3">
            <a:avLst>
              <a:gd name="adj1" fmla="val 4995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2933892" y="21423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069590" y="24168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055620" y="29629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546350" y="31330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544445" y="30568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544445" y="32054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258695" y="32639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528955" y="31534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773045" y="26054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055620" y="38804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776220" y="42278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773045" y="35172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2981502" y="39314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967740" y="32632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337560" y="3698875"/>
            <a:ext cx="145796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454692" y="36196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stCxn id="109" idx="0"/>
            <a:endCxn id="102" idx="1"/>
          </p:cNvCxnSpPr>
          <p:nvPr/>
        </p:nvCxnSpPr>
        <p:spPr>
          <a:xfrm rot="16200000">
            <a:off x="4317365" y="3756025"/>
            <a:ext cx="210185" cy="73469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340735" y="44094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454692" y="43213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stCxn id="110" idx="3"/>
            <a:endCxn id="105" idx="1"/>
          </p:cNvCxnSpPr>
          <p:nvPr/>
        </p:nvCxnSpPr>
        <p:spPr>
          <a:xfrm flipV="1">
            <a:off x="4339590" y="4408805"/>
            <a:ext cx="47879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3771900" y="42284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4600" y="2745105"/>
            <a:ext cx="1014095" cy="1036955"/>
          </a:xfrm>
          <a:prstGeom prst="rect">
            <a:avLst/>
          </a:prstGeom>
        </p:spPr>
      </p:pic>
      <p:grpSp>
        <p:nvGrpSpPr>
          <p:cNvPr id="153" name="Group 152"/>
          <p:cNvGrpSpPr/>
          <p:nvPr/>
        </p:nvGrpSpPr>
        <p:grpSpPr>
          <a:xfrm>
            <a:off x="3949065" y="5340985"/>
            <a:ext cx="1043940" cy="3747770"/>
            <a:chOff x="6227" y="8415"/>
            <a:chExt cx="1644" cy="5902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6227" y="8415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69" y="8835"/>
              <a:ext cx="1502" cy="548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03" name="Oval 102"/>
          <p:cNvSpPr/>
          <p:nvPr/>
        </p:nvSpPr>
        <p:spPr>
          <a:xfrm>
            <a:off x="4484547" y="39384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07" name="Oval 106"/>
          <p:cNvSpPr/>
          <p:nvPr/>
        </p:nvSpPr>
        <p:spPr>
          <a:xfrm>
            <a:off x="4484547" y="43206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56" name="Group 55"/>
          <p:cNvGrpSpPr/>
          <p:nvPr/>
        </p:nvGrpSpPr>
        <p:grpSpPr>
          <a:xfrm>
            <a:off x="5205730" y="5340985"/>
            <a:ext cx="956310" cy="1334770"/>
            <a:chOff x="1746" y="7374"/>
            <a:chExt cx="1506" cy="2102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1746" y="7374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4" name="Picture 43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12" y="7804"/>
              <a:ext cx="1341" cy="167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71" name="Group 70"/>
          <p:cNvGrpSpPr/>
          <p:nvPr/>
        </p:nvGrpSpPr>
        <p:grpSpPr>
          <a:xfrm>
            <a:off x="8129945" y="6612890"/>
            <a:ext cx="1100455" cy="629285"/>
            <a:chOff x="14645" y="12093"/>
            <a:chExt cx="1733" cy="991"/>
          </a:xfrm>
        </p:grpSpPr>
        <p:sp>
          <p:nvSpPr>
            <p:cNvPr id="74" name="Rectangles 73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79" name="Rectangles 78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81" name="Rectangles 80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86" name="Elbow Connector 85"/>
            <p:cNvCxnSpPr>
              <a:stCxn id="79" idx="3"/>
              <a:endCxn id="81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498772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Rectangles 86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89" name="Flowchart: Decision 88"/>
          <p:cNvSpPr/>
          <p:nvPr/>
        </p:nvSpPr>
        <p:spPr>
          <a:xfrm>
            <a:off x="8303935" y="5707906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9" name="Flowchart: Decision 98"/>
          <p:cNvSpPr/>
          <p:nvPr/>
        </p:nvSpPr>
        <p:spPr>
          <a:xfrm>
            <a:off x="7187374" y="597475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00" name="Straight Arrow Connector 99"/>
          <p:cNvCxnSpPr>
            <a:stCxn id="99" idx="1"/>
            <a:endCxn id="135" idx="3"/>
          </p:cNvCxnSpPr>
          <p:nvPr/>
        </p:nvCxnSpPr>
        <p:spPr>
          <a:xfrm flipH="1">
            <a:off x="6626225" y="6219190"/>
            <a:ext cx="56134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/>
          <p:cNvCxnSpPr>
            <a:stCxn id="99" idx="0"/>
            <a:endCxn id="195" idx="3"/>
          </p:cNvCxnSpPr>
          <p:nvPr/>
        </p:nvCxnSpPr>
        <p:spPr>
          <a:xfrm rot="16200000" flipV="1">
            <a:off x="7029133" y="5483543"/>
            <a:ext cx="88265" cy="8940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6882255" y="580178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49" name="Oval 148"/>
          <p:cNvSpPr/>
          <p:nvPr/>
        </p:nvSpPr>
        <p:spPr>
          <a:xfrm>
            <a:off x="6882255" y="61422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62" name="Elbow Connector 161"/>
          <p:cNvCxnSpPr>
            <a:stCxn id="81" idx="1"/>
            <a:endCxn id="99" idx="2"/>
          </p:cNvCxnSpPr>
          <p:nvPr/>
        </p:nvCxnSpPr>
        <p:spPr>
          <a:xfrm rot="10800000">
            <a:off x="7520305" y="6463665"/>
            <a:ext cx="609600" cy="5461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Elbow Connector 163"/>
          <p:cNvCxnSpPr>
            <a:stCxn id="144" idx="3"/>
            <a:endCxn id="87" idx="1"/>
          </p:cNvCxnSpPr>
          <p:nvPr/>
        </p:nvCxnSpPr>
        <p:spPr>
          <a:xfrm>
            <a:off x="5469255" y="7043420"/>
            <a:ext cx="2660650" cy="13017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Elbow Connector 169"/>
          <p:cNvCxnSpPr>
            <a:stCxn id="145" idx="3"/>
            <a:endCxn id="87" idx="1"/>
          </p:cNvCxnSpPr>
          <p:nvPr/>
        </p:nvCxnSpPr>
        <p:spPr>
          <a:xfrm flipV="1">
            <a:off x="5469255" y="7173595"/>
            <a:ext cx="2660650" cy="10223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Flowchart: Terminator 194"/>
          <p:cNvSpPr/>
          <p:nvPr/>
        </p:nvSpPr>
        <p:spPr>
          <a:xfrm>
            <a:off x="6116479" y="582295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5" name="Flowchart: Terminator 134"/>
          <p:cNvSpPr/>
          <p:nvPr/>
        </p:nvSpPr>
        <p:spPr>
          <a:xfrm>
            <a:off x="6116479" y="61582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3" name="Straight Arrow Connector 352"/>
          <p:cNvCxnSpPr>
            <a:stCxn id="89" idx="2"/>
            <a:endCxn id="74" idx="0"/>
          </p:cNvCxnSpPr>
          <p:nvPr/>
        </p:nvCxnSpPr>
        <p:spPr>
          <a:xfrm flipH="1">
            <a:off x="8679220" y="6196965"/>
            <a:ext cx="1905" cy="41592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Oval 142"/>
          <p:cNvSpPr/>
          <p:nvPr/>
        </p:nvSpPr>
        <p:spPr>
          <a:xfrm>
            <a:off x="8606161" y="630978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365" name="Straight Arrow Connector 364"/>
          <p:cNvCxnSpPr>
            <a:stCxn id="393" idx="2"/>
            <a:endCxn id="89" idx="0"/>
          </p:cNvCxnSpPr>
          <p:nvPr/>
        </p:nvCxnSpPr>
        <p:spPr>
          <a:xfrm flipH="1">
            <a:off x="8677632" y="5454650"/>
            <a:ext cx="5080" cy="25336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Flowchart: Terminator 143"/>
          <p:cNvSpPr/>
          <p:nvPr/>
        </p:nvSpPr>
        <p:spPr>
          <a:xfrm>
            <a:off x="4959350" y="697992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5419215" y="69575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cxnSp>
        <p:nvCxnSpPr>
          <p:cNvPr id="151" name="Elbow Connector 150"/>
          <p:cNvCxnSpPr>
            <a:endCxn id="392" idx="1"/>
          </p:cNvCxnSpPr>
          <p:nvPr/>
        </p:nvCxnSpPr>
        <p:spPr>
          <a:xfrm flipV="1">
            <a:off x="3407410" y="5214620"/>
            <a:ext cx="4724400" cy="573405"/>
          </a:xfrm>
          <a:prstGeom prst="bentConnector3">
            <a:avLst>
              <a:gd name="adj1" fmla="val -526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0" name="Group 389"/>
          <p:cNvGrpSpPr/>
          <p:nvPr/>
        </p:nvGrpSpPr>
        <p:grpSpPr>
          <a:xfrm>
            <a:off x="8131532" y="4977765"/>
            <a:ext cx="1097280" cy="476885"/>
            <a:chOff x="14669" y="9294"/>
            <a:chExt cx="1728" cy="751"/>
          </a:xfrm>
        </p:grpSpPr>
        <p:sp>
          <p:nvSpPr>
            <p:cNvPr id="391" name="Rectangles 390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92" name="Rectangles 391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393" name="Rectangles 392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p>
              <a:pPr algn="ctr"/>
              <a:r>
                <a:rPr lang="en-US" sz="700"/>
                <a:t>De-Duplicate (latest)</a:t>
              </a:r>
              <a:endParaRPr lang="en-US" sz="700"/>
            </a:p>
          </p:txBody>
        </p:sp>
      </p:grpSp>
      <p:sp>
        <p:nvSpPr>
          <p:cNvPr id="173" name="Flowchart: Terminator 172"/>
          <p:cNvSpPr/>
          <p:nvPr/>
        </p:nvSpPr>
        <p:spPr>
          <a:xfrm>
            <a:off x="9090660" y="4989195"/>
            <a:ext cx="777240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2747645" y="4716145"/>
            <a:ext cx="1021080" cy="3602990"/>
            <a:chOff x="10509" y="8366"/>
            <a:chExt cx="1608" cy="5674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509" y="8366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8" name="Picture 37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91" y="8778"/>
              <a:ext cx="1427" cy="526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12" name="Group 311"/>
          <p:cNvGrpSpPr/>
          <p:nvPr/>
        </p:nvGrpSpPr>
        <p:grpSpPr>
          <a:xfrm>
            <a:off x="5186680" y="7446645"/>
            <a:ext cx="1110615" cy="1642745"/>
            <a:chOff x="8168" y="11727"/>
            <a:chExt cx="1749" cy="2587"/>
          </a:xfrm>
        </p:grpSpPr>
        <p:grpSp>
          <p:nvGrpSpPr>
            <p:cNvPr id="159" name="Group 158"/>
            <p:cNvGrpSpPr/>
            <p:nvPr/>
          </p:nvGrpSpPr>
          <p:grpSpPr>
            <a:xfrm rot="0">
              <a:off x="8168" y="11727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3" name="Oval 162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5" name="Picture 164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6" name="Picture 165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09" y="12166"/>
              <a:ext cx="1608" cy="214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45" name="Flowchart: Terminator 144"/>
          <p:cNvSpPr/>
          <p:nvPr/>
        </p:nvSpPr>
        <p:spPr>
          <a:xfrm>
            <a:off x="4959350" y="72123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tpsl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5419215" y="71855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grpSp>
        <p:nvGrpSpPr>
          <p:cNvPr id="172" name="Group 171"/>
          <p:cNvGrpSpPr/>
          <p:nvPr/>
        </p:nvGrpSpPr>
        <p:grpSpPr>
          <a:xfrm>
            <a:off x="5205730" y="3239135"/>
            <a:ext cx="1091565" cy="1642745"/>
            <a:chOff x="8502" y="11419"/>
            <a:chExt cx="1719" cy="2587"/>
          </a:xfrm>
        </p:grpSpPr>
        <p:grpSp>
          <p:nvGrpSpPr>
            <p:cNvPr id="174" name="Group 173"/>
            <p:cNvGrpSpPr/>
            <p:nvPr/>
          </p:nvGrpSpPr>
          <p:grpSpPr>
            <a:xfrm rot="0">
              <a:off x="8502" y="11419"/>
              <a:ext cx="673" cy="526"/>
              <a:chOff x="16290" y="4518"/>
              <a:chExt cx="748" cy="584"/>
            </a:xfrm>
          </p:grpSpPr>
          <p:pic>
            <p:nvPicPr>
              <p:cNvPr id="175" name="Picture 17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6" name="Oval 175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82" name="Picture 18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84" name="Picture 183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613" y="11858"/>
              <a:ext cx="1608" cy="214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5" name="Elbow Connector 184"/>
          <p:cNvCxnSpPr>
            <a:stCxn id="233" idx="2"/>
            <a:endCxn id="307" idx="3"/>
          </p:cNvCxnSpPr>
          <p:nvPr/>
        </p:nvCxnSpPr>
        <p:spPr>
          <a:xfrm rot="5400000">
            <a:off x="7029133" y="4374198"/>
            <a:ext cx="97155" cy="8851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82255" y="477774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795820" y="36369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790740" y="3953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818680" y="43443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1" name="Flowchart: Terminator 240"/>
          <p:cNvSpPr/>
          <p:nvPr/>
        </p:nvSpPr>
        <p:spPr>
          <a:xfrm>
            <a:off x="6116479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116479" y="34902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116479" y="38397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116479" y="480045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186" name="Straight Arrow Connector 185"/>
          <p:cNvCxnSpPr>
            <a:stCxn id="87" idx="2"/>
            <a:endCxn id="189" idx="0"/>
          </p:cNvCxnSpPr>
          <p:nvPr/>
        </p:nvCxnSpPr>
        <p:spPr>
          <a:xfrm>
            <a:off x="8676362" y="7242175"/>
            <a:ext cx="7620" cy="311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/>
          <p:cNvCxnSpPr>
            <a:stCxn id="189" idx="1"/>
            <a:endCxn id="383" idx="3"/>
          </p:cNvCxnSpPr>
          <p:nvPr/>
        </p:nvCxnSpPr>
        <p:spPr>
          <a:xfrm flipH="1">
            <a:off x="6626225" y="7798435"/>
            <a:ext cx="172148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6882255" y="77233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89" name="Flowchart: Decision 188"/>
          <p:cNvSpPr/>
          <p:nvPr/>
        </p:nvSpPr>
        <p:spPr>
          <a:xfrm>
            <a:off x="8347837" y="75540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0" name="Straight Arrow Connector 189"/>
          <p:cNvCxnSpPr>
            <a:stCxn id="189" idx="2"/>
            <a:endCxn id="385" idx="0"/>
          </p:cNvCxnSpPr>
          <p:nvPr/>
        </p:nvCxnSpPr>
        <p:spPr>
          <a:xfrm>
            <a:off x="8680172" y="8042910"/>
            <a:ext cx="0" cy="36576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606161" y="81600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2" name="Flowchart: Decision 191"/>
          <p:cNvSpPr/>
          <p:nvPr/>
        </p:nvSpPr>
        <p:spPr>
          <a:xfrm>
            <a:off x="8347837" y="964173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Newer?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Straight Arrow Connector 195"/>
          <p:cNvCxnSpPr>
            <a:stCxn id="192" idx="1"/>
            <a:endCxn id="201" idx="3"/>
          </p:cNvCxnSpPr>
          <p:nvPr/>
        </p:nvCxnSpPr>
        <p:spPr>
          <a:xfrm flipH="1">
            <a:off x="7852410" y="9883038"/>
            <a:ext cx="495300" cy="571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8034145" y="98061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Decision 198"/>
          <p:cNvSpPr/>
          <p:nvPr/>
        </p:nvSpPr>
        <p:spPr>
          <a:xfrm>
            <a:off x="7187374" y="841061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API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85" name="Straight Arrow Connector 284"/>
          <p:cNvCxnSpPr>
            <a:stCxn id="199" idx="1"/>
            <a:endCxn id="384" idx="3"/>
          </p:cNvCxnSpPr>
          <p:nvPr/>
        </p:nvCxnSpPr>
        <p:spPr>
          <a:xfrm flipH="1">
            <a:off x="6616700" y="8655259"/>
            <a:ext cx="57086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Oval 199"/>
          <p:cNvSpPr/>
          <p:nvPr/>
        </p:nvSpPr>
        <p:spPr>
          <a:xfrm>
            <a:off x="6882255" y="8575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01" name="Flowchart: Decision 200"/>
          <p:cNvSpPr/>
          <p:nvPr/>
        </p:nvSpPr>
        <p:spPr>
          <a:xfrm>
            <a:off x="7187374" y="96415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83" name="Flowchart: Terminator 382"/>
          <p:cNvSpPr/>
          <p:nvPr/>
        </p:nvSpPr>
        <p:spPr>
          <a:xfrm>
            <a:off x="6116479" y="77457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4" name="Flowchart: Terminator 383"/>
          <p:cNvSpPr/>
          <p:nvPr/>
        </p:nvSpPr>
        <p:spPr>
          <a:xfrm>
            <a:off x="6106954" y="8591441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5" name="Flowchart: Decision 384"/>
          <p:cNvSpPr/>
          <p:nvPr/>
        </p:nvSpPr>
        <p:spPr>
          <a:xfrm>
            <a:off x="8347837" y="840840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6" name="Straight Arrow Connector 385"/>
          <p:cNvCxnSpPr>
            <a:stCxn id="385" idx="2"/>
            <a:endCxn id="192" idx="0"/>
          </p:cNvCxnSpPr>
          <p:nvPr/>
        </p:nvCxnSpPr>
        <p:spPr>
          <a:xfrm>
            <a:off x="8680172" y="8896985"/>
            <a:ext cx="0" cy="7448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Oval 386"/>
          <p:cNvSpPr/>
          <p:nvPr/>
        </p:nvSpPr>
        <p:spPr>
          <a:xfrm>
            <a:off x="8606161" y="921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88" name="Straight Arrow Connector 387"/>
          <p:cNvCxnSpPr>
            <a:stCxn id="385" idx="1"/>
            <a:endCxn id="199" idx="3"/>
          </p:cNvCxnSpPr>
          <p:nvPr/>
        </p:nvCxnSpPr>
        <p:spPr>
          <a:xfrm flipH="1">
            <a:off x="7852410" y="8653145"/>
            <a:ext cx="49530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Elbow Connector 388"/>
          <p:cNvCxnSpPr>
            <a:stCxn id="201" idx="0"/>
            <a:endCxn id="200" idx="4"/>
          </p:cNvCxnSpPr>
          <p:nvPr/>
        </p:nvCxnSpPr>
        <p:spPr>
          <a:xfrm rot="16200000" flipV="1">
            <a:off x="6784658" y="8906193"/>
            <a:ext cx="907415" cy="563880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Oval 393"/>
          <p:cNvSpPr/>
          <p:nvPr/>
        </p:nvSpPr>
        <p:spPr>
          <a:xfrm>
            <a:off x="8034145" y="8575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397" name="Elbow Connector 396"/>
          <p:cNvCxnSpPr>
            <a:stCxn id="199" idx="0"/>
            <a:endCxn id="399" idx="3"/>
          </p:cNvCxnSpPr>
          <p:nvPr/>
        </p:nvCxnSpPr>
        <p:spPr>
          <a:xfrm rot="16200000" flipV="1">
            <a:off x="6967538" y="7857808"/>
            <a:ext cx="170815" cy="9347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Oval 397"/>
          <p:cNvSpPr/>
          <p:nvPr/>
        </p:nvSpPr>
        <p:spPr>
          <a:xfrm>
            <a:off x="6882255" y="81600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9" name="Rectangles 398"/>
          <p:cNvSpPr/>
          <p:nvPr/>
        </p:nvSpPr>
        <p:spPr>
          <a:xfrm>
            <a:off x="6138386" y="8171180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Expire</a:t>
            </a:r>
            <a:endParaRPr lang="en-US" sz="550" b="1">
              <a:sym typeface="+mn-ea"/>
            </a:endParaRPr>
          </a:p>
        </p:txBody>
      </p:sp>
      <p:cxnSp>
        <p:nvCxnSpPr>
          <p:cNvPr id="400" name="Straight Arrow Connector 399"/>
          <p:cNvCxnSpPr>
            <a:stCxn id="201" idx="1"/>
            <a:endCxn id="402" idx="3"/>
          </p:cNvCxnSpPr>
          <p:nvPr/>
        </p:nvCxnSpPr>
        <p:spPr>
          <a:xfrm flipH="1">
            <a:off x="6694170" y="9885260"/>
            <a:ext cx="49339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1" name="Oval 400"/>
          <p:cNvSpPr/>
          <p:nvPr/>
        </p:nvSpPr>
        <p:spPr>
          <a:xfrm>
            <a:off x="6882255" y="98061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02" name="Flowchart: Decision 401"/>
          <p:cNvSpPr/>
          <p:nvPr/>
        </p:nvSpPr>
        <p:spPr>
          <a:xfrm>
            <a:off x="6029571" y="96415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API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3" name="Straight Arrow Connector 402"/>
          <p:cNvCxnSpPr>
            <a:stCxn id="402" idx="0"/>
            <a:endCxn id="409" idx="2"/>
          </p:cNvCxnSpPr>
          <p:nvPr/>
        </p:nvCxnSpPr>
        <p:spPr>
          <a:xfrm flipV="1">
            <a:off x="6361906" y="9126855"/>
            <a:ext cx="0" cy="5149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4" name="Oval 403"/>
          <p:cNvSpPr/>
          <p:nvPr/>
        </p:nvSpPr>
        <p:spPr>
          <a:xfrm>
            <a:off x="6287895" y="9314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409" name="Rectangles 408"/>
          <p:cNvSpPr/>
          <p:nvPr/>
        </p:nvSpPr>
        <p:spPr>
          <a:xfrm>
            <a:off x="6138386" y="8989695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Hold</a:t>
            </a:r>
            <a:endParaRPr lang="en-US" sz="550" b="1">
              <a:sym typeface="+mn-ea"/>
            </a:endParaRPr>
          </a:p>
        </p:txBody>
      </p:sp>
      <p:grpSp>
        <p:nvGrpSpPr>
          <p:cNvPr id="213" name="Group 212"/>
          <p:cNvGrpSpPr/>
          <p:nvPr/>
        </p:nvGrpSpPr>
        <p:grpSpPr>
          <a:xfrm>
            <a:off x="9949180" y="7446645"/>
            <a:ext cx="905510" cy="1010920"/>
            <a:chOff x="6343" y="14351"/>
            <a:chExt cx="1426" cy="1592"/>
          </a:xfrm>
        </p:grpSpPr>
        <p:grpSp>
          <p:nvGrpSpPr>
            <p:cNvPr id="203" name="Group 202"/>
            <p:cNvGrpSpPr/>
            <p:nvPr/>
          </p:nvGrpSpPr>
          <p:grpSpPr>
            <a:xfrm rot="0">
              <a:off x="6343" y="14351"/>
              <a:ext cx="673" cy="526"/>
              <a:chOff x="16290" y="4518"/>
              <a:chExt cx="748" cy="584"/>
            </a:xfrm>
          </p:grpSpPr>
          <p:pic>
            <p:nvPicPr>
              <p:cNvPr id="204" name="Picture 20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10" name="Oval 20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11" name="Picture 210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02" name="Picture 201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475" y="14769"/>
              <a:ext cx="1295" cy="117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282" name="Elbow Connector 281"/>
          <p:cNvCxnSpPr>
            <a:stCxn id="81" idx="3"/>
            <a:endCxn id="87" idx="3"/>
          </p:cNvCxnSpPr>
          <p:nvPr/>
        </p:nvCxnSpPr>
        <p:spPr>
          <a:xfrm>
            <a:off x="9227185" y="7009765"/>
            <a:ext cx="3175" cy="163830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Arrow Connector 283"/>
          <p:cNvCxnSpPr>
            <a:stCxn id="189" idx="3"/>
            <a:endCxn id="288" idx="1"/>
          </p:cNvCxnSpPr>
          <p:nvPr/>
        </p:nvCxnSpPr>
        <p:spPr>
          <a:xfrm>
            <a:off x="9012555" y="7798435"/>
            <a:ext cx="58229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Oval 286"/>
          <p:cNvSpPr/>
          <p:nvPr/>
        </p:nvSpPr>
        <p:spPr>
          <a:xfrm>
            <a:off x="9177145" y="77195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88" name="Flowchart: Terminator 287"/>
          <p:cNvSpPr/>
          <p:nvPr/>
        </p:nvSpPr>
        <p:spPr>
          <a:xfrm>
            <a:off x="9595009" y="77457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89" name="Elbow Connector 288"/>
          <p:cNvCxnSpPr>
            <a:stCxn id="385" idx="3"/>
            <a:endCxn id="290" idx="2"/>
          </p:cNvCxnSpPr>
          <p:nvPr/>
        </p:nvCxnSpPr>
        <p:spPr>
          <a:xfrm flipV="1">
            <a:off x="9012555" y="8159750"/>
            <a:ext cx="854075" cy="493395"/>
          </a:xfrm>
          <a:prstGeom prst="bentConnector2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Terminator 289"/>
          <p:cNvSpPr/>
          <p:nvPr/>
        </p:nvSpPr>
        <p:spPr>
          <a:xfrm>
            <a:off x="9611519" y="8032641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4" name="Oval 293"/>
          <p:cNvSpPr/>
          <p:nvPr/>
        </p:nvSpPr>
        <p:spPr>
          <a:xfrm>
            <a:off x="9177145" y="8575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99" name="Flowchart: Decision 298"/>
          <p:cNvSpPr/>
          <p:nvPr/>
        </p:nvSpPr>
        <p:spPr>
          <a:xfrm>
            <a:off x="9534017" y="964173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02" name="Straight Arrow Connector 301"/>
          <p:cNvCxnSpPr>
            <a:stCxn id="192" idx="3"/>
            <a:endCxn id="299" idx="1"/>
          </p:cNvCxnSpPr>
          <p:nvPr/>
        </p:nvCxnSpPr>
        <p:spPr>
          <a:xfrm flipV="1">
            <a:off x="9012555" y="9873830"/>
            <a:ext cx="521335" cy="241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Oval 302"/>
          <p:cNvSpPr/>
          <p:nvPr/>
        </p:nvSpPr>
        <p:spPr>
          <a:xfrm>
            <a:off x="9177145" y="98061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304" name="Straight Arrow Connector 303"/>
          <p:cNvCxnSpPr>
            <a:stCxn id="299" idx="0"/>
            <a:endCxn id="290" idx="2"/>
          </p:cNvCxnSpPr>
          <p:nvPr/>
        </p:nvCxnSpPr>
        <p:spPr>
          <a:xfrm flipV="1">
            <a:off x="9866630" y="8159750"/>
            <a:ext cx="0" cy="14820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Oval 307"/>
          <p:cNvSpPr/>
          <p:nvPr/>
        </p:nvSpPr>
        <p:spPr>
          <a:xfrm>
            <a:off x="9788650" y="921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cxnSp>
        <p:nvCxnSpPr>
          <p:cNvPr id="283" name="Straight Arrow Connector 282"/>
          <p:cNvCxnSpPr/>
          <p:nvPr/>
        </p:nvCxnSpPr>
        <p:spPr>
          <a:xfrm flipH="1">
            <a:off x="9614535" y="438658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endCxn id="295" idx="0"/>
          </p:cNvCxnSpPr>
          <p:nvPr/>
        </p:nvCxnSpPr>
        <p:spPr>
          <a:xfrm flipH="1">
            <a:off x="9614535" y="509460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3101340" y="284607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9080500" y="217995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9080500" y="23310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9080500" y="263652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4" name="Rectangles 3"/>
          <p:cNvSpPr/>
          <p:nvPr/>
        </p:nvSpPr>
        <p:spPr>
          <a:xfrm>
            <a:off x="9080500" y="24834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endCxn id="5" idx="1"/>
          </p:cNvCxnSpPr>
          <p:nvPr/>
        </p:nvCxnSpPr>
        <p:spPr>
          <a:xfrm rot="16200000">
            <a:off x="8261350" y="2450465"/>
            <a:ext cx="201295" cy="4603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lowchart: Terminator 4"/>
          <p:cNvSpPr/>
          <p:nvPr/>
        </p:nvSpPr>
        <p:spPr>
          <a:xfrm>
            <a:off x="8592185" y="2515870"/>
            <a:ext cx="548640" cy="128016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5399405" y="299783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endCxn id="180" idx="0"/>
          </p:cNvCxnSpPr>
          <p:nvPr/>
        </p:nvCxnSpPr>
        <p:spPr>
          <a:xfrm flipH="1">
            <a:off x="4403725" y="322580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3876040" y="264033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5796280" y="649033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6371448" y="63570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4406900" y="583819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4332254" y="59302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Elbow Connector 243"/>
          <p:cNvCxnSpPr>
            <a:endCxn id="178" idx="1"/>
          </p:cNvCxnSpPr>
          <p:nvPr/>
        </p:nvCxnSpPr>
        <p:spPr>
          <a:xfrm flipV="1">
            <a:off x="2706370" y="2403475"/>
            <a:ext cx="5888990" cy="41275"/>
          </a:xfrm>
          <a:prstGeom prst="bentConnector3">
            <a:avLst>
              <a:gd name="adj1" fmla="val 2275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9610725" y="276542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Flowchart: Decision 294"/>
          <p:cNvSpPr/>
          <p:nvPr/>
        </p:nvSpPr>
        <p:spPr>
          <a:xfrm>
            <a:off x="9281809" y="53170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>
            <a:off x="9281795" y="5561330"/>
            <a:ext cx="2517140" cy="7620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11956421" y="55484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0" name="Flowchart: Terminator 269"/>
          <p:cNvSpPr/>
          <p:nvPr/>
        </p:nvSpPr>
        <p:spPr>
          <a:xfrm>
            <a:off x="11280110" y="5572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4846320" y="294068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4855210" y="251460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52" name="Straight Arrow Connector 51"/>
          <p:cNvCxnSpPr/>
          <p:nvPr/>
        </p:nvCxnSpPr>
        <p:spPr>
          <a:xfrm>
            <a:off x="9613265" y="3460115"/>
            <a:ext cx="1270" cy="4552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9171940" y="297497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7" name="Oval 66"/>
          <p:cNvSpPr/>
          <p:nvPr/>
        </p:nvSpPr>
        <p:spPr>
          <a:xfrm>
            <a:off x="9539498" y="448564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8595360" y="233870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4070755" y="35337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5131435" y="35439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6247430" y="37220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6247430" y="415635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5796280" y="378650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7126729" y="38730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922135" y="36955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5759768" y="373348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922135" y="414067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6765925" y="400621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6765925" y="378650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4735830" y="377825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4833745" y="37070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4406900" y="494919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4073930" y="53498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5131435" y="536702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6247430" y="59794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7126729" y="56961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5759768" y="555656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922135" y="59637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6765925" y="582930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5796280" y="560895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4739005" y="559435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4833745" y="55555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922135" y="551868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/>
          <p:nvPr/>
        </p:nvCxnSpPr>
        <p:spPr>
          <a:xfrm rot="5400000">
            <a:off x="7951788" y="1670368"/>
            <a:ext cx="153035" cy="7632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Flowchart: Decision 309"/>
          <p:cNvSpPr/>
          <p:nvPr/>
        </p:nvSpPr>
        <p:spPr>
          <a:xfrm>
            <a:off x="4073930" y="62515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929755" y="624395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8061625" y="64220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7594600" y="648652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989858" y="65731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7695055" y="6395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8580120" y="648652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5131435" y="624840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8061625" y="68608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6648768" y="554894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922135" y="684513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8580120" y="670623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6642735" y="648652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4739005" y="649097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4833745" y="64114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922135" y="640006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4403725" y="402209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4332254" y="50285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4833745" y="73227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4739005" y="470535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4821680" y="46214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5316344" y="457397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4073930" y="44608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4073930" y="715962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4129405" y="462407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4406900" y="673989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4341779" y="68446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4332254" y="41395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6247430" y="55444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6765925" y="560895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4126230" y="368808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Oval 5"/>
          <p:cNvSpPr/>
          <p:nvPr/>
        </p:nvSpPr>
        <p:spPr>
          <a:xfrm>
            <a:off x="6371448" y="7690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Decision 6"/>
          <p:cNvSpPr/>
          <p:nvPr/>
        </p:nvSpPr>
        <p:spPr>
          <a:xfrm>
            <a:off x="6929755" y="715835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8" name="Flowchart: Terminator 7"/>
          <p:cNvSpPr/>
          <p:nvPr/>
        </p:nvSpPr>
        <p:spPr>
          <a:xfrm>
            <a:off x="8061625" y="73364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7" idx="3"/>
            <a:endCxn id="8" idx="1"/>
          </p:cNvCxnSpPr>
          <p:nvPr/>
        </p:nvCxnSpPr>
        <p:spPr>
          <a:xfrm>
            <a:off x="7594600" y="740092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989858" y="74875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7695055" y="73100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8" idx="3"/>
            <a:endCxn id="10" idx="2"/>
          </p:cNvCxnSpPr>
          <p:nvPr/>
        </p:nvCxnSpPr>
        <p:spPr>
          <a:xfrm>
            <a:off x="8580120" y="740092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5134610" y="716280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8061625" y="7775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7" idx="2"/>
            <a:endCxn id="19" idx="1"/>
          </p:cNvCxnSpPr>
          <p:nvPr/>
        </p:nvCxnSpPr>
        <p:spPr>
          <a:xfrm rot="5400000" flipV="1">
            <a:off x="7563803" y="734218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8580120" y="762063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7" idx="1"/>
          </p:cNvCxnSpPr>
          <p:nvPr/>
        </p:nvCxnSpPr>
        <p:spPr>
          <a:xfrm flipV="1">
            <a:off x="5799455" y="740092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4739005" y="740410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836920" y="73258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7695055" y="774429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922135" y="732075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6" idx="2"/>
          </p:cNvCxnSpPr>
          <p:nvPr/>
        </p:nvCxnSpPr>
        <p:spPr>
          <a:xfrm rot="5400000" flipV="1">
            <a:off x="5831523" y="728376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22135" y="77291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3486150" y="278130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57" name="Group 56"/>
          <p:cNvGrpSpPr/>
          <p:nvPr/>
        </p:nvGrpSpPr>
        <p:grpSpPr>
          <a:xfrm>
            <a:off x="9281795" y="3915410"/>
            <a:ext cx="664845" cy="485140"/>
            <a:chOff x="12098" y="7556"/>
            <a:chExt cx="1047" cy="764"/>
          </a:xfrm>
        </p:grpSpPr>
        <p:sp>
          <p:nvSpPr>
            <p:cNvPr id="58" name="Flowchart: Decision 57"/>
            <p:cNvSpPr/>
            <p:nvPr/>
          </p:nvSpPr>
          <p:spPr>
            <a:xfrm>
              <a:off x="12098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61" name="Text Box 60"/>
            <p:cNvSpPr txBox="1"/>
            <p:nvPr/>
          </p:nvSpPr>
          <p:spPr>
            <a:xfrm>
              <a:off x="12180" y="7801"/>
              <a:ext cx="882" cy="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Order?</a:t>
              </a:r>
              <a:endParaRPr lang="en-US" sz="540"/>
            </a:p>
          </p:txBody>
        </p:sp>
      </p:grpSp>
      <p:sp>
        <p:nvSpPr>
          <p:cNvPr id="62" name="Oval 61"/>
          <p:cNvSpPr/>
          <p:nvPr/>
        </p:nvSpPr>
        <p:spPr>
          <a:xfrm>
            <a:off x="9540133" y="35604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68" name="Elbow Connector 67"/>
          <p:cNvCxnSpPr/>
          <p:nvPr/>
        </p:nvCxnSpPr>
        <p:spPr>
          <a:xfrm>
            <a:off x="9940925" y="4154170"/>
            <a:ext cx="1086485" cy="210820"/>
          </a:xfrm>
          <a:prstGeom prst="bentConnector3">
            <a:avLst>
              <a:gd name="adj1" fmla="val 50029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0702415" y="42848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1542415" y="5487670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326642" y="3783330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1321562" y="4163251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1022985" y="30556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1022985" y="29083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1951990" y="2792730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1007745" y="47777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1007745" y="49250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Pending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1007745" y="498983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1007745" y="50723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1007745" y="52197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1007745" y="53670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2068195" y="484251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862330" y="527875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2068195" y="513715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1551305" y="3185160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1540510" y="4382135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1010285" y="46221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1547495" y="6718935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1012825" y="594804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1012825" y="60953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1012825" y="616013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1012825" y="62426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1012825" y="639000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1012825" y="653732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2073275" y="601281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867410" y="644906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2073275" y="630745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1015365" y="579247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1541145" y="4003040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1331595" y="3399981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1546225" y="3618865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9363075" y="164084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4035" y="1908810"/>
            <a:ext cx="1011555" cy="4923790"/>
          </a:xfrm>
          <a:prstGeom prst="rect">
            <a:avLst/>
          </a:prstGeom>
        </p:spPr>
      </p:pic>
      <p:sp>
        <p:nvSpPr>
          <p:cNvPr id="4" name="Flowchart: Document 3"/>
          <p:cNvSpPr/>
          <p:nvPr/>
        </p:nvSpPr>
        <p:spPr>
          <a:xfrm>
            <a:off x="2237105" y="339661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5" name="Flowchart: Document 4"/>
          <p:cNvSpPr/>
          <p:nvPr/>
        </p:nvSpPr>
        <p:spPr>
          <a:xfrm>
            <a:off x="2237105" y="3780790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16" name="Flowchart: Document 15"/>
          <p:cNvSpPr/>
          <p:nvPr/>
        </p:nvSpPr>
        <p:spPr>
          <a:xfrm>
            <a:off x="2237105" y="416623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8" name="Straight Arrow Connector 17"/>
          <p:cNvCxnSpPr>
            <a:stCxn id="85" idx="3"/>
            <a:endCxn id="4" idx="1"/>
          </p:cNvCxnSpPr>
          <p:nvPr/>
        </p:nvCxnSpPr>
        <p:spPr>
          <a:xfrm flipV="1">
            <a:off x="1770380" y="3507740"/>
            <a:ext cx="46672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7" idx="3"/>
            <a:endCxn id="5" idx="1"/>
          </p:cNvCxnSpPr>
          <p:nvPr/>
        </p:nvCxnSpPr>
        <p:spPr>
          <a:xfrm flipV="1">
            <a:off x="1765300" y="3891915"/>
            <a:ext cx="47180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2" idx="3"/>
            <a:endCxn id="16" idx="1"/>
          </p:cNvCxnSpPr>
          <p:nvPr/>
        </p:nvCxnSpPr>
        <p:spPr>
          <a:xfrm>
            <a:off x="1760220" y="4272915"/>
            <a:ext cx="4768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 rot="0">
            <a:off x="829945" y="4430395"/>
            <a:ext cx="427355" cy="334010"/>
            <a:chOff x="16290" y="4518"/>
            <a:chExt cx="748" cy="584"/>
          </a:xfrm>
        </p:grpSpPr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1" name="Oval 30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 rot="0">
            <a:off x="833120" y="5588000"/>
            <a:ext cx="427355" cy="334010"/>
            <a:chOff x="16290" y="4518"/>
            <a:chExt cx="748" cy="584"/>
          </a:xfrm>
        </p:grpSpPr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2919</Words>
  <Application>WPS Presentation</Application>
  <PresentationFormat>宽屏</PresentationFormat>
  <Paragraphs>1011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129</cp:revision>
  <dcterms:created xsi:type="dcterms:W3CDTF">2026-02-11T06:23:30Z</dcterms:created>
  <dcterms:modified xsi:type="dcterms:W3CDTF">2026-02-11T06:23:30Z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